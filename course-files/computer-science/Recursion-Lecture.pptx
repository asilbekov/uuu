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ca07dc38074cbd" /><Relationship Type="http://schemas.openxmlformats.org/officeDocument/2006/relationships/extended-properties" Target="/docProps/app.xml" Id="Rde61be94f97648ea" /><Relationship Type="http://schemas.openxmlformats.org/officeDocument/2006/relationships/officeDocument" Target="/ppt/presentation.xml" Id="R3035c8f763384596" /></Relationships>
</file>

<file path=ppt/presentation.xml><?xml version="1.0" encoding="utf-8"?>
<p:presentation xmlns:p="http://schemas.openxmlformats.org/presentationml/2006/main">
  <p:sldMasterIdLst>
    <p:sldMasterId xmlns:r="http://schemas.openxmlformats.org/officeDocument/2006/relationships" id="2147483648" r:id="R16f1439b86764644"/>
  </p:sldMasterIdLst>
  <p:notesMasterIdLst>
    <p:notesMasterId xmlns:r="http://schemas.openxmlformats.org/officeDocument/2006/relationships" r:id="R8465f3f37e854b4b"/>
  </p:notesMasterIdLst>
  <p:sldIdLst>
    <p:sldId xmlns:r="http://schemas.openxmlformats.org/officeDocument/2006/relationships" id="256" r:id="Rd24573c0b21b4856"/>
    <p:sldId xmlns:r="http://schemas.openxmlformats.org/officeDocument/2006/relationships" id="257" r:id="R06733cbf633c44c2"/>
    <p:sldId xmlns:r="http://schemas.openxmlformats.org/officeDocument/2006/relationships" id="258" r:id="Rb8cbbbadfe574c1d"/>
    <p:sldId xmlns:r="http://schemas.openxmlformats.org/officeDocument/2006/relationships" id="259" r:id="R6ce9a1db5d5140b5"/>
    <p:sldId xmlns:r="http://schemas.openxmlformats.org/officeDocument/2006/relationships" id="260" r:id="R2964c3f043914d4c"/>
    <p:sldId xmlns:r="http://schemas.openxmlformats.org/officeDocument/2006/relationships" id="261" r:id="Rabc3c37c6ec14fe1"/>
    <p:sldId xmlns:r="http://schemas.openxmlformats.org/officeDocument/2006/relationships" id="262" r:id="Rf9903674f94c4d9b"/>
    <p:sldId xmlns:r="http://schemas.openxmlformats.org/officeDocument/2006/relationships" id="263" r:id="Rdd5a1ce2c79d4b8c"/>
    <p:sldId xmlns:r="http://schemas.openxmlformats.org/officeDocument/2006/relationships" id="264" r:id="Rfc46ba7d79e343c3"/>
    <p:sldId xmlns:r="http://schemas.openxmlformats.org/officeDocument/2006/relationships" id="265" r:id="R37175c7552864592"/>
    <p:sldId xmlns:r="http://schemas.openxmlformats.org/officeDocument/2006/relationships" id="266" r:id="R66b1a7631cd742ee"/>
    <p:sldId xmlns:r="http://schemas.openxmlformats.org/officeDocument/2006/relationships" id="267" r:id="Rd1f27b0b816d4e84"/>
    <p:sldId xmlns:r="http://schemas.openxmlformats.org/officeDocument/2006/relationships" id="268" r:id="R7736b69c51e944db"/>
    <p:sldId xmlns:r="http://schemas.openxmlformats.org/officeDocument/2006/relationships" id="269" r:id="R43d603abb7ea46af"/>
    <p:sldId xmlns:r="http://schemas.openxmlformats.org/officeDocument/2006/relationships" id="270" r:id="Raab6b20570544f9d"/>
    <p:sldId xmlns:r="http://schemas.openxmlformats.org/officeDocument/2006/relationships" id="271" r:id="Rbbce0cf1fcdc45b8"/>
    <p:sldId xmlns:r="http://schemas.openxmlformats.org/officeDocument/2006/relationships" id="272" r:id="Rcf63813d127f4b91"/>
    <p:sldId xmlns:r="http://schemas.openxmlformats.org/officeDocument/2006/relationships" id="273" r:id="R032ad0caf3e84a27"/>
    <p:sldId xmlns:r="http://schemas.openxmlformats.org/officeDocument/2006/relationships" id="274" r:id="R833ce7b46b754541"/>
    <p:sldId xmlns:r="http://schemas.openxmlformats.org/officeDocument/2006/relationships" id="275" r:id="Rb380ac9cc8b34ea6"/>
    <p:sldId xmlns:r="http://schemas.openxmlformats.org/officeDocument/2006/relationships" id="276" r:id="R314f7432d27445ef"/>
    <p:sldId xmlns:r="http://schemas.openxmlformats.org/officeDocument/2006/relationships" id="277" r:id="Rac9a11c61e104726"/>
    <p:sldId xmlns:r="http://schemas.openxmlformats.org/officeDocument/2006/relationships" id="278" r:id="Rf4501d330d0b4fe0"/>
    <p:sldId xmlns:r="http://schemas.openxmlformats.org/officeDocument/2006/relationships" id="279" r:id="Rf623c000c905417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9a7ea58c514753" /><Relationship Type="http://schemas.openxmlformats.org/officeDocument/2006/relationships/slideMaster" Target="/ppt/slideMasters/slideMaster1.xml" Id="R16f1439b86764644" /><Relationship Type="http://schemas.openxmlformats.org/officeDocument/2006/relationships/notesMaster" Target="/ppt/notesMasters/notesMaster1.xml" Id="R8465f3f37e854b4b" /><Relationship Type="http://schemas.openxmlformats.org/officeDocument/2006/relationships/presProps" Target="/ppt/presProps.xml" Id="R471087f6f57146a3" /><Relationship Type="http://schemas.openxmlformats.org/officeDocument/2006/relationships/tableStyles" Target="/ppt/tableStyles.xml" Id="R709ac8bfc83f4f88" /><Relationship Type="http://schemas.openxmlformats.org/officeDocument/2006/relationships/slide" Target="/ppt/slides/slide1.xml" Id="Rd24573c0b21b4856" /><Relationship Type="http://schemas.openxmlformats.org/officeDocument/2006/relationships/slide" Target="/ppt/slides/slide2.xml" Id="R06733cbf633c44c2" /><Relationship Type="http://schemas.openxmlformats.org/officeDocument/2006/relationships/slide" Target="/ppt/slides/slide3.xml" Id="Rb8cbbbadfe574c1d" /><Relationship Type="http://schemas.openxmlformats.org/officeDocument/2006/relationships/slide" Target="/ppt/slides/slide4.xml" Id="R6ce9a1db5d5140b5" /><Relationship Type="http://schemas.openxmlformats.org/officeDocument/2006/relationships/slide" Target="/ppt/slides/slide5.xml" Id="R2964c3f043914d4c" /><Relationship Type="http://schemas.openxmlformats.org/officeDocument/2006/relationships/slide" Target="/ppt/slides/slide6.xml" Id="Rabc3c37c6ec14fe1" /><Relationship Type="http://schemas.openxmlformats.org/officeDocument/2006/relationships/slide" Target="/ppt/slides/slide7.xml" Id="Rf9903674f94c4d9b" /><Relationship Type="http://schemas.openxmlformats.org/officeDocument/2006/relationships/slide" Target="/ppt/slides/slide8.xml" Id="Rdd5a1ce2c79d4b8c" /><Relationship Type="http://schemas.openxmlformats.org/officeDocument/2006/relationships/slide" Target="/ppt/slides/slide9.xml" Id="Rfc46ba7d79e343c3" /><Relationship Type="http://schemas.openxmlformats.org/officeDocument/2006/relationships/slide" Target="/ppt/slides/slide10.xml" Id="R37175c7552864592" /><Relationship Type="http://schemas.openxmlformats.org/officeDocument/2006/relationships/slide" Target="/ppt/slides/slide11.xml" Id="R66b1a7631cd742ee" /><Relationship Type="http://schemas.openxmlformats.org/officeDocument/2006/relationships/slide" Target="/ppt/slides/slide12.xml" Id="Rd1f27b0b816d4e84" /><Relationship Type="http://schemas.openxmlformats.org/officeDocument/2006/relationships/slide" Target="/ppt/slides/slide13.xml" Id="R7736b69c51e944db" /><Relationship Type="http://schemas.openxmlformats.org/officeDocument/2006/relationships/slide" Target="/ppt/slides/slide14.xml" Id="R43d603abb7ea46af" /><Relationship Type="http://schemas.openxmlformats.org/officeDocument/2006/relationships/slide" Target="/ppt/slides/slide15.xml" Id="Raab6b20570544f9d" /><Relationship Type="http://schemas.openxmlformats.org/officeDocument/2006/relationships/slide" Target="/ppt/slides/slide16.xml" Id="Rbbce0cf1fcdc45b8" /><Relationship Type="http://schemas.openxmlformats.org/officeDocument/2006/relationships/slide" Target="/ppt/slides/slide17.xml" Id="Rcf63813d127f4b91" /><Relationship Type="http://schemas.openxmlformats.org/officeDocument/2006/relationships/slide" Target="/ppt/slides/slide18.xml" Id="R032ad0caf3e84a27" /><Relationship Type="http://schemas.openxmlformats.org/officeDocument/2006/relationships/slide" Target="/ppt/slides/slide19.xml" Id="R833ce7b46b754541" /><Relationship Type="http://schemas.openxmlformats.org/officeDocument/2006/relationships/slide" Target="/ppt/slides/slide20.xml" Id="Rb380ac9cc8b34ea6" /><Relationship Type="http://schemas.openxmlformats.org/officeDocument/2006/relationships/slide" Target="/ppt/slides/slide21.xml" Id="R314f7432d27445ef" /><Relationship Type="http://schemas.openxmlformats.org/officeDocument/2006/relationships/slide" Target="/ppt/slides/slide22.xml" Id="Rac9a11c61e104726" /><Relationship Type="http://schemas.openxmlformats.org/officeDocument/2006/relationships/slide" Target="/ppt/slides/slide23.xml" Id="Rf4501d330d0b4fe0" /><Relationship Type="http://schemas.openxmlformats.org/officeDocument/2006/relationships/slide" Target="/ppt/slides/slide24.xml" Id="Rf623c000c90541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a9f74aa22647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1d007d227f4d93" /><Relationship Type="http://schemas.openxmlformats.org/officeDocument/2006/relationships/notesMaster" Target="/ppt/notesMasters/notesMaster1.xml" Id="Rb81cf0634e9741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9ce89ef94e4877" /><Relationship Type="http://schemas.openxmlformats.org/officeDocument/2006/relationships/notesMaster" Target="/ppt/notesMasters/notesMaster1.xml" Id="Ra293ef7b99f64d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e762410c6a4e75" /><Relationship Type="http://schemas.openxmlformats.org/officeDocument/2006/relationships/notesMaster" Target="/ppt/notesMasters/notesMaster1.xml" Id="R20f1f5cab2b848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6a2479121a480e" /><Relationship Type="http://schemas.openxmlformats.org/officeDocument/2006/relationships/notesMaster" Target="/ppt/notesMasters/notesMaster1.xml" Id="R7f15c983dd404f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8938fbc7c545f3" /><Relationship Type="http://schemas.openxmlformats.org/officeDocument/2006/relationships/notesMaster" Target="/ppt/notesMasters/notesMaster1.xml" Id="Rcb5a0d0b76df48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9c5dfe240a413a" /><Relationship Type="http://schemas.openxmlformats.org/officeDocument/2006/relationships/notesMaster" Target="/ppt/notesMasters/notesMaster1.xml" Id="R014ea490cefd41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a55f845f0a4566" /><Relationship Type="http://schemas.openxmlformats.org/officeDocument/2006/relationships/notesMaster" Target="/ppt/notesMasters/notesMaster1.xml" Id="R459eb5d7d1e24d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d3078d76144f43" /><Relationship Type="http://schemas.openxmlformats.org/officeDocument/2006/relationships/notesMaster" Target="/ppt/notesMasters/notesMaster1.xml" Id="Rcfbfe704eb194f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cd8e8ff1fb40f5" /><Relationship Type="http://schemas.openxmlformats.org/officeDocument/2006/relationships/notesMaster" Target="/ppt/notesMasters/notesMaster1.xml" Id="R19df80a6b3a94c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ad14d9a82749df" /><Relationship Type="http://schemas.openxmlformats.org/officeDocument/2006/relationships/notesMaster" Target="/ppt/notesMasters/notesMaster1.xml" Id="R534e9ebea3554c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86739c873c41e4" /><Relationship Type="http://schemas.openxmlformats.org/officeDocument/2006/relationships/notesMaster" Target="/ppt/notesMasters/notesMaster1.xml" Id="R912ae94dff4447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64d92c782148ca" /><Relationship Type="http://schemas.openxmlformats.org/officeDocument/2006/relationships/notesMaster" Target="/ppt/notesMasters/notesMaster1.xml" Id="Rad46967c35944e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1b0fed9c5543dd" /><Relationship Type="http://schemas.openxmlformats.org/officeDocument/2006/relationships/notesMaster" Target="/ppt/notesMasters/notesMaster1.xml" Id="R80e5e27d3e974f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80b640e5164bc0" /><Relationship Type="http://schemas.openxmlformats.org/officeDocument/2006/relationships/notesMaster" Target="/ppt/notesMasters/notesMaster1.xml" Id="R71795304288b49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e8e133c36f4a1d" /><Relationship Type="http://schemas.openxmlformats.org/officeDocument/2006/relationships/notesMaster" Target="/ppt/notesMasters/notesMaster1.xml" Id="R0d55d47f528541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e1f004c6904620" /><Relationship Type="http://schemas.openxmlformats.org/officeDocument/2006/relationships/notesMaster" Target="/ppt/notesMasters/notesMaster1.xml" Id="R36b74e6929a94c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dccf2314504b32" /><Relationship Type="http://schemas.openxmlformats.org/officeDocument/2006/relationships/notesMaster" Target="/ppt/notesMasters/notesMaster1.xml" Id="R75e89deaa4df4a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a78104794641e8" /><Relationship Type="http://schemas.openxmlformats.org/officeDocument/2006/relationships/notesMaster" Target="/ppt/notesMasters/notesMaster1.xml" Id="R38ae5dda744846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190e25148f4d30" /><Relationship Type="http://schemas.openxmlformats.org/officeDocument/2006/relationships/notesMaster" Target="/ppt/notesMasters/notesMaster1.xml" Id="Rd2f0f568323e44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f4cc02424d4723" /><Relationship Type="http://schemas.openxmlformats.org/officeDocument/2006/relationships/notesMaster" Target="/ppt/notesMasters/notesMaster1.xml" Id="Rf23c3836b7ef4b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ccf779aa5b426f" /><Relationship Type="http://schemas.openxmlformats.org/officeDocument/2006/relationships/notesMaster" Target="/ppt/notesMasters/notesMaster1.xml" Id="R6c47d9aa8bed47d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2e011be10e46f7" /><Relationship Type="http://schemas.openxmlformats.org/officeDocument/2006/relationships/notesMaster" Target="/ppt/notesMasters/notesMaster1.xml" Id="Rdaf5228ce23d49b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110041e70004bbd" /><Relationship Type="http://schemas.openxmlformats.org/officeDocument/2006/relationships/notesMaster" Target="/ppt/notesMasters/notesMaster1.xml" Id="Rc75f44444e9a49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382ace01a54221" /><Relationship Type="http://schemas.openxmlformats.org/officeDocument/2006/relationships/notesMaster" Target="/ppt/notesMasters/notesMaster1.xml" Id="Rfb20d5aa40ba4a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0–1 minutes (1 minutes). The route totals 64 minutes plus 16 minutes reserved for questions and repetition.</a:t>
            </a:r>
          </a:p>
          <a:p xmlns:a="http://schemas.openxmlformats.org/drawingml/2006/main">
            <a:r>
              <a:t/>
            </a:r>
          </a:p>
          <a:p xmlns:a="http://schemas.openxmlformats.org/drawingml/2006/main">
            <a:r>
              <a:t>Open with the question: how can a function help solve its own task? By the end, students should identify the base case and progress, trace calls and returns, and explain what waits in a stack frame. The planned route is 64 minutes of instruction and checks plus 16 minutes for questions and repetition. Recursion is the current topic by the instructor’s explicit request.</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a:t>
            </a:r>
          </a:p>
          <a:p xmlns:a="http://schemas.openxmlformats.org/drawingml/2006/main">
            <a:r>
              <a:t>CS50x, Recursion short: https://cs50.harvard.edu/x/shorts/recursion/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1–6 minutes (5 minutes). The route totals 64 minutes plus 16 minutes reserved for questions and repetition.</a:t>
            </a:r>
          </a:p>
          <a:p xmlns:a="http://schemas.openxmlformats.org/drawingml/2006/main">
            <a:r>
              <a:t/>
            </a:r>
          </a:p>
          <a:p xmlns:a="http://schemas.openxmlformats.org/drawingml/2006/main">
            <a:r>
              <a:t>Original classroom counting-line analogy, adapted for this lesson. It illustrates general recursion and call/return principles, rather than reproducing a textbook example. Four students stand in a line: A at the front, then B, C, and D at the back. No code is needed.</a:t>
            </a:r>
          </a:p>
          <a:p xmlns:a="http://schemas.openxmlformats.org/drawingml/2006/main">
            <a:r>
              <a:t/>
            </a:r>
          </a:p>
          <a:p xmlns:a="http://schemas.openxmlformats.org/drawingml/2006/main">
            <a:r>
              <a:t>Ask A exactly: “How many people are there from you to the back of the line, including you?”</a:t>
            </a:r>
          </a:p>
          <a:p xmlns:a="http://schemas.openxmlformats.org/drawingml/2006/main">
            <a:r>
              <a:t/>
            </a:r>
          </a:p>
          <a:p xmlns:a="http://schemas.openxmlformats.org/drawingml/2006/main">
            <a:r>
              <a:t>Teacher script:</a:t>
            </a:r>
          </a:p>
          <a:p xmlns:a="http://schemas.openxmlformats.org/drawingml/2006/main">
            <a:r>
              <a:t>“A does not count everybody. A asks B to count from B onward, then plans to add one for themselves. B uses the same approach with C, and C with D.</a:t>
            </a:r>
          </a:p>
          <a:p xmlns:a="http://schemas.openxmlformats.org/drawingml/2006/main">
            <a:r>
              <a:t/>
            </a:r>
          </a:p>
          <a:p xmlns:a="http://schemas.openxmlformats.org/drawingml/2006/main">
            <a:r>
              <a:t>D is last, so D already knows the answer: one. That answer lets C say two, B say three, and A say four.</a:t>
            </a:r>
          </a:p>
          <a:p xmlns:a="http://schemas.openxmlformats.org/drawingml/2006/main">
            <a:r>
              <a:t/>
            </a:r>
          </a:p>
          <a:p xmlns:a="http://schemas.openxmlformats.org/drawingml/2006/main">
            <a:r>
              <a:t>That is recursion: the same method solves a smaller problem, until one case is simple enough to answer directly.”</a:t>
            </a:r>
          </a:p>
          <a:p xmlns:a="http://schemas.openxmlformats.org/drawingml/2006/main">
            <a:r>
              <a:t/>
            </a:r>
          </a:p>
          <a:p xmlns:a="http://schemas.openxmlformats.org/drawingml/2006/main">
            <a:r>
              <a:t>Read the diagram in two stages. Questions travel A to B to C to D. Each question covers one fewer student, and A, B and C wait for an answer. D sees nobody behind them and directly answers 1, counting themselves. Answers then return D to C to B to A. C adds themselves to 1 and answers 2; B adds themselves to 2 and answers 3; A adds themselves to 3 and answers 4. A does not receive the final 4 as soon as D answers 1: the waiting additions must happen in reverse order.</a:t>
            </a:r>
          </a:p>
          <a:p xmlns:a="http://schemas.openxmlformats.org/drawingml/2006/main">
            <a:r>
              <a:t/>
            </a:r>
          </a:p>
          <a:p xmlns:a="http://schemas.openxmlformats.org/drawingml/2006/main">
            <a:r>
              <a:t>Make waiting visible: let A, B and C keep a hand raised until they receive an answer. Lower each hand when that student gives their answer. This is a classroom analogy for unfinished calls retaining their own pending work; it is not four people all calculating simultaneously.</a:t>
            </a:r>
          </a:p>
          <a:p xmlns:a="http://schemas.openxmlformats.org/drawingml/2006/main">
            <a:r>
              <a:t/>
            </a:r>
          </a:p>
          <a:p xmlns:a="http://schemas.openxmlformats.org/drawingml/2006/main">
            <a:r>
              <a:t>Optional oral check: What is B waiting to do? Expected: add one for themselves to C’s answer. Why can D answer without asking anyone? Expected: D is last, so the count including D is 1. What gets smaller? Expected: the portion of the line still to count.</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§8.1–8.3.1. General recursion and call/return principles.</a:t>
            </a:r>
          </a:p>
          <a:p xmlns:a="http://schemas.openxmlformats.org/drawingml/2006/main">
            <a:r>
              <a:t>Original classroom counting-line analogy and editable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6–9 minutes (3 minutes). The route totals 64 minutes plus 16 minutes reserved for questions and repetition.</a:t>
            </a:r>
          </a:p>
          <a:p xmlns:a="http://schemas.openxmlformats.org/drawingml/2006/main">
            <a:r>
              <a:t/>
            </a:r>
          </a:p>
          <a:p xmlns:a="http://schemas.openxmlformats.org/drawingml/2006/main">
            <a:r>
              <a:t>Demo snippets use standard C and small fixed nonnegative inputs. Full runnable programs are in the companion code folder. Reconnect to last week before adding recursion. Read main first: it calls double_value(3), then waits for a returned int. The callee has its own x=3 and returns 6. main resumes and assigns result=6. This is a simplified conceptual sequence, not parallel execution. Make the distinction between returning6 and printing6 explicit.</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§8.3–§8.3.1, printed pp.190–196 (PDF pp.212–218). Original editable conceptual diagrams, not a physical-memory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9–12 minutes (3 minutes). The route totals 64 minutes plus 16 minutes reserved for questions and repetition.</a:t>
            </a:r>
          </a:p>
          <a:p xmlns:a="http://schemas.openxmlformats.org/drawingml/2006/main">
            <a:r>
              <a:t/>
            </a:r>
          </a:p>
          <a:p xmlns:a="http://schemas.openxmlformats.org/drawingml/2006/main">
            <a:r>
              <a:t>Demo snippets use standard C and small fixed nonnegative inputs. Full runnable programs are in the companion code folder. count_down uses an input contract n&gt;=0. Read the whole function once. Then point to the base case: at 0, return immediately. For a positive n, print it and call the same function with n−1. Explain that “recursive” describes this self-call. We are not looping back inside the current invocation; a new invocation starts with its own n. Display snippet deliberately omits headers and main, supplied in code/01_countdown.c.</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12–14 minutes (2 minutes). The route totals 64 minutes plus 16 minutes reserved for questions and repetition.</a:t>
            </a:r>
          </a:p>
          <a:p xmlns:a="http://schemas.openxmlformats.org/drawingml/2006/main">
            <a:r>
              <a:t/>
            </a:r>
          </a:p>
          <a:p xmlns:a="http://schemas.openxmlformats.org/drawingml/2006/main">
            <a:r>
              <a:t>Ask students to predict one step at a time. count_down(3) prints 3 then calls 2. The next calls print 2 and1. count_down(0) returns without printing. The waiting callers have no more statements after the call, so they return in reverse order. We will make those waiting callers visible with factorial. Emphasize that 0 is reached but does not appear in the output.</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§§8.1–8.3.1. General recursion and call/return principles.</a:t>
            </a:r>
          </a:p>
          <a:p xmlns:a="http://schemas.openxmlformats.org/drawingml/2006/main">
            <a:r>
              <a:t>Original tested countdown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14–16 minutes (2 minutes). The route totals 64 minutes plus 16 minutes reserved for questions and repetition.</a:t>
            </a:r>
          </a:p>
          <a:p xmlns:a="http://schemas.openxmlformats.org/drawingml/2006/main">
            <a:r>
              <a:t/>
            </a:r>
          </a:p>
          <a:p xmlns:a="http://schemas.openxmlformats.org/drawingml/2006/main">
            <a:r>
              <a:t>Ask the class to name the ingredients from count_down before reading labels. The base case is directly solvable without another recursive call. The recursive case asks for the same kind of task on smaller input. Progress means every permitted recursive path reaches a base case. In this lesson “smaller” is the numeric argument approaching0; other problems can reduce the size of a collection.</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16–18 minutes (2 minutes). The route totals 64 minutes plus 16 minutes reserved for questions and repetition.</a:t>
            </a:r>
          </a:p>
          <a:p xmlns:a="http://schemas.openxmlformats.org/drawingml/2006/main">
            <a:r>
              <a:t/>
            </a:r>
          </a:p>
          <a:p xmlns:a="http://schemas.openxmlformats.org/drawingml/2006/main">
            <a:r>
              <a:t>Define factorial independently of C.3! means3×2×1=6. The part2×1 is2!, so3!=3×2!. For nonnegative integer inputs,0!=1 is the stopping value. Ask why returning0 at the base would make every product zero. The exact0 base is used throughout the deck to match Figure 8.1.</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CS50x, Recursion short: https://cs50.harvard.edu/x/shorts/recursion/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18–21 minutes (3 minutes). The route totals 64 minutes plus 16 minutes reserved for questions and repetition.</a:t>
            </a:r>
          </a:p>
          <a:p xmlns:a="http://schemas.openxmlformats.org/drawingml/2006/main">
            <a:r>
              <a:t/>
            </a:r>
          </a:p>
          <a:p xmlns:a="http://schemas.openxmlformats.org/drawingml/2006/main">
            <a:r>
              <a:t>Demo snippets use standard C and small fixed nonnegative inputs. Full runnable programs are in the companion code folder. Read with the contract0&lt;=n&lt;=7 for these demonstrations, a range that fits even the minimum standard-C int range. If n==0, return1. Otherwise evaluate factorial(n−1). The current call pauses until it receives a value, stores that value in smaller, then multiplies by its own n. Avoid reading the two latter lines as running simultaneously. code/02_factorial.c stores the result before printf so the stack model is unambiguous.</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CS50x, Recursion short: https://cs50.harvard.edu/x/shorts/recursion/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21–25 minutes (4 minutes). The route totals 64 minutes plus 16 minutes reserved for questions and repetition.</a:t>
            </a:r>
          </a:p>
          <a:p xmlns:a="http://schemas.openxmlformats.org/drawingml/2006/main">
            <a:r>
              <a:t/>
            </a:r>
          </a:p>
          <a:p xmlns:a="http://schemas.openxmlformats.org/drawingml/2006/main">
            <a:r>
              <a:t>A stack frame records what an unfinished invocation needs: its ordinary parameters/local state and where execution will continue. An activation record is another name. This is a conceptual call-stack model. In the shown factorial(3) frame, n is3. While factorial(2) runs, smaller has not yet received its answer. The current call does not become factorial(2) and its n does not change. After the callee returns 2, smaller becomes2 and the next statement computes 3×2.</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§8.3–§8.3.1, printed pp.190–196 (PDF pp.212–218). Original editable conceptual diagrams, not a physical-memory specification.</a:t>
            </a:r>
          </a:p>
          <a:p xmlns:a="http://schemas.openxmlformats.org/drawingml/2006/main">
            <a:r>
              <a:t>CS50x, Call Stacks short: https://cs50.harvard.edu/x/shorts/call_stacks/ . Adapted with C evaluation-order correction: factorial completes before main calls printf.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25–29 minutes (4 minutes). The route totals 64 minutes plus 16 minutes reserved for questions and repetition.</a:t>
            </a:r>
          </a:p>
          <a:p xmlns:a="http://schemas.openxmlformats.org/drawingml/2006/main">
            <a:r>
              <a:t/>
            </a:r>
          </a:p>
          <a:p xmlns:a="http://schemas.openxmlformats.org/drawingml/2006/main">
            <a:r>
              <a:t>Trace factorial(3) from main. main waits for its result. factorial(3) calls 2 and waits to multiply by3. factorial(2) calls 1 and waits to multiply by2. The diagram freezes just after factorial(1) starts, before it calls 0. Only the top call executes. Ask students what call comes next and what n remains in the factorial(3) frame. The next slide shows the deepest point.</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Ceri, Mandrioli &amp; Sbattella, The Art and Craft of Computing, Chapter 8 (supplied PDF). §8.3–§8.3.1, printed pp.190–196 (PDF pp.212–218). Original editable conceptual diagrams, not a physical-memory specification.</a:t>
            </a:r>
          </a:p>
          <a:p xmlns:a="http://schemas.openxmlformats.org/drawingml/2006/main">
            <a:r>
              <a:t>CS50x, Call Stacks short: https://cs50.harvard.edu/x/shorts/call_stacks/ . Adapted with C evaluation-order correction: factorial completes before main calls printf.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29–32 minutes (3 minutes). The route totals 64 minutes plus 16 minutes reserved for questions and repetition.</a:t>
            </a:r>
          </a:p>
          <a:p xmlns:a="http://schemas.openxmlformats.org/drawingml/2006/main">
            <a:r>
              <a:t/>
            </a:r>
          </a:p>
          <a:p xmlns:a="http://schemas.openxmlformats.org/drawingml/2006/main">
            <a:r>
              <a:t>This is the deepest point for factorial(3) with base n==0. There are four factorial invocations plus main, five conceptual frames total. factorial(0) returns 1 directly. No more calls happen. Ask which call resumes next: factorial(1), the immediately waiting caller. Reaching the base case does not return the final result 6 to main. No printf frame is present because main calls printf only after factorial returns.</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Ceri, Mandrioli &amp; Sbattella, The Art and Craft of Computing, Chapter 8 (supplied PDF). §8.3–§8.3.1, printed pp.190–196 (PDF pp.212–218). Original editable conceptual diagrams, not a physical-memory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32–36 minutes (4 minutes). The route totals 64 minutes plus 16 minutes reserved for questions and repetition.</a:t>
            </a:r>
          </a:p>
          <a:p xmlns:a="http://schemas.openxmlformats.org/drawingml/2006/main">
            <a:r>
              <a:t/>
            </a:r>
          </a:p>
          <a:p xmlns:a="http://schemas.openxmlformats.org/drawingml/2006/main">
            <a:r>
              <a:t>Use the left snapshot first. factorial(0) has returned1 and its frame is gone. factorial(1) receives smaller=1, computes1×1=1, and returns 1. Now use the right snapshot: the factorial(1) frame is also gone. factorial(2) receives smaller=1, computes2×1=2, and returns 2. Both snapshots show the active call immediately before it returns. Each value passes only to its direct caller. Ask what frame remains waiting in both snapshots.</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Ceri, Mandrioli &amp; Sbattella, The Art and Craft of Computing, Chapter 8 (supplied PDF). §8.3–§8.3.1, printed pp.190–196 (PDF pp.212–218). Original editable conceptual diagrams, not a physical-memory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36–39 minutes (3 minutes). The route totals 64 minutes plus 16 minutes reserved for questions and repetition.</a:t>
            </a:r>
          </a:p>
          <a:p xmlns:a="http://schemas.openxmlformats.org/drawingml/2006/main">
            <a:r>
              <a:t/>
            </a:r>
          </a:p>
          <a:p xmlns:a="http://schemas.openxmlformats.org/drawingml/2006/main">
            <a:r>
              <a:t>factorial(3) now receives2 from factorial(2), computes 3×2=6, then returns 6 to main. Its frame disappears. In the final snapshot, only main remains from this traced chain. main assigns result=6 and can then call printf. Recap the call order3,2,1,0 and return values1,1,2,6. Ask why the final value is6, not1. Point to the three waiting multiplications completed during returns.</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Ceri, Mandrioli &amp; Sbattella, The Art and Craft of Computing, Chapter 8 (supplied PDF). §8.3–§8.3.1, printed pp.190–196 (PDF pp.212–218). Original editable conceptual diagrams, not a physical-memory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39–41 minutes (2 minutes). The route totals 64 minutes plus 16 minutes reserved for questions and repetition.</a:t>
            </a:r>
          </a:p>
          <a:p xmlns:a="http://schemas.openxmlformats.org/drawingml/2006/main">
            <a:r>
              <a:t/>
            </a:r>
          </a:p>
          <a:p xmlns:a="http://schemas.openxmlformats.org/drawingml/2006/main">
            <a:r>
              <a:t>SKIP IF TIME IS SHORT, together with slide15. This optional prediction tests control flow without changing the base case or argument reduction. Ask for output of count_down(3) and count_up(3) before moving to the answer. The definitions are otherwise identical and use the same input contract n&gt;=0. Students answer orally or on paper; no laptop exercise is required.</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§8.3.1. General call/return principles.</a:t>
            </a:r>
          </a:p>
          <a:p xmlns:a="http://schemas.openxmlformats.org/drawingml/2006/main">
            <a:r>
              <a:t>Original tested before/after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41–43 minutes (2 minutes). The route totals 64 minutes plus 16 minutes reserved for questions and repetition.</a:t>
            </a:r>
          </a:p>
          <a:p xmlns:a="http://schemas.openxmlformats.org/drawingml/2006/main">
            <a:r>
              <a:t/>
            </a:r>
          </a:p>
          <a:p xmlns:a="http://schemas.openxmlformats.org/drawingml/2006/main">
            <a:r>
              <a:t>SKIP IF TIME IS SHORT, together with slide14. The left function prints before making the next call, so values appear during descent:3,2,1. The right function first calls on smaller input; its print waits until the smaller call returns. Values therefore appear while calls return:1,2,3. Both still visit n=0 and stop there. Each number appears on its own line in the runnable output.</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§8.3.1. General call/return principles.</a:t>
            </a:r>
          </a:p>
          <a:p xmlns:a="http://schemas.openxmlformats.org/drawingml/2006/main">
            <a:r>
              <a:t>Original tested before/after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43–46 minutes (3 minutes). The route totals 64 minutes plus 16 minutes reserved for questions and repetition.</a:t>
            </a:r>
          </a:p>
          <a:p xmlns:a="http://schemas.openxmlformats.org/drawingml/2006/main">
            <a:r>
              <a:t/>
            </a:r>
          </a:p>
          <a:p xmlns:a="http://schemas.openxmlformats.org/drawingml/2006/main">
            <a:r>
              <a:t>Do not execute the broken version. Ask students whether a base case existing in source guarantees that starting from3 stops. It does not: the recursive call keeps the same n. Every permitted recursive path must progress. Replacing n with n−1 makes3,2,1,0. Negative input would still fail for this simple function, so the input contract matters. Unbounded recursion can exhaust stack space. Complete repaired examples are provided separately.</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§8.1–8.3.1.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46–49 minutes (3 minutes). The route totals 64 minutes plus 16 minutes reserved for questions and repetition.</a:t>
            </a:r>
          </a:p>
          <a:p xmlns:a="http://schemas.openxmlformats.org/drawingml/2006/main">
            <a:r>
              <a:t/>
            </a:r>
          </a:p>
          <a:p xmlns:a="http://schemas.openxmlformats.org/drawingml/2006/main">
            <a:r>
              <a:t>SKIP IF TIME IS SHORT. Transfer check only, no student coding block. sum_to(n) adds all integers from1 through n, with sum_to(0)=0. Ask students what fills the blank and why. Answer: n−1. Then ask for the value of sum_to(3):3+2+1+0=6. Ask what waits in the n=3 frame: add3 to the smaller answer. This is an original simpler transfer example, not the book’s sentinel-array summation.</a:t>
            </a:r>
          </a:p>
          <a:p xmlns:a="http://schemas.openxmlformats.org/drawingml/2006/main">
            <a:r>
              <a:t/>
            </a:r>
          </a:p>
          <a:p xmlns:a="http://schemas.openxmlformats.org/drawingml/2006/main">
            <a:r>
              <a:t>SOURCES</a:t>
            </a:r>
          </a:p>
          <a:p xmlns:a="http://schemas.openxmlformats.org/drawingml/2006/main">
            <a:r>
              <a:t>Original tested transfer example; recursion principles from Ceri, Mandrioli &amp; Sbattella, The Art and Craft of Computing, Chapter 8 (supplied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49–51 minutes (2 minutes). The route totals 64 minutes plus 16 minutes reserved for questions and repetition.</a:t>
            </a:r>
          </a:p>
          <a:p xmlns:a="http://schemas.openxmlformats.org/drawingml/2006/main">
            <a:r>
              <a:t/>
            </a:r>
          </a:p>
          <a:p xmlns:a="http://schemas.openxmlformats.org/drawingml/2006/main">
            <a:r>
              <a:t>For this particular factorial example, the loop and recursion compute the same result with a similar number of multiplications. A straightforward recursive version keeps waiting calls; a loop can keep only a running product and counter. Do not claim recursion is always faster or always best. For self-similar problems such as traversing nested structures, recursive structure can make a solution easier to express. The call-stack model is conceptual; compiler optimization can affect physical storage.</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§8.2 and §8.3.1.</a:t>
            </a:r>
          </a:p>
          <a:p xmlns:a="http://schemas.openxmlformats.org/drawingml/2006/main">
            <a:r>
              <a:t>CS50x, Recursion short: https://cs50.harvard.edu/x/shorts/recursion/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51–53 minutes (2 minutes). The route totals 64 minutes plus 16 minutes reserved for questions and repetition.</a:t>
            </a:r>
          </a:p>
          <a:p xmlns:a="http://schemas.openxmlformats.org/drawingml/2006/main">
            <a:r>
              <a:t/>
            </a:r>
          </a:p>
          <a:p xmlns:a="http://schemas.openxmlformats.org/drawingml/2006/main">
            <a:r>
              <a:t>Demo snippets use standard C and small fixed nonnegative inputs. Full runnable programs are in the companion code folder. The chapter introduces Fibonacci at printed p.186 and develops its recursive definition and C implementation at p.189. This modern C adaptation uses F(0)=0 and F(1)=1. Read the sequence from the left: each later value is the sum of its two predecessors. fibonacci(4) returns 3. In the code, the entire left call finishes before the right call begins, because they are separate statements. Then the caller adds the two returned values. Use demonstration inputs 0 through 10 to keep the trace and integer results small. The runnable companion uses exactly these two explicit base cases.</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Fibonacci introduction, printed p.186 (PDF p.208); recursive definition and C, printed p.189 (PDF p.211). Original editable sequence and modern C adaptation.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53–56 minutes (3 minutes). The route totals 64 minutes plus 16 minutes reserved for questions and repetition.</a:t>
            </a:r>
          </a:p>
          <a:p xmlns:a="http://schemas.openxmlformats.org/drawingml/2006/main">
            <a:r>
              <a:t/>
            </a:r>
          </a:p>
          <a:p xmlns:a="http://schemas.openxmlformats.org/drawingml/2006/main">
            <a:r>
              <a:t>This tree contains all nine Fibonacci invocations made while computing fibonacci(4), including calls that finish before later calls begin. It is not a snapshot of the call stack. Read left to right in the code’s explicit order: 4, 3, 2, 1, 0, 1, 2, 1, 0. Each non-base node waits for its first smaller answer, then its second smaller answer, then returns their sum. The two highlighted fibonacci(2) nodes recompute the same answer independently. Only one call executes at a time. The deepest path contains four Fibonacci frames; main would make five conceptual frames total. Ask whether both branches run at the same time (no), and whether the second fibonacci(2) remembers the first answer (no). This simple version repeats work; an iterative or memoized version can avoid that repeated calculation, but those implementations are outside this introduction.</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Fibonacci definition, printed p.189 (PDF p.211). Original complete editable call tree, independently checked against the modern C companion.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56–58 minutes (2 minutes). The route totals 64 minutes plus 16 minutes reserved for questions and repetition.</a:t>
            </a:r>
          </a:p>
          <a:p xmlns:a="http://schemas.openxmlformats.org/drawingml/2006/main">
            <a:r>
              <a:t/>
            </a:r>
          </a:p>
          <a:p xmlns:a="http://schemas.openxmlformats.org/drawingml/2006/main">
            <a:r>
              <a:t>Book Exercise 8.5, printed pp.202–203 and Figure 8.5. The three pegs and disks are an editable teaching diagram. Start with three disks on A, smallest at the top, and move the tower to C using B. State all three rules before trying a move: move one disk at a time, move only the top disk from a peg, and never place a larger disk on a smaller disk. Disk 1 is the smallest, disk 3 the largest. Let students suggest a first move, then ask what must happen before disk 3 can move. The two smaller disks must first be placed on B, leaving C empty.</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Exercise 8.5 and Figure 8.5, printed pp.202–203 (PDF pp.224–225). Original editable three-disk diagrams.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58–61 minutes (3 minutes). The route totals 64 minutes plus 16 minutes reserved for questions and repetition.</a:t>
            </a:r>
          </a:p>
          <a:p xmlns:a="http://schemas.openxmlformats.org/drawingml/2006/main">
            <a:r>
              <a:t/>
            </a:r>
          </a:p>
          <a:p xmlns:a="http://schemas.openxmlformats.org/drawingml/2006/main">
            <a:r>
              <a:t>Read each picture as the state after the named step. Begin with the initial tower shown on the preceding slide. Step 1 solves a smaller two-disk problem: move disks 1 and 2 from A to B using C, taking 3 legal one-disk moves. State: A:[3], B:[2,1], C:[]. Step 2 moves the now-exposed disk 3 directly A to C. State: A:[], B:[2,1], C:[3]. Step 3 solves another two-disk problem: move disks 1 and 2 from B to C using A, taking 3 more one-disk moves. Final state: C:[3,2,1]. The groups never move as a single physical action. Total: 3 + 1 + 3 = 7 moves. The exact sequence is: disk 1 A to C; disk 2 A to B; disk 1 C to B; disk 3 A to C; disk 1 B to A; disk 2 B to C; disk 1 A to C. In the companion, hanoi(n,source,spare,target) uses n==0 as the no-move base case; this is a modern adaptation of the book exercise. The first call is hanoi(n-1,source,target,spare); the middle statement prints the single disk-n move; the second call is hanoi(n-1,spare,source,target). Only one of these steps executes at a time.</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Exercise 8.5 and Figure 8.5, printed pp.202–203 (PDF pp.224–225). Original editable states and modern C adaptation; the seven moves were independently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61–63 minutes (2 minutes). The route totals 64 minutes plus 16 minutes reserved for questions and repetition.</a:t>
            </a:r>
          </a:p>
          <a:p xmlns:a="http://schemas.openxmlformats.org/drawingml/2006/main">
            <a:r>
              <a:t/>
            </a:r>
          </a:p>
          <a:p xmlns:a="http://schemas.openxmlformats.org/drawingml/2006/main">
            <a:r>
              <a:t>Exit check. Ask a student to explain the three prompts in plain language using factorial(3), then ask another student to improve the explanation. Expected: factorial(0) returns 1; n−1 moves a nonnegative input toward0; factorial(3) retains n=3 and waits to multiply the returned answer by3. End by connecting these answers to the student line: a directly answerable last student, a shorter portion of the line, and adding yourself as an answer returns. Do not introduce new content here.</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 Example 8.2, printed pp.187–188; Figure 8.1, printed p.192 (PDF pp.209–210,214). Modernized original C adaptation.</a:t>
            </a:r>
          </a:p>
          <a:p xmlns:a="http://schemas.openxmlformats.org/drawingml/2006/main">
            <a:r>
              <a:t>Ceri, Mandrioli &amp; Sbattella, The Art and Craft of Computing, Chapter 8 (supplied PDF). §8.3–§8.3.1, printed pp.190–196 (PDF pp.212–218). Original editable conceptual diagrams, not a physical-memory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teaching 63–64 minutes (1 minutes). The route totals 64 minutes plus 16 minutes reserved for questions and repetition.</a:t>
            </a:r>
          </a:p>
          <a:p xmlns:a="http://schemas.openxmlformats.org/drawingml/2006/main">
            <a:r>
              <a:t/>
            </a:r>
          </a:p>
          <a:p xmlns:a="http://schemas.openxmlformats.org/drawingml/2006/main">
            <a:r>
              <a:t>Teaching sources are the supplied course book and official CS50 materials. The supplied PDF says first printed 1997 and copyright 1998, while the syllabus lists 1999; do not silently resolve the edition discrepancy. The lesson adapts factorial, stack ideas, Fibonacci, and Tower of Hanoi from Chapter 8. Other chapter examples and cautions are in the teacher guide, not an appendix. All diagrams and C adaptations in this deck are original editable teaching constructions. No web hyperlinks are placed on audience slides; exact URLs are in these notes and the teacher guide.</a:t>
            </a:r>
          </a:p>
          <a:p xmlns:a="http://schemas.openxmlformats.org/drawingml/2006/main">
            <a:r>
              <a:t/>
            </a:r>
          </a:p>
          <a:p xmlns:a="http://schemas.openxmlformats.org/drawingml/2006/main">
            <a:r>
              <a:t>SOURCES</a:t>
            </a:r>
          </a:p>
          <a:p xmlns:a="http://schemas.openxmlformats.org/drawingml/2006/main">
            <a:r>
              <a:t>Ceri, Mandrioli &amp; Sbattella, The Art and Craft of Computing, Chapter 8 (supplied PDF).</a:t>
            </a:r>
          </a:p>
          <a:p xmlns:a="http://schemas.openxmlformats.org/drawingml/2006/main">
            <a:r>
              <a:t>CS50x, Recursion short: https://cs50.harvard.edu/x/shorts/recursion/</a:t>
            </a:r>
          </a:p>
          <a:p xmlns:a="http://schemas.openxmlformats.org/drawingml/2006/main">
            <a:r>
              <a:t>CS50x, Call Stacks short: https://cs50.harvard.edu/x/shorts/call_stacks/ . Adapted with C evaluation-order correction: factorial completes before main calls printf.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81d598e5e843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4380406c2243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989c58ec6544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d43e39511b44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850ed166e04a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0eef7cad754a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C35EBD-0DF0-4EE7-86CB-D8B7A4DBF4A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DE69E9-C6E3-40C2-9BD1-3C0024EAA60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614AFF-F864-42C8-9EE4-817FAD93DE2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6E18F6-0C7A-4ADC-BBF4-00B306DCFC7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F04A549-CAD8-40B6-B6D5-8B5B4817BDB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743E71-6FC8-41D2-9B20-43222088AB6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79CE28-5C69-44FE-BC3C-B6A9B85F2C6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C2F9B9-2A42-4408-82A5-B2BA127DD21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ED0D63-BF0F-404F-A8ED-6059D3BB36A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ED41EC-5EA7-4096-A2F5-00E3CA25542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cf961f541e47fd" /><Relationship Type="http://schemas.openxmlformats.org/officeDocument/2006/relationships/slideLayout" Target="/ppt/slideLayouts/slideLayout1.xml" Id="R1238269d4b7a4a19" /><Relationship Type="http://schemas.openxmlformats.org/officeDocument/2006/relationships/slideLayout" Target="/ppt/slideLayouts/slideLayout2.xml" Id="Rfe4d07c78fcf4177" /><Relationship Type="http://schemas.openxmlformats.org/officeDocument/2006/relationships/slideLayout" Target="/ppt/slideLayouts/slideLayout3.xml" Id="R3aa40eaa86bf481e" /><Relationship Type="http://schemas.openxmlformats.org/officeDocument/2006/relationships/slideLayout" Target="/ppt/slideLayouts/slideLayout4.xml" Id="Rb52b3e3a372d4330" /><Relationship Type="http://schemas.openxmlformats.org/officeDocument/2006/relationships/slideLayout" Target="/ppt/slideLayouts/slideLayout5.xml" Id="Rfdc3193c48a74a2f" /><Relationship Type="http://schemas.openxmlformats.org/officeDocument/2006/relationships/slideLayout" Target="/ppt/slideLayouts/slideLayout6.xml" Id="Rf118b116140d4c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38269d4b7a4a19"/>
    <p:sldLayoutId xmlns:r="http://schemas.openxmlformats.org/officeDocument/2006/relationships" id="2147483650" r:id="Rfe4d07c78fcf4177"/>
    <p:sldLayoutId xmlns:r="http://schemas.openxmlformats.org/officeDocument/2006/relationships" id="2147483651" r:id="R3aa40eaa86bf481e"/>
    <p:sldLayoutId xmlns:r="http://schemas.openxmlformats.org/officeDocument/2006/relationships" id="2147483652" r:id="Rb52b3e3a372d4330"/>
    <p:sldLayoutId xmlns:r="http://schemas.openxmlformats.org/officeDocument/2006/relationships" id="2147483653" r:id="Rfdc3193c48a74a2f"/>
    <p:sldLayoutId xmlns:r="http://schemas.openxmlformats.org/officeDocument/2006/relationships" id="2147483654" r:id="Rf118b116140d4c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f26104c79c46cb" /><Relationship Type="http://schemas.openxmlformats.org/officeDocument/2006/relationships/image" Target="/ppt/media/image.png" Id="R8364016aaf2b43e1" /><Relationship Type="http://schemas.openxmlformats.org/officeDocument/2006/relationships/notesSlide" Target="/ppt/notesSlides/notesSlide1.xml" Id="R1e13522a1ea440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1a34f724324ab0" /><Relationship Type="http://schemas.openxmlformats.org/officeDocument/2006/relationships/image" Target="/ppt/media/image2.png" Id="R25e0fb1ef4af45d7" /><Relationship Type="http://schemas.openxmlformats.org/officeDocument/2006/relationships/notesSlide" Target="/ppt/notesSlides/notesSlide2.xml" Id="R7720e1428e244e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d7c7eadaf84834" /><Relationship Type="http://schemas.openxmlformats.org/officeDocument/2006/relationships/image" Target="/ppt/media/image3.png" Id="R56e9ed93d8584dc7" /><Relationship Type="http://schemas.openxmlformats.org/officeDocument/2006/relationships/notesSlide" Target="/ppt/notesSlides/notesSlide3.xml" Id="R88c8bcba1f574c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f34e66ef314527" /><Relationship Type="http://schemas.openxmlformats.org/officeDocument/2006/relationships/image" Target="/ppt/media/image4.png" Id="Rdf238ba69efa4c06" /><Relationship Type="http://schemas.openxmlformats.org/officeDocument/2006/relationships/notesSlide" Target="/ppt/notesSlides/notesSlide4.xml" Id="R2c04c8b6f7f64f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d2656ebc1a44f4" /><Relationship Type="http://schemas.openxmlformats.org/officeDocument/2006/relationships/image" Target="/ppt/media/image5.png" Id="R533c78deb10b4386" /><Relationship Type="http://schemas.openxmlformats.org/officeDocument/2006/relationships/notesSlide" Target="/ppt/notesSlides/notesSlide5.xml" Id="Ra71fa2bd85f040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03c3ecc1b4411c" /><Relationship Type="http://schemas.openxmlformats.org/officeDocument/2006/relationships/image" Target="/ppt/media/image6.png" Id="R5c4fd17c446d4ac2" /><Relationship Type="http://schemas.openxmlformats.org/officeDocument/2006/relationships/notesSlide" Target="/ppt/notesSlides/notesSlide6.xml" Id="Rc8ffd219afb842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c8be95e8f245a7" /><Relationship Type="http://schemas.openxmlformats.org/officeDocument/2006/relationships/image" Target="/ppt/media/image7.png" Id="R55728ce860404bc6" /><Relationship Type="http://schemas.openxmlformats.org/officeDocument/2006/relationships/notesSlide" Target="/ppt/notesSlides/notesSlide7.xml" Id="Re6f9a7c5b34f4d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0901c95f4d48f2" /><Relationship Type="http://schemas.openxmlformats.org/officeDocument/2006/relationships/image" Target="/ppt/media/image8.png" Id="R347fd003705f429a" /><Relationship Type="http://schemas.openxmlformats.org/officeDocument/2006/relationships/notesSlide" Target="/ppt/notesSlides/notesSlide8.xml" Id="R8f94626f660e42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edbaa97cb143a5" /><Relationship Type="http://schemas.openxmlformats.org/officeDocument/2006/relationships/image" Target="/ppt/media/image9.png" Id="Rccddf33fd47c4f8c" /><Relationship Type="http://schemas.openxmlformats.org/officeDocument/2006/relationships/notesSlide" Target="/ppt/notesSlides/notesSlide9.xml" Id="R967a9149eace46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b8e6037a874f30" /><Relationship Type="http://schemas.openxmlformats.org/officeDocument/2006/relationships/image" Target="/ppt/media/image10.png" Id="R7c7c6132e7984793" /><Relationship Type="http://schemas.openxmlformats.org/officeDocument/2006/relationships/notesSlide" Target="/ppt/notesSlides/notesSlide10.xml" Id="R69b55de38fe44b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903f0df7a194136" /><Relationship Type="http://schemas.openxmlformats.org/officeDocument/2006/relationships/image" Target="/ppt/media/image11.png" Id="R75fd802f34bb4580" /><Relationship Type="http://schemas.openxmlformats.org/officeDocument/2006/relationships/notesSlide" Target="/ppt/notesSlides/notesSlide11.xml" Id="Rafca71a1897e43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99bc08aade8465b" /><Relationship Type="http://schemas.openxmlformats.org/officeDocument/2006/relationships/image" Target="/ppt/media/image12.png" Id="Rae4c6ed4c4144d33" /><Relationship Type="http://schemas.openxmlformats.org/officeDocument/2006/relationships/notesSlide" Target="/ppt/notesSlides/notesSlide12.xml" Id="R68ec1eca84724a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6cb1d02d0c44ac6" /><Relationship Type="http://schemas.openxmlformats.org/officeDocument/2006/relationships/image" Target="/ppt/media/image13.png" Id="R1775e4088cce4d7c" /><Relationship Type="http://schemas.openxmlformats.org/officeDocument/2006/relationships/notesSlide" Target="/ppt/notesSlides/notesSlide13.xml" Id="Rec270cb9b2f444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25f88b222304cdc" /><Relationship Type="http://schemas.openxmlformats.org/officeDocument/2006/relationships/image" Target="/ppt/media/image14.png" Id="Rcb668f7b7dc34fa9" /><Relationship Type="http://schemas.openxmlformats.org/officeDocument/2006/relationships/notesSlide" Target="/ppt/notesSlides/notesSlide14.xml" Id="R7115a0f2425b42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139d2208703495c" /><Relationship Type="http://schemas.openxmlformats.org/officeDocument/2006/relationships/image" Target="/ppt/media/image15.png" Id="Rf364fcf631684dd5" /><Relationship Type="http://schemas.openxmlformats.org/officeDocument/2006/relationships/notesSlide" Target="/ppt/notesSlides/notesSlide15.xml" Id="R44bb4da5571e48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61c9f59bf104b15" /><Relationship Type="http://schemas.openxmlformats.org/officeDocument/2006/relationships/image" Target="/ppt/media/image16.png" Id="R2909ecba9720453d" /><Relationship Type="http://schemas.openxmlformats.org/officeDocument/2006/relationships/notesSlide" Target="/ppt/notesSlides/notesSlide16.xml" Id="R3216f0213a3e48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deaf5c54b6441c8" /><Relationship Type="http://schemas.openxmlformats.org/officeDocument/2006/relationships/image" Target="/ppt/media/image17.png" Id="R9df40ec2eac040e9" /><Relationship Type="http://schemas.openxmlformats.org/officeDocument/2006/relationships/notesSlide" Target="/ppt/notesSlides/notesSlide17.xml" Id="Rbe4f5e9f7d674b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4f3471904e84c99" /><Relationship Type="http://schemas.openxmlformats.org/officeDocument/2006/relationships/image" Target="/ppt/media/image18.png" Id="Rabfc774347dc4b45" /><Relationship Type="http://schemas.openxmlformats.org/officeDocument/2006/relationships/notesSlide" Target="/ppt/notesSlides/notesSlide18.xml" Id="R2f228c5ea36a4d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70288864b914b82" /><Relationship Type="http://schemas.openxmlformats.org/officeDocument/2006/relationships/image" Target="/ppt/media/image19.png" Id="Rde1905c3720e4813" /><Relationship Type="http://schemas.openxmlformats.org/officeDocument/2006/relationships/notesSlide" Target="/ppt/notesSlides/notesSlide19.xml" Id="R05f727e2815f45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02ca5343c74888" /><Relationship Type="http://schemas.openxmlformats.org/officeDocument/2006/relationships/image" Target="/ppt/media/image20.png" Id="R023ccd4f0efb4def" /><Relationship Type="http://schemas.openxmlformats.org/officeDocument/2006/relationships/notesSlide" Target="/ppt/notesSlides/notesSlide20.xml" Id="R13caedeb49b54f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e9069c69fc8497b" /><Relationship Type="http://schemas.openxmlformats.org/officeDocument/2006/relationships/image" Target="/ppt/media/image21.png" Id="R721f8979315c4b35" /><Relationship Type="http://schemas.openxmlformats.org/officeDocument/2006/relationships/notesSlide" Target="/ppt/notesSlides/notesSlide21.xml" Id="Rf12e7a89d5324b1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11a1e8c49304d12" /><Relationship Type="http://schemas.openxmlformats.org/officeDocument/2006/relationships/image" Target="/ppt/media/image22.png" Id="R647b3036857b4d72" /><Relationship Type="http://schemas.openxmlformats.org/officeDocument/2006/relationships/notesSlide" Target="/ppt/notesSlides/notesSlide22.xml" Id="R92cf650c739642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c39a39bce8e4af8" /><Relationship Type="http://schemas.openxmlformats.org/officeDocument/2006/relationships/image" Target="/ppt/media/image23.png" Id="Rb1f82895e38c4552" /><Relationship Type="http://schemas.openxmlformats.org/officeDocument/2006/relationships/notesSlide" Target="/ppt/notesSlides/notesSlide23.xml" Id="Rccf3881fe3c249f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fcf248c55cb4154" /><Relationship Type="http://schemas.openxmlformats.org/officeDocument/2006/relationships/image" Target="/ppt/media/image24.png" Id="Rd7c34dad459045ce" /><Relationship Type="http://schemas.openxmlformats.org/officeDocument/2006/relationships/image" Target="/ppt/media/image25.png" Id="R62ef594f46a74a47" /><Relationship Type="http://schemas.openxmlformats.org/officeDocument/2006/relationships/notesSlide" Target="/ppt/notesSlides/notesSlide24.xml" Id="Rd7ecb58a0b6742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7BBB11E-028F-4A3B-8496-5F62B1552F5B}"/>
              </a:ext>
            </a:extLst>
          </p:cNvPr>
          <p:cNvSpPr>
            <a:spLocks xmlns:a="http://schemas.openxmlformats.org/drawingml/2006/main" noGrp="1"/>
          </p:cNvSpPr>
          <p:nvPr/>
        </p:nvSpPr>
        <p:spPr>
          <a:xfrm xmlns:a="http://schemas.openxmlformats.org/drawingml/2006/main">
            <a:off x="914400" y="9658350"/>
            <a:ext cx="16459200" cy="9525"/>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2" name="01">
            <a:extLst xmlns:a="http://schemas.openxmlformats.org/drawingml/2006/main">
              <a:ext uri="{FF2B5EF4-FFF2-40B4-BE49-F238E27FC236}">
                <a16:creationId xmlns:a16="http://schemas.microsoft.com/office/drawing/2014/main" id="{FF0DEF7B-596E-47A7-8817-B1819AA40207}"/>
              </a:ext>
            </a:extLst>
          </p:cNvPr>
          <p:cNvSpPr>
            <a:spLocks xmlns:a="http://schemas.openxmlformats.org/drawingml/2006/main" noGrp="1"/>
          </p:cNvSpPr>
          <p:nvPr/>
        </p:nvSpPr>
        <p:spPr>
          <a:xfrm xmlns:a="http://schemas.openxmlformats.org/drawingml/2006/main">
            <a:off x="16611600" y="9781282"/>
            <a:ext cx="762000" cy="29706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xmlns:a="http://schemas.openxmlformats.org/drawingml/2006/main">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72509920-6BF1-439F-8EC1-BC749166F8DE}"/>
              </a:ext>
            </a:extLst>
          </p:cNvPr>
          <p:cNvPicPr>
            <a:picLocks xmlns:a="http://schemas.openxmlformats.org/drawingml/2006/main" noChangeAspect="1"/>
          </p:cNvPicPr>
          <p:nvPr/>
        </p:nvPicPr>
        <p:blipFill>
          <a:blip xmlns:r="http://schemas.openxmlformats.org/officeDocument/2006/relationships" xmlns:a="http://schemas.openxmlformats.org/drawingml/2006/main" r:embed="R8364016aaf2b43e1"/>
          <a:stretch xmlns:a="http://schemas.openxmlformats.org/drawingml/2006/main"/>
        </p:blipFill>
        <p:spPr>
          <a:xfrm xmlns:a="http://schemas.openxmlformats.org/drawingml/2006/main">
            <a:off x="16592589" y="611386"/>
            <a:ext cx="780972" cy="510778"/>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23508F5E-F569-4126-A0CF-FB5425F7664D}"/>
              </a:ext>
            </a:extLst>
          </p:cNvPr>
          <p:cNvSpPr>
            <a:spLocks xmlns:a="http://schemas.openxmlformats.org/drawingml/2006/main" noGrp="1"/>
          </p:cNvSpPr>
          <p:nvPr/>
        </p:nvSpPr>
        <p:spPr>
          <a:xfrm xmlns:a="http://schemas.openxmlformats.org/drawingml/2006/main">
            <a:off x="914400" y="738188"/>
            <a:ext cx="278889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WEEK 7 · CHAPTER 8</a:t>
            </a:r>
          </a:p>
        </p:txBody>
      </p:sp>
      <p:sp>
        <p:nvSpPr>
          <p:cNvPr id="5" name="H2">
            <a:extLst xmlns:a="http://schemas.openxmlformats.org/drawingml/2006/main">
              <a:ext uri="{FF2B5EF4-FFF2-40B4-BE49-F238E27FC236}">
                <a16:creationId xmlns:a16="http://schemas.microsoft.com/office/drawing/2014/main" id="{0DD24ECE-F16C-4C6F-885A-FE0451461B3B}"/>
              </a:ext>
            </a:extLst>
          </p:cNvPr>
          <p:cNvSpPr>
            <a:spLocks xmlns:a="http://schemas.openxmlformats.org/drawingml/2006/main" noGrp="1"/>
          </p:cNvSpPr>
          <p:nvPr/>
        </p:nvSpPr>
        <p:spPr>
          <a:xfrm xmlns:a="http://schemas.openxmlformats.org/drawingml/2006/main">
            <a:off x="914400" y="2544961"/>
            <a:ext cx="16192500" cy="11886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100" b="1">
                <a:solidFill>
                  <a:srgbClr val="202426"/>
                </a:solidFill>
                <a:latin typeface="Arial"/>
                <a:ea typeface="Arial"/>
                <a:cs typeface="Arial"/>
              </a:defRPr>
            </a:defPPr>
            <a:lvl1pPr algn="l">
              <a:defRPr sz="8100" b="1">
                <a:solidFill>
                  <a:srgbClr val="202426"/>
                </a:solidFill>
                <a:latin typeface="Arial"/>
                <a:ea typeface="Arial"/>
                <a:cs typeface="Arial"/>
              </a:defRPr>
            </a:lvl1pPr>
            <a:lvl2pPr algn="l">
              <a:defRPr sz="8100" b="1">
                <a:solidFill>
                  <a:srgbClr val="202426"/>
                </a:solidFill>
                <a:latin typeface="Arial"/>
                <a:ea typeface="Arial"/>
                <a:cs typeface="Arial"/>
              </a:defRPr>
            </a:lvl2pPr>
            <a:lvl3pPr algn="l">
              <a:defRPr sz="8100" b="1">
                <a:solidFill>
                  <a:srgbClr val="202426"/>
                </a:solidFill>
                <a:latin typeface="Arial"/>
                <a:ea typeface="Arial"/>
                <a:cs typeface="Arial"/>
              </a:defRPr>
            </a:lvl3pPr>
            <a:lvl4pPr algn="l">
              <a:defRPr sz="8100" b="1">
                <a:solidFill>
                  <a:srgbClr val="202426"/>
                </a:solidFill>
                <a:latin typeface="Arial"/>
                <a:ea typeface="Arial"/>
                <a:cs typeface="Arial"/>
              </a:defRPr>
            </a:lvl4pPr>
            <a:lvl5pPr algn="l">
              <a:defRPr sz="8100" b="1">
                <a:solidFill>
                  <a:srgbClr val="202426"/>
                </a:solidFill>
                <a:latin typeface="Arial"/>
                <a:ea typeface="Arial"/>
                <a:cs typeface="Arial"/>
              </a:defRPr>
            </a:lvl5pPr>
            <a:lvl6pPr algn="l">
              <a:defRPr sz="8100" b="1">
                <a:solidFill>
                  <a:srgbClr val="202426"/>
                </a:solidFill>
                <a:latin typeface="Arial"/>
                <a:ea typeface="Arial"/>
                <a:cs typeface="Arial"/>
              </a:defRPr>
            </a:lvl6pPr>
            <a:lvl7pPr algn="l">
              <a:defRPr sz="8100" b="1">
                <a:solidFill>
                  <a:srgbClr val="202426"/>
                </a:solidFill>
                <a:latin typeface="Arial"/>
                <a:ea typeface="Arial"/>
                <a:cs typeface="Arial"/>
              </a:defRPr>
            </a:lvl7pPr>
            <a:lvl8pPr algn="l">
              <a:defRPr sz="8100" b="1">
                <a:solidFill>
                  <a:srgbClr val="202426"/>
                </a:solidFill>
                <a:latin typeface="Arial"/>
                <a:ea typeface="Arial"/>
                <a:cs typeface="Arial"/>
              </a:defRPr>
            </a:lvl8pPr>
            <a:lvl9pPr algn="l">
              <a:defRPr sz="8100" b="1">
                <a:solidFill>
                  <a:srgbClr val="202426"/>
                </a:solidFill>
                <a:latin typeface="Arial"/>
                <a:ea typeface="Arial"/>
                <a:cs typeface="Arial"/>
              </a:defRPr>
            </a:lvl9pPr>
          </a:lstStyle>
          <a:p xmlns:a="http://schemas.openxmlformats.org/drawingml/2006/main">
            <a:pPr algn="l">
              <a:lnSpc>
                <a:spcPct val="91667"/>
              </a:lnSpc>
              <a:buNone/>
              <a:defRPr sz="8100" b="1">
                <a:solidFill>
                  <a:srgbClr val="202426"/>
                </a:solidFill>
                <a:latin typeface="Arial"/>
                <a:ea typeface="Arial"/>
                <a:cs typeface="Arial"/>
              </a:defRPr>
            </a:pPr>
            <a:r>
              <a:rPr sz="8100" b="1">
                <a:solidFill>
                  <a:srgbClr val="202426"/>
                </a:solidFill>
                <a:latin typeface="Arial"/>
                <a:ea typeface="Arial"/>
                <a:cs typeface="Arial"/>
              </a:rPr>
              <a:t>Recursion</a:t>
            </a:r>
          </a:p>
        </p:txBody>
      </p:sp>
      <p:sp>
        <p:nvSpPr>
          <p:cNvPr id="6" name="course-name">
            <a:extLst xmlns:a="http://schemas.openxmlformats.org/drawingml/2006/main">
              <a:ext uri="{FF2B5EF4-FFF2-40B4-BE49-F238E27FC236}">
                <a16:creationId xmlns:a16="http://schemas.microsoft.com/office/drawing/2014/main" id="{8DBA0010-9CB1-4CCA-ADE8-C6FDDC6E9E30}"/>
              </a:ext>
            </a:extLst>
          </p:cNvPr>
          <p:cNvSpPr>
            <a:spLocks xmlns:a="http://schemas.openxmlformats.org/drawingml/2006/main" noGrp="1"/>
          </p:cNvSpPr>
          <p:nvPr/>
        </p:nvSpPr>
        <p:spPr>
          <a:xfrm xmlns:a="http://schemas.openxmlformats.org/drawingml/2006/main">
            <a:off x="914400" y="4076551"/>
            <a:ext cx="16459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596167"/>
                </a:solidFill>
                <a:latin typeface="Arial"/>
                <a:ea typeface="Arial"/>
                <a:cs typeface="Arial"/>
              </a:defRPr>
            </a:defPPr>
            <a:lvl1pPr algn="l">
              <a:defRPr sz="3000" b="0">
                <a:solidFill>
                  <a:srgbClr val="596167"/>
                </a:solidFill>
                <a:latin typeface="Arial"/>
                <a:ea typeface="Arial"/>
                <a:cs typeface="Arial"/>
              </a:defRPr>
            </a:lvl1pPr>
            <a:lvl2pPr algn="l">
              <a:defRPr sz="3000" b="0">
                <a:solidFill>
                  <a:srgbClr val="596167"/>
                </a:solidFill>
                <a:latin typeface="Arial"/>
                <a:ea typeface="Arial"/>
                <a:cs typeface="Arial"/>
              </a:defRPr>
            </a:lvl2pPr>
            <a:lvl3pPr algn="l">
              <a:defRPr sz="3000" b="0">
                <a:solidFill>
                  <a:srgbClr val="596167"/>
                </a:solidFill>
                <a:latin typeface="Arial"/>
                <a:ea typeface="Arial"/>
                <a:cs typeface="Arial"/>
              </a:defRPr>
            </a:lvl3pPr>
            <a:lvl4pPr algn="l">
              <a:defRPr sz="3000" b="0">
                <a:solidFill>
                  <a:srgbClr val="596167"/>
                </a:solidFill>
                <a:latin typeface="Arial"/>
                <a:ea typeface="Arial"/>
                <a:cs typeface="Arial"/>
              </a:defRPr>
            </a:lvl4pPr>
            <a:lvl5pPr algn="l">
              <a:defRPr sz="3000" b="0">
                <a:solidFill>
                  <a:srgbClr val="596167"/>
                </a:solidFill>
                <a:latin typeface="Arial"/>
                <a:ea typeface="Arial"/>
                <a:cs typeface="Arial"/>
              </a:defRPr>
            </a:lvl5pPr>
            <a:lvl6pPr algn="l">
              <a:defRPr sz="3000" b="0">
                <a:solidFill>
                  <a:srgbClr val="596167"/>
                </a:solidFill>
                <a:latin typeface="Arial"/>
                <a:ea typeface="Arial"/>
                <a:cs typeface="Arial"/>
              </a:defRPr>
            </a:lvl6pPr>
            <a:lvl7pPr algn="l">
              <a:defRPr sz="3000" b="0">
                <a:solidFill>
                  <a:srgbClr val="596167"/>
                </a:solidFill>
                <a:latin typeface="Arial"/>
                <a:ea typeface="Arial"/>
                <a:cs typeface="Arial"/>
              </a:defRPr>
            </a:lvl7pPr>
            <a:lvl8pPr algn="l">
              <a:defRPr sz="3000" b="0">
                <a:solidFill>
                  <a:srgbClr val="596167"/>
                </a:solidFill>
                <a:latin typeface="Arial"/>
                <a:ea typeface="Arial"/>
                <a:cs typeface="Arial"/>
              </a:defRPr>
            </a:lvl8pPr>
            <a:lvl9pPr algn="l">
              <a:defRPr sz="3000" b="0">
                <a:solidFill>
                  <a:srgbClr val="596167"/>
                </a:solidFill>
                <a:latin typeface="Arial"/>
                <a:ea typeface="Arial"/>
                <a:cs typeface="Arial"/>
              </a:defRPr>
            </a:lvl9pPr>
          </a:lstStyle>
          <a:p xmlns:a="http://schemas.openxmlformats.org/drawingml/2006/main">
            <a:pPr algn="l">
              <a:lnSpc>
                <a:spcPct val="112500"/>
              </a:lnSpc>
              <a:buNone/>
              <a:defRPr sz="3000" b="0">
                <a:solidFill>
                  <a:srgbClr val="596167"/>
                </a:solidFill>
                <a:latin typeface="Arial"/>
                <a:ea typeface="Arial"/>
                <a:cs typeface="Arial"/>
              </a:defRPr>
            </a:pPr>
            <a:r>
              <a:rPr sz="3000" b="0">
                <a:solidFill>
                  <a:srgbClr val="596167"/>
                </a:solidFill>
                <a:latin typeface="Arial"/>
                <a:ea typeface="Arial"/>
                <a:cs typeface="Arial"/>
              </a:rPr>
              <a:t>Fundamentals of Computer Science</a:t>
            </a:r>
          </a:p>
        </p:txBody>
      </p:sp>
      <p:sp>
        <p:nvSpPr>
          <p:cNvPr id="7" name="cover-subtitle">
            <a:extLst xmlns:a="http://schemas.openxmlformats.org/drawingml/2006/main">
              <a:ext uri="{FF2B5EF4-FFF2-40B4-BE49-F238E27FC236}">
                <a16:creationId xmlns:a16="http://schemas.microsoft.com/office/drawing/2014/main" id="{0559FD54-EAC8-4844-A756-F77BDE09F558}"/>
              </a:ext>
            </a:extLst>
          </p:cNvPr>
          <p:cNvSpPr>
            <a:spLocks xmlns:a="http://schemas.openxmlformats.org/drawingml/2006/main" noGrp="1"/>
          </p:cNvSpPr>
          <p:nvPr/>
        </p:nvSpPr>
        <p:spPr>
          <a:xfrm xmlns:a="http://schemas.openxmlformats.org/drawingml/2006/main">
            <a:off x="914400" y="4971901"/>
            <a:ext cx="15240000" cy="81572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425" b="0">
                <a:solidFill>
                  <a:srgbClr val="202426"/>
                </a:solidFill>
                <a:latin typeface="Arial"/>
                <a:ea typeface="Arial"/>
                <a:cs typeface="Arial"/>
              </a:defRPr>
            </a:defPPr>
            <a:lvl1pPr algn="l">
              <a:defRPr sz="4425" b="0">
                <a:solidFill>
                  <a:srgbClr val="202426"/>
                </a:solidFill>
                <a:latin typeface="Arial"/>
                <a:ea typeface="Arial"/>
                <a:cs typeface="Arial"/>
              </a:defRPr>
            </a:lvl1pPr>
            <a:lvl2pPr algn="l">
              <a:defRPr sz="4425" b="0">
                <a:solidFill>
                  <a:srgbClr val="202426"/>
                </a:solidFill>
                <a:latin typeface="Arial"/>
                <a:ea typeface="Arial"/>
                <a:cs typeface="Arial"/>
              </a:defRPr>
            </a:lvl2pPr>
            <a:lvl3pPr algn="l">
              <a:defRPr sz="4425" b="0">
                <a:solidFill>
                  <a:srgbClr val="202426"/>
                </a:solidFill>
                <a:latin typeface="Arial"/>
                <a:ea typeface="Arial"/>
                <a:cs typeface="Arial"/>
              </a:defRPr>
            </a:lvl3pPr>
            <a:lvl4pPr algn="l">
              <a:defRPr sz="4425" b="0">
                <a:solidFill>
                  <a:srgbClr val="202426"/>
                </a:solidFill>
                <a:latin typeface="Arial"/>
                <a:ea typeface="Arial"/>
                <a:cs typeface="Arial"/>
              </a:defRPr>
            </a:lvl4pPr>
            <a:lvl5pPr algn="l">
              <a:defRPr sz="4425" b="0">
                <a:solidFill>
                  <a:srgbClr val="202426"/>
                </a:solidFill>
                <a:latin typeface="Arial"/>
                <a:ea typeface="Arial"/>
                <a:cs typeface="Arial"/>
              </a:defRPr>
            </a:lvl5pPr>
            <a:lvl6pPr algn="l">
              <a:defRPr sz="4425" b="0">
                <a:solidFill>
                  <a:srgbClr val="202426"/>
                </a:solidFill>
                <a:latin typeface="Arial"/>
                <a:ea typeface="Arial"/>
                <a:cs typeface="Arial"/>
              </a:defRPr>
            </a:lvl6pPr>
            <a:lvl7pPr algn="l">
              <a:defRPr sz="4425" b="0">
                <a:solidFill>
                  <a:srgbClr val="202426"/>
                </a:solidFill>
                <a:latin typeface="Arial"/>
                <a:ea typeface="Arial"/>
                <a:cs typeface="Arial"/>
              </a:defRPr>
            </a:lvl7pPr>
            <a:lvl8pPr algn="l">
              <a:defRPr sz="4425" b="0">
                <a:solidFill>
                  <a:srgbClr val="202426"/>
                </a:solidFill>
                <a:latin typeface="Arial"/>
                <a:ea typeface="Arial"/>
                <a:cs typeface="Arial"/>
              </a:defRPr>
            </a:lvl8pPr>
            <a:lvl9pPr algn="l">
              <a:defRPr sz="4425" b="0">
                <a:solidFill>
                  <a:srgbClr val="202426"/>
                </a:solidFill>
                <a:latin typeface="Arial"/>
                <a:ea typeface="Arial"/>
                <a:cs typeface="Arial"/>
              </a:defRPr>
            </a:lvl9pPr>
          </a:lstStyle>
          <a:p xmlns:a="http://schemas.openxmlformats.org/drawingml/2006/main">
            <a:pPr algn="l">
              <a:lnSpc>
                <a:spcPct val="112500"/>
              </a:lnSpc>
              <a:buNone/>
              <a:defRPr sz="4425" b="0">
                <a:solidFill>
                  <a:srgbClr val="202426"/>
                </a:solidFill>
                <a:latin typeface="Arial"/>
                <a:ea typeface="Arial"/>
                <a:cs typeface="Arial"/>
              </a:defRPr>
            </a:pPr>
            <a:r>
              <a:rPr sz="4425" b="0">
                <a:solidFill>
                  <a:srgbClr val="202426"/>
                </a:solidFill>
                <a:latin typeface="Arial"/>
                <a:ea typeface="Arial"/>
                <a:cs typeface="Arial"/>
              </a:rPr>
              <a:t>A function calls itself on a smaller task</a:t>
            </a:r>
          </a:p>
        </p:txBody>
      </p:sp>
      <p:sp>
        <p:nvSpPr>
          <p:cNvPr id="8" name="">
            <a:extLst xmlns:a="http://schemas.openxmlformats.org/drawingml/2006/main">
              <a:ext uri="{FF2B5EF4-FFF2-40B4-BE49-F238E27FC236}">
                <a16:creationId xmlns:a16="http://schemas.microsoft.com/office/drawing/2014/main" id="{28A82F26-E8A8-420D-8F64-C7640BE3113C}"/>
              </a:ext>
            </a:extLst>
          </p:cNvPr>
          <p:cNvSpPr>
            <a:spLocks xmlns:a="http://schemas.openxmlformats.org/drawingml/2006/main" noGrp="1"/>
          </p:cNvSpPr>
          <p:nvPr/>
        </p:nvSpPr>
        <p:spPr>
          <a:xfrm xmlns:a="http://schemas.openxmlformats.org/drawingml/2006/main">
            <a:off x="914400" y="6444853"/>
            <a:ext cx="3106638" cy="1000125"/>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3A4F034-356C-4E35-9C86-0A9E2D984269}"/>
              </a:ext>
            </a:extLst>
          </p:cNvPr>
          <p:cNvSpPr>
            <a:spLocks xmlns:a="http://schemas.openxmlformats.org/drawingml/2006/main" noGrp="1"/>
          </p:cNvSpPr>
          <p:nvPr/>
        </p:nvSpPr>
        <p:spPr>
          <a:xfrm xmlns:a="http://schemas.openxmlformats.org/drawingml/2006/main">
            <a:off x="914400" y="6444853"/>
            <a:ext cx="3106638" cy="571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0" name="Smaller task">
            <a:extLst xmlns:a="http://schemas.openxmlformats.org/drawingml/2006/main">
              <a:ext uri="{FF2B5EF4-FFF2-40B4-BE49-F238E27FC236}">
                <a16:creationId xmlns:a16="http://schemas.microsoft.com/office/drawing/2014/main" id="{3ED22AEC-D1B5-4413-AF67-2EF3D5EA5B5A}"/>
              </a:ext>
            </a:extLst>
          </p:cNvPr>
          <p:cNvSpPr>
            <a:spLocks xmlns:a="http://schemas.openxmlformats.org/drawingml/2006/main" noGrp="1"/>
          </p:cNvSpPr>
          <p:nvPr/>
        </p:nvSpPr>
        <p:spPr>
          <a:xfrm xmlns:a="http://schemas.openxmlformats.org/drawingml/2006/main">
            <a:off x="1200150" y="6711553"/>
            <a:ext cx="2687538"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Smaller task</a:t>
            </a:r>
          </a:p>
        </p:txBody>
      </p:sp>
      <p:sp>
        <p:nvSpPr>
          <p:cNvPr id="11" name="">
            <a:extLst xmlns:a="http://schemas.openxmlformats.org/drawingml/2006/main">
              <a:ext uri="{FF2B5EF4-FFF2-40B4-BE49-F238E27FC236}">
                <a16:creationId xmlns:a16="http://schemas.microsoft.com/office/drawing/2014/main" id="{226D28FA-B995-4A44-BB5C-CB5642E2F5B1}"/>
              </a:ext>
            </a:extLst>
          </p:cNvPr>
          <p:cNvSpPr>
            <a:spLocks xmlns:a="http://schemas.openxmlformats.org/drawingml/2006/main" noGrp="1"/>
          </p:cNvSpPr>
          <p:nvPr/>
        </p:nvSpPr>
        <p:spPr>
          <a:xfrm xmlns:a="http://schemas.openxmlformats.org/drawingml/2006/main">
            <a:off x="4973538" y="6444853"/>
            <a:ext cx="2382589" cy="1000125"/>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7A076C-E14F-4F22-89E9-EEB9E070ABC2}"/>
              </a:ext>
            </a:extLst>
          </p:cNvPr>
          <p:cNvSpPr>
            <a:spLocks xmlns:a="http://schemas.openxmlformats.org/drawingml/2006/main" noGrp="1"/>
          </p:cNvSpPr>
          <p:nvPr/>
        </p:nvSpPr>
        <p:spPr>
          <a:xfrm xmlns:a="http://schemas.openxmlformats.org/drawingml/2006/main">
            <a:off x="4973538" y="6444853"/>
            <a:ext cx="2382589" cy="571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3" name="Call stack">
            <a:extLst xmlns:a="http://schemas.openxmlformats.org/drawingml/2006/main">
              <a:ext uri="{FF2B5EF4-FFF2-40B4-BE49-F238E27FC236}">
                <a16:creationId xmlns:a16="http://schemas.microsoft.com/office/drawing/2014/main" id="{AADCAE5C-C5C2-4641-A256-5526481C46A8}"/>
              </a:ext>
            </a:extLst>
          </p:cNvPr>
          <p:cNvSpPr>
            <a:spLocks xmlns:a="http://schemas.openxmlformats.org/drawingml/2006/main" noGrp="1"/>
          </p:cNvSpPr>
          <p:nvPr/>
        </p:nvSpPr>
        <p:spPr>
          <a:xfrm xmlns:a="http://schemas.openxmlformats.org/drawingml/2006/main">
            <a:off x="5259288" y="6711553"/>
            <a:ext cx="1963489"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Call stack</a:t>
            </a:r>
          </a:p>
        </p:txBody>
      </p:sp>
      <p:sp>
        <p:nvSpPr>
          <p:cNvPr id="14" name="">
            <a:extLst xmlns:a="http://schemas.openxmlformats.org/drawingml/2006/main">
              <a:ext uri="{FF2B5EF4-FFF2-40B4-BE49-F238E27FC236}">
                <a16:creationId xmlns:a16="http://schemas.microsoft.com/office/drawing/2014/main" id="{E5E2967E-63D9-49D3-9FAF-EC88AED09052}"/>
              </a:ext>
            </a:extLst>
          </p:cNvPr>
          <p:cNvSpPr>
            <a:spLocks xmlns:a="http://schemas.openxmlformats.org/drawingml/2006/main" noGrp="1"/>
          </p:cNvSpPr>
          <p:nvPr/>
        </p:nvSpPr>
        <p:spPr>
          <a:xfrm xmlns:a="http://schemas.openxmlformats.org/drawingml/2006/main">
            <a:off x="8308628" y="6444853"/>
            <a:ext cx="2536775" cy="1000125"/>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FC82357-1A49-483F-9126-C38536F932C9}"/>
              </a:ext>
            </a:extLst>
          </p:cNvPr>
          <p:cNvSpPr>
            <a:spLocks xmlns:a="http://schemas.openxmlformats.org/drawingml/2006/main" noGrp="1"/>
          </p:cNvSpPr>
          <p:nvPr/>
        </p:nvSpPr>
        <p:spPr>
          <a:xfrm xmlns:a="http://schemas.openxmlformats.org/drawingml/2006/main">
            <a:off x="8308628" y="6444853"/>
            <a:ext cx="2536775" cy="571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6" name="Return a value">
            <a:extLst xmlns:a="http://schemas.openxmlformats.org/drawingml/2006/main">
              <a:ext uri="{FF2B5EF4-FFF2-40B4-BE49-F238E27FC236}">
                <a16:creationId xmlns:a16="http://schemas.microsoft.com/office/drawing/2014/main" id="{65113E04-8FCC-477B-9EF4-8002C7AB1634}"/>
              </a:ext>
            </a:extLst>
          </p:cNvPr>
          <p:cNvSpPr>
            <a:spLocks xmlns:a="http://schemas.openxmlformats.org/drawingml/2006/main" noGrp="1"/>
          </p:cNvSpPr>
          <p:nvPr/>
        </p:nvSpPr>
        <p:spPr>
          <a:xfrm xmlns:a="http://schemas.openxmlformats.org/drawingml/2006/main">
            <a:off x="8594378" y="6711553"/>
            <a:ext cx="21176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Return a value</a:t>
            </a:r>
          </a:p>
        </p:txBody>
      </p:sp>
      <p:sp>
        <p:nvSpPr>
          <p:cNvPr id="17" name="→">
            <a:extLst xmlns:a="http://schemas.openxmlformats.org/drawingml/2006/main">
              <a:ext uri="{FF2B5EF4-FFF2-40B4-BE49-F238E27FC236}">
                <a16:creationId xmlns:a16="http://schemas.microsoft.com/office/drawing/2014/main" id="{F6991FF0-2BE2-44C0-915D-934D2737E6FA}"/>
              </a:ext>
            </a:extLst>
          </p:cNvPr>
          <p:cNvSpPr>
            <a:spLocks xmlns:a="http://schemas.openxmlformats.org/drawingml/2006/main" noGrp="1"/>
          </p:cNvSpPr>
          <p:nvPr/>
        </p:nvSpPr>
        <p:spPr>
          <a:xfrm xmlns:a="http://schemas.openxmlformats.org/drawingml/2006/main">
            <a:off x="4287738" y="6706791"/>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xmlns:a="http://schemas.openxmlformats.org/drawingml/2006/main">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B6EA90A9-42D6-40B3-AF74-AF71781DE0B6}"/>
              </a:ext>
            </a:extLst>
          </p:cNvPr>
          <p:cNvSpPr>
            <a:spLocks xmlns:a="http://schemas.openxmlformats.org/drawingml/2006/main" noGrp="1"/>
          </p:cNvSpPr>
          <p:nvPr/>
        </p:nvSpPr>
        <p:spPr>
          <a:xfrm xmlns:a="http://schemas.openxmlformats.org/drawingml/2006/main">
            <a:off x="7622828" y="6706791"/>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xmlns:a="http://schemas.openxmlformats.org/drawingml/2006/main">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a:t>
            </a:r>
          </a:p>
        </p:txBody>
      </p:sp>
    </p:spTree>
    <p:extLst>
      <p:ext uri="{BB962C8B-B14F-4D97-AF65-F5344CB8AC3E}">
        <p14:creationId xmlns:p14="http://schemas.microsoft.com/office/powerpoint/2010/main" val="6721681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RECURSION">
            <a:extLst xmlns:a="http://schemas.openxmlformats.org/drawingml/2006/main">
              <a:ext uri="{FF2B5EF4-FFF2-40B4-BE49-F238E27FC236}">
                <a16:creationId xmlns:a16="http://schemas.microsoft.com/office/drawing/2014/main" id="{04909F25-5957-417A-BCEC-9E67940280C4}"/>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8D99FBC3-59EA-4B38-A3D1-4778D2AA81AD}"/>
              </a:ext>
            </a:extLst>
          </p:cNvPr>
          <p:cNvPicPr>
            <a:picLocks xmlns:a="http://schemas.openxmlformats.org/drawingml/2006/main" noChangeAspect="1"/>
          </p:cNvPicPr>
          <p:nvPr/>
        </p:nvPicPr>
        <p:blipFill>
          <a:blip xmlns:r="http://schemas.openxmlformats.org/officeDocument/2006/relationships" xmlns:a="http://schemas.openxmlformats.org/drawingml/2006/main" r:embed="R25e0fb1ef4af45d7"/>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What is recursion?">
            <a:extLst xmlns:a="http://schemas.openxmlformats.org/drawingml/2006/main">
              <a:ext uri="{FF2B5EF4-FFF2-40B4-BE49-F238E27FC236}">
                <a16:creationId xmlns:a16="http://schemas.microsoft.com/office/drawing/2014/main" id="{E96B4B23-8130-40F3-BF9B-5EA2DF2D9AA3}"/>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What is recursion?</a:t>
            </a:r>
          </a:p>
        </p:txBody>
      </p:sp>
      <p:sp>
        <p:nvSpPr>
          <p:cNvPr id="4" name="">
            <a:extLst xmlns:a="http://schemas.openxmlformats.org/drawingml/2006/main">
              <a:ext uri="{FF2B5EF4-FFF2-40B4-BE49-F238E27FC236}">
                <a16:creationId xmlns:a16="http://schemas.microsoft.com/office/drawing/2014/main" id="{8D5008C8-0CA5-4063-B7B1-9E3221C37F42}"/>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E3DEE941-9CF1-460F-9685-D6FE4F03F0EF}"/>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2">
            <a:extLst xmlns:a="http://schemas.openxmlformats.org/drawingml/2006/main">
              <a:ext uri="{FF2B5EF4-FFF2-40B4-BE49-F238E27FC236}">
                <a16:creationId xmlns:a16="http://schemas.microsoft.com/office/drawing/2014/main" id="{61930397-BA1C-43E2-B776-328288E423B4}"/>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02</a:t>
            </a:r>
          </a:p>
        </p:txBody>
      </p:sp>
      <p:sp>
        <p:nvSpPr>
          <p:cNvPr id="7" name="How many people are there from you to the back of the l">
            <a:extLst xmlns:a="http://schemas.openxmlformats.org/drawingml/2006/main">
              <a:ext uri="{FF2B5EF4-FFF2-40B4-BE49-F238E27FC236}">
                <a16:creationId xmlns:a16="http://schemas.microsoft.com/office/drawing/2014/main" id="{D2C5AD6A-3B71-461B-9499-9A0215493261}"/>
              </a:ext>
            </a:extLst>
          </p:cNvPr>
          <p:cNvSpPr>
            <a:spLocks xmlns:a="http://schemas.openxmlformats.org/drawingml/2006/main" noGrp="1"/>
          </p:cNvSpPr>
          <p:nvPr/>
        </p:nvSpPr>
        <p:spPr>
          <a:xfrm xmlns:a="http://schemas.openxmlformats.org/drawingml/2006/main">
            <a:off x="914400" y="2647950"/>
            <a:ext cx="16459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Arial"/>
                <a:ea typeface="Arial"/>
                <a:cs typeface="Arial"/>
              </a:defRPr>
            </a:defPPr>
            <a:lvl1pPr algn="l">
              <a:defRPr sz="2850" b="0">
                <a:solidFill>
                  <a:srgbClr val="202426"/>
                </a:solidFill>
                <a:latin typeface="Arial"/>
                <a:ea typeface="Arial"/>
                <a:cs typeface="Arial"/>
              </a:defRPr>
            </a:lvl1pPr>
            <a:lvl2pPr algn="l">
              <a:defRPr sz="2850" b="0">
                <a:solidFill>
                  <a:srgbClr val="202426"/>
                </a:solidFill>
                <a:latin typeface="Arial"/>
                <a:ea typeface="Arial"/>
                <a:cs typeface="Arial"/>
              </a:defRPr>
            </a:lvl2pPr>
            <a:lvl3pPr algn="l">
              <a:defRPr sz="2850" b="0">
                <a:solidFill>
                  <a:srgbClr val="202426"/>
                </a:solidFill>
                <a:latin typeface="Arial"/>
                <a:ea typeface="Arial"/>
                <a:cs typeface="Arial"/>
              </a:defRPr>
            </a:lvl3pPr>
            <a:lvl4pPr algn="l">
              <a:defRPr sz="2850" b="0">
                <a:solidFill>
                  <a:srgbClr val="202426"/>
                </a:solidFill>
                <a:latin typeface="Arial"/>
                <a:ea typeface="Arial"/>
                <a:cs typeface="Arial"/>
              </a:defRPr>
            </a:lvl4pPr>
            <a:lvl5pPr algn="l">
              <a:defRPr sz="2850" b="0">
                <a:solidFill>
                  <a:srgbClr val="202426"/>
                </a:solidFill>
                <a:latin typeface="Arial"/>
                <a:ea typeface="Arial"/>
                <a:cs typeface="Arial"/>
              </a:defRPr>
            </a:lvl5pPr>
            <a:lvl6pPr algn="l">
              <a:defRPr sz="2850" b="0">
                <a:solidFill>
                  <a:srgbClr val="202426"/>
                </a:solidFill>
                <a:latin typeface="Arial"/>
                <a:ea typeface="Arial"/>
                <a:cs typeface="Arial"/>
              </a:defRPr>
            </a:lvl6pPr>
            <a:lvl7pPr algn="l">
              <a:defRPr sz="2850" b="0">
                <a:solidFill>
                  <a:srgbClr val="202426"/>
                </a:solidFill>
                <a:latin typeface="Arial"/>
                <a:ea typeface="Arial"/>
                <a:cs typeface="Arial"/>
              </a:defRPr>
            </a:lvl7pPr>
            <a:lvl8pPr algn="l">
              <a:defRPr sz="2850" b="0">
                <a:solidFill>
                  <a:srgbClr val="202426"/>
                </a:solidFill>
                <a:latin typeface="Arial"/>
                <a:ea typeface="Arial"/>
                <a:cs typeface="Arial"/>
              </a:defRPr>
            </a:lvl8pPr>
            <a:lvl9pPr algn="l">
              <a:defRPr sz="2850" b="0">
                <a:solidFill>
                  <a:srgbClr val="202426"/>
                </a:solidFill>
                <a:latin typeface="Arial"/>
                <a:ea typeface="Arial"/>
                <a:cs typeface="Arial"/>
              </a:defRPr>
            </a:lvl9pPr>
          </a:lstStyle>
          <a:p xmlns:a="http://schemas.openxmlformats.org/drawingml/2006/main">
            <a:pPr algn="l">
              <a:lnSpc>
                <a:spcPct val="100000"/>
              </a:lnSpc>
              <a:buNone/>
              <a:defRPr sz="2850" b="0">
                <a:solidFill>
                  <a:srgbClr val="202426"/>
                </a:solidFill>
                <a:latin typeface="Arial"/>
                <a:ea typeface="Arial"/>
                <a:cs typeface="Arial"/>
              </a:defRPr>
            </a:pPr>
            <a:r>
              <a:rPr sz="2850" b="0">
                <a:solidFill>
                  <a:srgbClr val="202426"/>
                </a:solidFill>
                <a:latin typeface="Arial"/>
                <a:ea typeface="Arial"/>
                <a:cs typeface="Arial"/>
              </a:rPr>
              <a:t>How many people are there from you to the back of the line,</a:t>
            </a:r>
          </a:p>
          <a:p xmlns:a="http://schemas.openxmlformats.org/drawingml/2006/main">
            <a:pPr algn="l">
              <a:lnSpc>
                <a:spcPct val="100000"/>
              </a:lnSpc>
              <a:buNone/>
              <a:defRPr sz="2850" b="0">
                <a:solidFill>
                  <a:srgbClr val="202426"/>
                </a:solidFill>
                <a:latin typeface="Arial"/>
                <a:ea typeface="Arial"/>
                <a:cs typeface="Arial"/>
              </a:defRPr>
            </a:pPr>
            <a:r>
              <a:rPr sz="2850" b="0">
                <a:solidFill>
                  <a:srgbClr val="202426"/>
                </a:solidFill>
                <a:latin typeface="Arial"/>
                <a:ea typeface="Arial"/>
                <a:cs typeface="Arial"/>
              </a:rPr>
              <a:t>including you?</a:t>
            </a:r>
          </a:p>
        </p:txBody>
      </p:sp>
      <p:sp>
        <p:nvSpPr>
          <p:cNvPr id="8" name="1   Ask the next person, then wait.">
            <a:extLst xmlns:a="http://schemas.openxmlformats.org/drawingml/2006/main">
              <a:ext uri="{FF2B5EF4-FFF2-40B4-BE49-F238E27FC236}">
                <a16:creationId xmlns:a16="http://schemas.microsoft.com/office/drawing/2014/main" id="{98F75729-37EC-436D-81CD-DC88BB4F9293}"/>
              </a:ext>
            </a:extLst>
          </p:cNvPr>
          <p:cNvSpPr>
            <a:spLocks xmlns:a="http://schemas.openxmlformats.org/drawingml/2006/main" noGrp="1"/>
          </p:cNvSpPr>
          <p:nvPr/>
        </p:nvSpPr>
        <p:spPr>
          <a:xfrm xmlns:a="http://schemas.openxmlformats.org/drawingml/2006/main">
            <a:off x="914400" y="3905250"/>
            <a:ext cx="1645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596167"/>
                </a:solidFill>
                <a:latin typeface="Arial"/>
                <a:ea typeface="Arial"/>
                <a:cs typeface="Arial"/>
              </a:defRPr>
            </a:defPPr>
            <a:lvl1pPr algn="l">
              <a:defRPr sz="2250" b="1">
                <a:solidFill>
                  <a:srgbClr val="596167"/>
                </a:solidFill>
                <a:latin typeface="Arial"/>
                <a:ea typeface="Arial"/>
                <a:cs typeface="Arial"/>
              </a:defRPr>
            </a:lvl1pPr>
            <a:lvl2pPr algn="l">
              <a:defRPr sz="2250" b="1">
                <a:solidFill>
                  <a:srgbClr val="596167"/>
                </a:solidFill>
                <a:latin typeface="Arial"/>
                <a:ea typeface="Arial"/>
                <a:cs typeface="Arial"/>
              </a:defRPr>
            </a:lvl2pPr>
            <a:lvl3pPr algn="l">
              <a:defRPr sz="2250" b="1">
                <a:solidFill>
                  <a:srgbClr val="596167"/>
                </a:solidFill>
                <a:latin typeface="Arial"/>
                <a:ea typeface="Arial"/>
                <a:cs typeface="Arial"/>
              </a:defRPr>
            </a:lvl3pPr>
            <a:lvl4pPr algn="l">
              <a:defRPr sz="2250" b="1">
                <a:solidFill>
                  <a:srgbClr val="596167"/>
                </a:solidFill>
                <a:latin typeface="Arial"/>
                <a:ea typeface="Arial"/>
                <a:cs typeface="Arial"/>
              </a:defRPr>
            </a:lvl4pPr>
            <a:lvl5pPr algn="l">
              <a:defRPr sz="2250" b="1">
                <a:solidFill>
                  <a:srgbClr val="596167"/>
                </a:solidFill>
                <a:latin typeface="Arial"/>
                <a:ea typeface="Arial"/>
                <a:cs typeface="Arial"/>
              </a:defRPr>
            </a:lvl5pPr>
            <a:lvl6pPr algn="l">
              <a:defRPr sz="2250" b="1">
                <a:solidFill>
                  <a:srgbClr val="596167"/>
                </a:solidFill>
                <a:latin typeface="Arial"/>
                <a:ea typeface="Arial"/>
                <a:cs typeface="Arial"/>
              </a:defRPr>
            </a:lvl6pPr>
            <a:lvl7pPr algn="l">
              <a:defRPr sz="2250" b="1">
                <a:solidFill>
                  <a:srgbClr val="596167"/>
                </a:solidFill>
                <a:latin typeface="Arial"/>
                <a:ea typeface="Arial"/>
                <a:cs typeface="Arial"/>
              </a:defRPr>
            </a:lvl7pPr>
            <a:lvl8pPr algn="l">
              <a:defRPr sz="2250" b="1">
                <a:solidFill>
                  <a:srgbClr val="596167"/>
                </a:solidFill>
                <a:latin typeface="Arial"/>
                <a:ea typeface="Arial"/>
                <a:cs typeface="Arial"/>
              </a:defRPr>
            </a:lvl8pPr>
            <a:lvl9pPr algn="l">
              <a:defRPr sz="2250" b="1">
                <a:solidFill>
                  <a:srgbClr val="596167"/>
                </a:solidFill>
                <a:latin typeface="Arial"/>
                <a:ea typeface="Arial"/>
                <a:cs typeface="Arial"/>
              </a:defRPr>
            </a:lvl9pPr>
          </a:lstStyle>
          <a:p xmlns:a="http://schemas.openxmlformats.org/drawingml/2006/main">
            <a:pPr algn="l">
              <a:lnSpc>
                <a:spcPct val="100000"/>
              </a:lnSpc>
              <a:buNone/>
              <a:defRPr sz="2250" b="1">
                <a:solidFill>
                  <a:srgbClr val="596167"/>
                </a:solidFill>
                <a:latin typeface="Arial"/>
                <a:ea typeface="Arial"/>
                <a:cs typeface="Arial"/>
              </a:defRPr>
            </a:pPr>
            <a:r>
              <a:rPr sz="2250" b="1">
                <a:solidFill>
                  <a:srgbClr val="596167"/>
                </a:solidFill>
                <a:latin typeface="Arial"/>
                <a:ea typeface="Arial"/>
                <a:cs typeface="Arial"/>
              </a:rPr>
              <a:t>1   Ask the next person, then wait.</a:t>
            </a:r>
          </a:p>
        </p:txBody>
      </p:sp>
      <p:sp>
        <p:nvSpPr>
          <p:cNvPr id="9" name="">
            <a:extLst xmlns:a="http://schemas.openxmlformats.org/drawingml/2006/main">
              <a:ext uri="{FF2B5EF4-FFF2-40B4-BE49-F238E27FC236}">
                <a16:creationId xmlns:a16="http://schemas.microsoft.com/office/drawing/2014/main" id="{8AE9AF04-9770-4B32-B1C3-ACFCD29358B7}"/>
              </a:ext>
            </a:extLst>
          </p:cNvPr>
          <p:cNvSpPr>
            <a:spLocks xmlns:a="http://schemas.openxmlformats.org/drawingml/2006/main" noGrp="1"/>
          </p:cNvSpPr>
          <p:nvPr/>
        </p:nvSpPr>
        <p:spPr>
          <a:xfrm xmlns:a="http://schemas.openxmlformats.org/drawingml/2006/main">
            <a:off x="2095500" y="4686300"/>
            <a:ext cx="495300" cy="495300"/>
          </a:xfrm>
          <a:prstGeom xmlns:a="http://schemas.openxmlformats.org/drawingml/2006/main" prst="ellipse">
            <a:avLst/>
          </a:prstGeom>
          <a:solidFill xmlns:a="http://schemas.openxmlformats.org/drawingml/2006/main">
            <a:srgbClr val="202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11A427-FB3C-4AD3-8CB4-B5D1ECE9EEEB}"/>
              </a:ext>
            </a:extLst>
          </p:cNvPr>
          <p:cNvSpPr>
            <a:spLocks xmlns:a="http://schemas.openxmlformats.org/drawingml/2006/main" noGrp="1"/>
          </p:cNvSpPr>
          <p:nvPr/>
        </p:nvSpPr>
        <p:spPr>
          <a:xfrm xmlns:a="http://schemas.openxmlformats.org/drawingml/2006/main">
            <a:off x="2057400" y="5314950"/>
            <a:ext cx="571500"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38F987-EA44-4216-91F6-0AEB20267BA5}"/>
              </a:ext>
            </a:extLst>
          </p:cNvPr>
          <p:cNvSpPr>
            <a:spLocks xmlns:a="http://schemas.openxmlformats.org/drawingml/2006/main" noGrp="1"/>
          </p:cNvSpPr>
          <p:nvPr/>
        </p:nvSpPr>
        <p:spPr>
          <a:xfrm xmlns:a="http://schemas.openxmlformats.org/drawingml/2006/main">
            <a:off x="1819275" y="5334000"/>
            <a:ext cx="180975"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DC8BAB-811D-4EFB-AF35-9BFA988FE4F2}"/>
              </a:ext>
            </a:extLst>
          </p:cNvPr>
          <p:cNvSpPr>
            <a:spLocks xmlns:a="http://schemas.openxmlformats.org/drawingml/2006/main" noGrp="1"/>
          </p:cNvSpPr>
          <p:nvPr/>
        </p:nvSpPr>
        <p:spPr>
          <a:xfrm xmlns:a="http://schemas.openxmlformats.org/drawingml/2006/main">
            <a:off x="2686050" y="5334000"/>
            <a:ext cx="180975"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DF5D2D-7D53-4E7C-A405-E37BC63F54F8}"/>
              </a:ext>
            </a:extLst>
          </p:cNvPr>
          <p:cNvSpPr>
            <a:spLocks xmlns:a="http://schemas.openxmlformats.org/drawingml/2006/main" noGrp="1"/>
          </p:cNvSpPr>
          <p:nvPr/>
        </p:nvSpPr>
        <p:spPr>
          <a:xfrm xmlns:a="http://schemas.openxmlformats.org/drawingml/2006/main">
            <a:off x="2057400" y="5943600"/>
            <a:ext cx="228600" cy="3619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BCBCAC-1F60-4032-8620-F135B935F899}"/>
              </a:ext>
            </a:extLst>
          </p:cNvPr>
          <p:cNvSpPr>
            <a:spLocks xmlns:a="http://schemas.openxmlformats.org/drawingml/2006/main" noGrp="1"/>
          </p:cNvSpPr>
          <p:nvPr/>
        </p:nvSpPr>
        <p:spPr>
          <a:xfrm xmlns:a="http://schemas.openxmlformats.org/drawingml/2006/main">
            <a:off x="2400300" y="5943600"/>
            <a:ext cx="228600" cy="3619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5" name="A · front">
            <a:extLst xmlns:a="http://schemas.openxmlformats.org/drawingml/2006/main">
              <a:ext uri="{FF2B5EF4-FFF2-40B4-BE49-F238E27FC236}">
                <a16:creationId xmlns:a16="http://schemas.microsoft.com/office/drawing/2014/main" id="{8929A706-7BC3-48EE-9DF4-0FCAB0E869D8}"/>
              </a:ext>
            </a:extLst>
          </p:cNvPr>
          <p:cNvSpPr>
            <a:spLocks xmlns:a="http://schemas.openxmlformats.org/drawingml/2006/main" noGrp="1"/>
          </p:cNvSpPr>
          <p:nvPr/>
        </p:nvSpPr>
        <p:spPr>
          <a:xfrm xmlns:a="http://schemas.openxmlformats.org/drawingml/2006/main">
            <a:off x="914400" y="64198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a:solidFill>
                  <a:srgbClr val="202426"/>
                </a:solidFill>
                <a:latin typeface="Arial"/>
                <a:ea typeface="Arial"/>
                <a:cs typeface="Arial"/>
              </a:defRPr>
            </a:defPPr>
            <a:lvl1pPr algn="ctr">
              <a:defRPr sz="2700" b="1">
                <a:solidFill>
                  <a:srgbClr val="202426"/>
                </a:solidFill>
                <a:latin typeface="Arial"/>
                <a:ea typeface="Arial"/>
                <a:cs typeface="Arial"/>
              </a:defRPr>
            </a:lvl1pPr>
            <a:lvl2pPr algn="ctr">
              <a:defRPr sz="2700" b="1">
                <a:solidFill>
                  <a:srgbClr val="202426"/>
                </a:solidFill>
                <a:latin typeface="Arial"/>
                <a:ea typeface="Arial"/>
                <a:cs typeface="Arial"/>
              </a:defRPr>
            </a:lvl2pPr>
            <a:lvl3pPr algn="ctr">
              <a:defRPr sz="2700" b="1">
                <a:solidFill>
                  <a:srgbClr val="202426"/>
                </a:solidFill>
                <a:latin typeface="Arial"/>
                <a:ea typeface="Arial"/>
                <a:cs typeface="Arial"/>
              </a:defRPr>
            </a:lvl3pPr>
            <a:lvl4pPr algn="ctr">
              <a:defRPr sz="2700" b="1">
                <a:solidFill>
                  <a:srgbClr val="202426"/>
                </a:solidFill>
                <a:latin typeface="Arial"/>
                <a:ea typeface="Arial"/>
                <a:cs typeface="Arial"/>
              </a:defRPr>
            </a:lvl4pPr>
            <a:lvl5pPr algn="ctr">
              <a:defRPr sz="2700" b="1">
                <a:solidFill>
                  <a:srgbClr val="202426"/>
                </a:solidFill>
                <a:latin typeface="Arial"/>
                <a:ea typeface="Arial"/>
                <a:cs typeface="Arial"/>
              </a:defRPr>
            </a:lvl5pPr>
            <a:lvl6pPr algn="ctr">
              <a:defRPr sz="2700" b="1">
                <a:solidFill>
                  <a:srgbClr val="202426"/>
                </a:solidFill>
                <a:latin typeface="Arial"/>
                <a:ea typeface="Arial"/>
                <a:cs typeface="Arial"/>
              </a:defRPr>
            </a:lvl6pPr>
            <a:lvl7pPr algn="ctr">
              <a:defRPr sz="2700" b="1">
                <a:solidFill>
                  <a:srgbClr val="202426"/>
                </a:solidFill>
                <a:latin typeface="Arial"/>
                <a:ea typeface="Arial"/>
                <a:cs typeface="Arial"/>
              </a:defRPr>
            </a:lvl7pPr>
            <a:lvl8pPr algn="ctr">
              <a:defRPr sz="2700" b="1">
                <a:solidFill>
                  <a:srgbClr val="202426"/>
                </a:solidFill>
                <a:latin typeface="Arial"/>
                <a:ea typeface="Arial"/>
                <a:cs typeface="Arial"/>
              </a:defRPr>
            </a:lvl8pPr>
            <a:lvl9pPr algn="ctr">
              <a:defRPr sz="2700" b="1">
                <a:solidFill>
                  <a:srgbClr val="202426"/>
                </a:solidFill>
                <a:latin typeface="Arial"/>
                <a:ea typeface="Arial"/>
                <a:cs typeface="Arial"/>
              </a:defRPr>
            </a:lvl9pPr>
          </a:lstStyle>
          <a:p xmlns:a="http://schemas.openxmlformats.org/drawingml/2006/main">
            <a:pPr algn="ctr">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A · front</a:t>
            </a:r>
          </a:p>
        </p:txBody>
      </p:sp>
      <p:cxnSp>
        <p:nvCxnSpPr>
          <p:cNvPr id="16" name="">
            <a:extLst xmlns:a="http://schemas.openxmlformats.org/drawingml/2006/main">
              <a:ext uri="{FF2B5EF4-FFF2-40B4-BE49-F238E27FC236}">
                <a16:creationId xmlns:a16="http://schemas.microsoft.com/office/drawing/2014/main" id="{7C0347F8-9160-4723-984F-AC854AEEDEE9}"/>
              </a:ext>
            </a:extLst>
          </p:cNvPr>
          <p:cNvCxnSpPr/>
          <p:nvPr/>
        </p:nvCxnSpPr>
        <p:spPr>
          <a:xfrm xmlns:a="http://schemas.openxmlformats.org/drawingml/2006/main">
            <a:off x="3495675" y="5543550"/>
            <a:ext cx="2228850" cy="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92FFB254-212C-469C-9FEE-E0EFFD1F5370}"/>
              </a:ext>
            </a:extLst>
          </p:cNvPr>
          <p:cNvSpPr>
            <a:spLocks xmlns:a="http://schemas.openxmlformats.org/drawingml/2006/main" noGrp="1"/>
          </p:cNvSpPr>
          <p:nvPr/>
        </p:nvSpPr>
        <p:spPr>
          <a:xfrm xmlns:a="http://schemas.openxmlformats.org/drawingml/2006/main">
            <a:off x="6629400" y="4686300"/>
            <a:ext cx="495300" cy="495300"/>
          </a:xfrm>
          <a:prstGeom xmlns:a="http://schemas.openxmlformats.org/drawingml/2006/main" prst="ellipse">
            <a:avLst/>
          </a:prstGeom>
          <a:solidFill xmlns:a="http://schemas.openxmlformats.org/drawingml/2006/main">
            <a:srgbClr val="20242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DF0673-D4B9-415C-8EFC-835D00FE0DE2}"/>
              </a:ext>
            </a:extLst>
          </p:cNvPr>
          <p:cNvSpPr>
            <a:spLocks xmlns:a="http://schemas.openxmlformats.org/drawingml/2006/main" noGrp="1"/>
          </p:cNvSpPr>
          <p:nvPr/>
        </p:nvSpPr>
        <p:spPr>
          <a:xfrm xmlns:a="http://schemas.openxmlformats.org/drawingml/2006/main">
            <a:off x="6591300" y="5314950"/>
            <a:ext cx="571500"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25F1F8D-6C16-4B77-BFC7-0C2D29298F40}"/>
              </a:ext>
            </a:extLst>
          </p:cNvPr>
          <p:cNvSpPr>
            <a:spLocks xmlns:a="http://schemas.openxmlformats.org/drawingml/2006/main" noGrp="1"/>
          </p:cNvSpPr>
          <p:nvPr/>
        </p:nvSpPr>
        <p:spPr>
          <a:xfrm xmlns:a="http://schemas.openxmlformats.org/drawingml/2006/main">
            <a:off x="6353175" y="5334000"/>
            <a:ext cx="180975"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289C5A-82A4-4FAE-AF36-DBD89FB6958D}"/>
              </a:ext>
            </a:extLst>
          </p:cNvPr>
          <p:cNvSpPr>
            <a:spLocks xmlns:a="http://schemas.openxmlformats.org/drawingml/2006/main" noGrp="1"/>
          </p:cNvSpPr>
          <p:nvPr/>
        </p:nvSpPr>
        <p:spPr>
          <a:xfrm xmlns:a="http://schemas.openxmlformats.org/drawingml/2006/main">
            <a:off x="7219950" y="5334000"/>
            <a:ext cx="180975"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1272B0B-7E5F-49AD-9C5A-6619B01B8EA2}"/>
              </a:ext>
            </a:extLst>
          </p:cNvPr>
          <p:cNvSpPr>
            <a:spLocks xmlns:a="http://schemas.openxmlformats.org/drawingml/2006/main" noGrp="1"/>
          </p:cNvSpPr>
          <p:nvPr/>
        </p:nvSpPr>
        <p:spPr>
          <a:xfrm xmlns:a="http://schemas.openxmlformats.org/drawingml/2006/main">
            <a:off x="6591300" y="5943600"/>
            <a:ext cx="228600" cy="3619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54EDC08-B88F-4BDB-9AD0-7302F5AF5589}"/>
              </a:ext>
            </a:extLst>
          </p:cNvPr>
          <p:cNvSpPr>
            <a:spLocks xmlns:a="http://schemas.openxmlformats.org/drawingml/2006/main" noGrp="1"/>
          </p:cNvSpPr>
          <p:nvPr/>
        </p:nvSpPr>
        <p:spPr>
          <a:xfrm xmlns:a="http://schemas.openxmlformats.org/drawingml/2006/main">
            <a:off x="6934200" y="5943600"/>
            <a:ext cx="228600" cy="3619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3" name="B">
            <a:extLst xmlns:a="http://schemas.openxmlformats.org/drawingml/2006/main">
              <a:ext uri="{FF2B5EF4-FFF2-40B4-BE49-F238E27FC236}">
                <a16:creationId xmlns:a16="http://schemas.microsoft.com/office/drawing/2014/main" id="{31068CCA-9B64-4C3C-8695-8E6C3A601A0B}"/>
              </a:ext>
            </a:extLst>
          </p:cNvPr>
          <p:cNvSpPr>
            <a:spLocks xmlns:a="http://schemas.openxmlformats.org/drawingml/2006/main" noGrp="1"/>
          </p:cNvSpPr>
          <p:nvPr/>
        </p:nvSpPr>
        <p:spPr>
          <a:xfrm xmlns:a="http://schemas.openxmlformats.org/drawingml/2006/main">
            <a:off x="5448300" y="64198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a:solidFill>
                  <a:srgbClr val="202426"/>
                </a:solidFill>
                <a:latin typeface="Arial"/>
                <a:ea typeface="Arial"/>
                <a:cs typeface="Arial"/>
              </a:defRPr>
            </a:defPPr>
            <a:lvl1pPr algn="ctr">
              <a:defRPr sz="2700" b="1">
                <a:solidFill>
                  <a:srgbClr val="202426"/>
                </a:solidFill>
                <a:latin typeface="Arial"/>
                <a:ea typeface="Arial"/>
                <a:cs typeface="Arial"/>
              </a:defRPr>
            </a:lvl1pPr>
            <a:lvl2pPr algn="ctr">
              <a:defRPr sz="2700" b="1">
                <a:solidFill>
                  <a:srgbClr val="202426"/>
                </a:solidFill>
                <a:latin typeface="Arial"/>
                <a:ea typeface="Arial"/>
                <a:cs typeface="Arial"/>
              </a:defRPr>
            </a:lvl2pPr>
            <a:lvl3pPr algn="ctr">
              <a:defRPr sz="2700" b="1">
                <a:solidFill>
                  <a:srgbClr val="202426"/>
                </a:solidFill>
                <a:latin typeface="Arial"/>
                <a:ea typeface="Arial"/>
                <a:cs typeface="Arial"/>
              </a:defRPr>
            </a:lvl3pPr>
            <a:lvl4pPr algn="ctr">
              <a:defRPr sz="2700" b="1">
                <a:solidFill>
                  <a:srgbClr val="202426"/>
                </a:solidFill>
                <a:latin typeface="Arial"/>
                <a:ea typeface="Arial"/>
                <a:cs typeface="Arial"/>
              </a:defRPr>
            </a:lvl4pPr>
            <a:lvl5pPr algn="ctr">
              <a:defRPr sz="2700" b="1">
                <a:solidFill>
                  <a:srgbClr val="202426"/>
                </a:solidFill>
                <a:latin typeface="Arial"/>
                <a:ea typeface="Arial"/>
                <a:cs typeface="Arial"/>
              </a:defRPr>
            </a:lvl5pPr>
            <a:lvl6pPr algn="ctr">
              <a:defRPr sz="2700" b="1">
                <a:solidFill>
                  <a:srgbClr val="202426"/>
                </a:solidFill>
                <a:latin typeface="Arial"/>
                <a:ea typeface="Arial"/>
                <a:cs typeface="Arial"/>
              </a:defRPr>
            </a:lvl6pPr>
            <a:lvl7pPr algn="ctr">
              <a:defRPr sz="2700" b="1">
                <a:solidFill>
                  <a:srgbClr val="202426"/>
                </a:solidFill>
                <a:latin typeface="Arial"/>
                <a:ea typeface="Arial"/>
                <a:cs typeface="Arial"/>
              </a:defRPr>
            </a:lvl7pPr>
            <a:lvl8pPr algn="ctr">
              <a:defRPr sz="2700" b="1">
                <a:solidFill>
                  <a:srgbClr val="202426"/>
                </a:solidFill>
                <a:latin typeface="Arial"/>
                <a:ea typeface="Arial"/>
                <a:cs typeface="Arial"/>
              </a:defRPr>
            </a:lvl8pPr>
            <a:lvl9pPr algn="ctr">
              <a:defRPr sz="2700" b="1">
                <a:solidFill>
                  <a:srgbClr val="202426"/>
                </a:solidFill>
                <a:latin typeface="Arial"/>
                <a:ea typeface="Arial"/>
                <a:cs typeface="Arial"/>
              </a:defRPr>
            </a:lvl9pPr>
          </a:lstStyle>
          <a:p xmlns:a="http://schemas.openxmlformats.org/drawingml/2006/main">
            <a:pPr algn="ctr">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B</a:t>
            </a:r>
          </a:p>
        </p:txBody>
      </p:sp>
      <p:cxnSp>
        <p:nvCxnSpPr>
          <p:cNvPr id="24" name="">
            <a:extLst xmlns:a="http://schemas.openxmlformats.org/drawingml/2006/main">
              <a:ext uri="{FF2B5EF4-FFF2-40B4-BE49-F238E27FC236}">
                <a16:creationId xmlns:a16="http://schemas.microsoft.com/office/drawing/2014/main" id="{4879B169-06C9-4769-983D-1D37DF8D9F6E}"/>
              </a:ext>
            </a:extLst>
          </p:cNvPr>
          <p:cNvCxnSpPr/>
          <p:nvPr/>
        </p:nvCxnSpPr>
        <p:spPr>
          <a:xfrm xmlns:a="http://schemas.openxmlformats.org/drawingml/2006/main">
            <a:off x="8029575" y="5543550"/>
            <a:ext cx="2228850" cy="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D6064166-D6C9-445E-832B-26CF8D4E8614}"/>
              </a:ext>
            </a:extLst>
          </p:cNvPr>
          <p:cNvSpPr>
            <a:spLocks xmlns:a="http://schemas.openxmlformats.org/drawingml/2006/main" noGrp="1"/>
          </p:cNvSpPr>
          <p:nvPr/>
        </p:nvSpPr>
        <p:spPr>
          <a:xfrm xmlns:a="http://schemas.openxmlformats.org/drawingml/2006/main">
            <a:off x="11163300" y="4686300"/>
            <a:ext cx="495300" cy="495300"/>
          </a:xfrm>
          <a:prstGeom xmlns:a="http://schemas.openxmlformats.org/drawingml/2006/main" prst="ellipse">
            <a:avLst/>
          </a:prstGeom>
          <a:solidFill xmlns:a="http://schemas.openxmlformats.org/drawingml/2006/main">
            <a:srgbClr val="20242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F8A557B-3731-417F-9AEA-AC86135EAF58}"/>
              </a:ext>
            </a:extLst>
          </p:cNvPr>
          <p:cNvSpPr>
            <a:spLocks xmlns:a="http://schemas.openxmlformats.org/drawingml/2006/main" noGrp="1"/>
          </p:cNvSpPr>
          <p:nvPr/>
        </p:nvSpPr>
        <p:spPr>
          <a:xfrm xmlns:a="http://schemas.openxmlformats.org/drawingml/2006/main">
            <a:off x="11125200" y="5314950"/>
            <a:ext cx="571500"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4A805C0-735A-4A4E-B714-4FDD9BC797EC}"/>
              </a:ext>
            </a:extLst>
          </p:cNvPr>
          <p:cNvSpPr>
            <a:spLocks xmlns:a="http://schemas.openxmlformats.org/drawingml/2006/main" noGrp="1"/>
          </p:cNvSpPr>
          <p:nvPr/>
        </p:nvSpPr>
        <p:spPr>
          <a:xfrm xmlns:a="http://schemas.openxmlformats.org/drawingml/2006/main">
            <a:off x="10887075" y="5334000"/>
            <a:ext cx="180975"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7112842-CA2F-4168-9FDF-A0347A6E6465}"/>
              </a:ext>
            </a:extLst>
          </p:cNvPr>
          <p:cNvSpPr>
            <a:spLocks xmlns:a="http://schemas.openxmlformats.org/drawingml/2006/main" noGrp="1"/>
          </p:cNvSpPr>
          <p:nvPr/>
        </p:nvSpPr>
        <p:spPr>
          <a:xfrm xmlns:a="http://schemas.openxmlformats.org/drawingml/2006/main">
            <a:off x="11753850" y="5334000"/>
            <a:ext cx="180975" cy="6286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68880AE-DB69-4EAB-80EF-A8F010B6DEFF}"/>
              </a:ext>
            </a:extLst>
          </p:cNvPr>
          <p:cNvSpPr>
            <a:spLocks xmlns:a="http://schemas.openxmlformats.org/drawingml/2006/main" noGrp="1"/>
          </p:cNvSpPr>
          <p:nvPr/>
        </p:nvSpPr>
        <p:spPr>
          <a:xfrm xmlns:a="http://schemas.openxmlformats.org/drawingml/2006/main">
            <a:off x="11125200" y="5943600"/>
            <a:ext cx="228600" cy="3619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0474A9A-3A21-4C2A-95E9-070A55DAA338}"/>
              </a:ext>
            </a:extLst>
          </p:cNvPr>
          <p:cNvSpPr>
            <a:spLocks xmlns:a="http://schemas.openxmlformats.org/drawingml/2006/main" noGrp="1"/>
          </p:cNvSpPr>
          <p:nvPr/>
        </p:nvSpPr>
        <p:spPr>
          <a:xfrm xmlns:a="http://schemas.openxmlformats.org/drawingml/2006/main">
            <a:off x="11468100" y="5943600"/>
            <a:ext cx="228600" cy="36195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31" name="C">
            <a:extLst xmlns:a="http://schemas.openxmlformats.org/drawingml/2006/main">
              <a:ext uri="{FF2B5EF4-FFF2-40B4-BE49-F238E27FC236}">
                <a16:creationId xmlns:a16="http://schemas.microsoft.com/office/drawing/2014/main" id="{27C8F48C-5166-41C7-88D5-E1845B4D3549}"/>
              </a:ext>
            </a:extLst>
          </p:cNvPr>
          <p:cNvSpPr>
            <a:spLocks xmlns:a="http://schemas.openxmlformats.org/drawingml/2006/main" noGrp="1"/>
          </p:cNvSpPr>
          <p:nvPr/>
        </p:nvSpPr>
        <p:spPr>
          <a:xfrm xmlns:a="http://schemas.openxmlformats.org/drawingml/2006/main">
            <a:off x="9982200" y="64198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a:solidFill>
                  <a:srgbClr val="202426"/>
                </a:solidFill>
                <a:latin typeface="Arial"/>
                <a:ea typeface="Arial"/>
                <a:cs typeface="Arial"/>
              </a:defRPr>
            </a:defPPr>
            <a:lvl1pPr algn="ctr">
              <a:defRPr sz="2700" b="1">
                <a:solidFill>
                  <a:srgbClr val="202426"/>
                </a:solidFill>
                <a:latin typeface="Arial"/>
                <a:ea typeface="Arial"/>
                <a:cs typeface="Arial"/>
              </a:defRPr>
            </a:lvl1pPr>
            <a:lvl2pPr algn="ctr">
              <a:defRPr sz="2700" b="1">
                <a:solidFill>
                  <a:srgbClr val="202426"/>
                </a:solidFill>
                <a:latin typeface="Arial"/>
                <a:ea typeface="Arial"/>
                <a:cs typeface="Arial"/>
              </a:defRPr>
            </a:lvl2pPr>
            <a:lvl3pPr algn="ctr">
              <a:defRPr sz="2700" b="1">
                <a:solidFill>
                  <a:srgbClr val="202426"/>
                </a:solidFill>
                <a:latin typeface="Arial"/>
                <a:ea typeface="Arial"/>
                <a:cs typeface="Arial"/>
              </a:defRPr>
            </a:lvl3pPr>
            <a:lvl4pPr algn="ctr">
              <a:defRPr sz="2700" b="1">
                <a:solidFill>
                  <a:srgbClr val="202426"/>
                </a:solidFill>
                <a:latin typeface="Arial"/>
                <a:ea typeface="Arial"/>
                <a:cs typeface="Arial"/>
              </a:defRPr>
            </a:lvl4pPr>
            <a:lvl5pPr algn="ctr">
              <a:defRPr sz="2700" b="1">
                <a:solidFill>
                  <a:srgbClr val="202426"/>
                </a:solidFill>
                <a:latin typeface="Arial"/>
                <a:ea typeface="Arial"/>
                <a:cs typeface="Arial"/>
              </a:defRPr>
            </a:lvl5pPr>
            <a:lvl6pPr algn="ctr">
              <a:defRPr sz="2700" b="1">
                <a:solidFill>
                  <a:srgbClr val="202426"/>
                </a:solidFill>
                <a:latin typeface="Arial"/>
                <a:ea typeface="Arial"/>
                <a:cs typeface="Arial"/>
              </a:defRPr>
            </a:lvl6pPr>
            <a:lvl7pPr algn="ctr">
              <a:defRPr sz="2700" b="1">
                <a:solidFill>
                  <a:srgbClr val="202426"/>
                </a:solidFill>
                <a:latin typeface="Arial"/>
                <a:ea typeface="Arial"/>
                <a:cs typeface="Arial"/>
              </a:defRPr>
            </a:lvl7pPr>
            <a:lvl8pPr algn="ctr">
              <a:defRPr sz="2700" b="1">
                <a:solidFill>
                  <a:srgbClr val="202426"/>
                </a:solidFill>
                <a:latin typeface="Arial"/>
                <a:ea typeface="Arial"/>
                <a:cs typeface="Arial"/>
              </a:defRPr>
            </a:lvl8pPr>
            <a:lvl9pPr algn="ctr">
              <a:defRPr sz="2700" b="1">
                <a:solidFill>
                  <a:srgbClr val="202426"/>
                </a:solidFill>
                <a:latin typeface="Arial"/>
                <a:ea typeface="Arial"/>
                <a:cs typeface="Arial"/>
              </a:defRPr>
            </a:lvl9pPr>
          </a:lstStyle>
          <a:p xmlns:a="http://schemas.openxmlformats.org/drawingml/2006/main">
            <a:pPr algn="ctr">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C</a:t>
            </a:r>
          </a:p>
        </p:txBody>
      </p:sp>
      <p:cxnSp>
        <p:nvCxnSpPr>
          <p:cNvPr id="32" name="">
            <a:extLst xmlns:a="http://schemas.openxmlformats.org/drawingml/2006/main">
              <a:ext uri="{FF2B5EF4-FFF2-40B4-BE49-F238E27FC236}">
                <a16:creationId xmlns:a16="http://schemas.microsoft.com/office/drawing/2014/main" id="{A8C267C6-57B8-4E73-9B2D-DE881C8ADAA0}"/>
              </a:ext>
            </a:extLst>
          </p:cNvPr>
          <p:cNvCxnSpPr/>
          <p:nvPr/>
        </p:nvCxnSpPr>
        <p:spPr>
          <a:xfrm xmlns:a="http://schemas.openxmlformats.org/drawingml/2006/main">
            <a:off x="12563475" y="5543550"/>
            <a:ext cx="2228850" cy="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sp>
        <p:nvSpPr>
          <p:cNvPr id="33" name="">
            <a:extLst xmlns:a="http://schemas.openxmlformats.org/drawingml/2006/main">
              <a:ext uri="{FF2B5EF4-FFF2-40B4-BE49-F238E27FC236}">
                <a16:creationId xmlns:a16="http://schemas.microsoft.com/office/drawing/2014/main" id="{BB4D0EEE-BFEE-4300-A1D9-6582E9771F00}"/>
              </a:ext>
            </a:extLst>
          </p:cNvPr>
          <p:cNvSpPr>
            <a:spLocks xmlns:a="http://schemas.openxmlformats.org/drawingml/2006/main" noGrp="1"/>
          </p:cNvSpPr>
          <p:nvPr/>
        </p:nvSpPr>
        <p:spPr>
          <a:xfrm xmlns:a="http://schemas.openxmlformats.org/drawingml/2006/main">
            <a:off x="15697200" y="4686300"/>
            <a:ext cx="495300" cy="495300"/>
          </a:xfrm>
          <a:prstGeom xmlns:a="http://schemas.openxmlformats.org/drawingml/2006/main" prst="ellipse">
            <a:avLst/>
          </a:prstGeom>
          <a:solidFill xmlns:a="http://schemas.openxmlformats.org/drawingml/2006/main">
            <a:srgbClr val="B7351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F350019-76B5-4938-AB21-C1B1F2FB7591}"/>
              </a:ext>
            </a:extLst>
          </p:cNvPr>
          <p:cNvSpPr>
            <a:spLocks xmlns:a="http://schemas.openxmlformats.org/drawingml/2006/main" noGrp="1"/>
          </p:cNvSpPr>
          <p:nvPr/>
        </p:nvSpPr>
        <p:spPr>
          <a:xfrm xmlns:a="http://schemas.openxmlformats.org/drawingml/2006/main">
            <a:off x="15659100" y="5314950"/>
            <a:ext cx="571500" cy="628650"/>
          </a:xfrm>
          <a:prstGeom xmlns:a="http://schemas.openxmlformats.org/drawingml/2006/main" prst="rect">
            <a:avLst/>
          </a:prstGeom>
          <a:solidFill xmlns:a="http://schemas.openxmlformats.org/drawingml/2006/main">
            <a:srgbClr val="B7351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3DCE24A-F417-48F1-B1A8-F0876711457C}"/>
              </a:ext>
            </a:extLst>
          </p:cNvPr>
          <p:cNvSpPr>
            <a:spLocks xmlns:a="http://schemas.openxmlformats.org/drawingml/2006/main" noGrp="1"/>
          </p:cNvSpPr>
          <p:nvPr/>
        </p:nvSpPr>
        <p:spPr>
          <a:xfrm xmlns:a="http://schemas.openxmlformats.org/drawingml/2006/main">
            <a:off x="15420975" y="5334000"/>
            <a:ext cx="180975" cy="628650"/>
          </a:xfrm>
          <a:prstGeom xmlns:a="http://schemas.openxmlformats.org/drawingml/2006/main" prst="rect">
            <a:avLst/>
          </a:prstGeom>
          <a:solidFill xmlns:a="http://schemas.openxmlformats.org/drawingml/2006/main">
            <a:srgbClr val="B73513"/>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0121CFB-BB36-4D83-9B87-18933C86C658}"/>
              </a:ext>
            </a:extLst>
          </p:cNvPr>
          <p:cNvSpPr>
            <a:spLocks xmlns:a="http://schemas.openxmlformats.org/drawingml/2006/main" noGrp="1"/>
          </p:cNvSpPr>
          <p:nvPr/>
        </p:nvSpPr>
        <p:spPr>
          <a:xfrm xmlns:a="http://schemas.openxmlformats.org/drawingml/2006/main">
            <a:off x="16287750" y="5334000"/>
            <a:ext cx="180975" cy="628650"/>
          </a:xfrm>
          <a:prstGeom xmlns:a="http://schemas.openxmlformats.org/drawingml/2006/main" prst="rect">
            <a:avLst/>
          </a:prstGeom>
          <a:solidFill xmlns:a="http://schemas.openxmlformats.org/drawingml/2006/main">
            <a:srgbClr val="B7351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1C1122B-7732-454C-B9B4-64AA7A9AF7BF}"/>
              </a:ext>
            </a:extLst>
          </p:cNvPr>
          <p:cNvSpPr>
            <a:spLocks xmlns:a="http://schemas.openxmlformats.org/drawingml/2006/main" noGrp="1"/>
          </p:cNvSpPr>
          <p:nvPr/>
        </p:nvSpPr>
        <p:spPr>
          <a:xfrm xmlns:a="http://schemas.openxmlformats.org/drawingml/2006/main">
            <a:off x="15659100" y="5943600"/>
            <a:ext cx="228600" cy="361950"/>
          </a:xfrm>
          <a:prstGeom xmlns:a="http://schemas.openxmlformats.org/drawingml/2006/main" prst="rect">
            <a:avLst/>
          </a:prstGeom>
          <a:solidFill xmlns:a="http://schemas.openxmlformats.org/drawingml/2006/main">
            <a:srgbClr val="B7351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1C1D2DB-E4AE-4F38-9EAD-7911B8D8EB67}"/>
              </a:ext>
            </a:extLst>
          </p:cNvPr>
          <p:cNvSpPr>
            <a:spLocks xmlns:a="http://schemas.openxmlformats.org/drawingml/2006/main" noGrp="1"/>
          </p:cNvSpPr>
          <p:nvPr/>
        </p:nvSpPr>
        <p:spPr>
          <a:xfrm xmlns:a="http://schemas.openxmlformats.org/drawingml/2006/main">
            <a:off x="16002000" y="5943600"/>
            <a:ext cx="228600" cy="361950"/>
          </a:xfrm>
          <a:prstGeom xmlns:a="http://schemas.openxmlformats.org/drawingml/2006/main" prst="rect">
            <a:avLst/>
          </a:prstGeom>
          <a:solidFill xmlns:a="http://schemas.openxmlformats.org/drawingml/2006/main">
            <a:srgbClr val="B73513"/>
          </a:solidFill>
          <a:ln xmlns:a="http://schemas.openxmlformats.org/drawingml/2006/main" w="0">
            <a:noFill/>
            <a:prstDash val="solid"/>
          </a:ln>
        </p:spPr>
      </p:sp>
      <p:sp>
        <p:nvSpPr>
          <p:cNvPr id="39" name="D · back">
            <a:extLst xmlns:a="http://schemas.openxmlformats.org/drawingml/2006/main">
              <a:ext uri="{FF2B5EF4-FFF2-40B4-BE49-F238E27FC236}">
                <a16:creationId xmlns:a16="http://schemas.microsoft.com/office/drawing/2014/main" id="{1DDE4A76-FC1A-43FC-8AD7-2773F5DE924F}"/>
              </a:ext>
            </a:extLst>
          </p:cNvPr>
          <p:cNvSpPr>
            <a:spLocks xmlns:a="http://schemas.openxmlformats.org/drawingml/2006/main" noGrp="1"/>
          </p:cNvSpPr>
          <p:nvPr/>
        </p:nvSpPr>
        <p:spPr>
          <a:xfrm xmlns:a="http://schemas.openxmlformats.org/drawingml/2006/main">
            <a:off x="14516100" y="64198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a:solidFill>
                  <a:srgbClr val="B73513"/>
                </a:solidFill>
                <a:latin typeface="Arial"/>
                <a:ea typeface="Arial"/>
                <a:cs typeface="Arial"/>
              </a:defRPr>
            </a:defPPr>
            <a:lvl1pPr algn="ctr">
              <a:defRPr sz="2700" b="1">
                <a:solidFill>
                  <a:srgbClr val="B73513"/>
                </a:solidFill>
                <a:latin typeface="Arial"/>
                <a:ea typeface="Arial"/>
                <a:cs typeface="Arial"/>
              </a:defRPr>
            </a:lvl1pPr>
            <a:lvl2pPr algn="ctr">
              <a:defRPr sz="2700" b="1">
                <a:solidFill>
                  <a:srgbClr val="B73513"/>
                </a:solidFill>
                <a:latin typeface="Arial"/>
                <a:ea typeface="Arial"/>
                <a:cs typeface="Arial"/>
              </a:defRPr>
            </a:lvl2pPr>
            <a:lvl3pPr algn="ctr">
              <a:defRPr sz="2700" b="1">
                <a:solidFill>
                  <a:srgbClr val="B73513"/>
                </a:solidFill>
                <a:latin typeface="Arial"/>
                <a:ea typeface="Arial"/>
                <a:cs typeface="Arial"/>
              </a:defRPr>
            </a:lvl3pPr>
            <a:lvl4pPr algn="ctr">
              <a:defRPr sz="2700" b="1">
                <a:solidFill>
                  <a:srgbClr val="B73513"/>
                </a:solidFill>
                <a:latin typeface="Arial"/>
                <a:ea typeface="Arial"/>
                <a:cs typeface="Arial"/>
              </a:defRPr>
            </a:lvl4pPr>
            <a:lvl5pPr algn="ctr">
              <a:defRPr sz="2700" b="1">
                <a:solidFill>
                  <a:srgbClr val="B73513"/>
                </a:solidFill>
                <a:latin typeface="Arial"/>
                <a:ea typeface="Arial"/>
                <a:cs typeface="Arial"/>
              </a:defRPr>
            </a:lvl5pPr>
            <a:lvl6pPr algn="ctr">
              <a:defRPr sz="2700" b="1">
                <a:solidFill>
                  <a:srgbClr val="B73513"/>
                </a:solidFill>
                <a:latin typeface="Arial"/>
                <a:ea typeface="Arial"/>
                <a:cs typeface="Arial"/>
              </a:defRPr>
            </a:lvl6pPr>
            <a:lvl7pPr algn="ctr">
              <a:defRPr sz="2700" b="1">
                <a:solidFill>
                  <a:srgbClr val="B73513"/>
                </a:solidFill>
                <a:latin typeface="Arial"/>
                <a:ea typeface="Arial"/>
                <a:cs typeface="Arial"/>
              </a:defRPr>
            </a:lvl7pPr>
            <a:lvl8pPr algn="ctr">
              <a:defRPr sz="2700" b="1">
                <a:solidFill>
                  <a:srgbClr val="B73513"/>
                </a:solidFill>
                <a:latin typeface="Arial"/>
                <a:ea typeface="Arial"/>
                <a:cs typeface="Arial"/>
              </a:defRPr>
            </a:lvl8pPr>
            <a:lvl9pPr algn="ctr">
              <a:defRPr sz="2700" b="1">
                <a:solidFill>
                  <a:srgbClr val="B73513"/>
                </a:solidFill>
                <a:latin typeface="Arial"/>
                <a:ea typeface="Arial"/>
                <a:cs typeface="Arial"/>
              </a:defRPr>
            </a:lvl9pPr>
          </a:lstStyle>
          <a:p xmlns:a="http://schemas.openxmlformats.org/drawingml/2006/main">
            <a:pPr algn="ctr">
              <a:lnSpc>
                <a:spcPct val="100000"/>
              </a:lnSpc>
              <a:buNone/>
              <a:defRPr sz="2700" b="1">
                <a:solidFill>
                  <a:srgbClr val="B73513"/>
                </a:solidFill>
                <a:latin typeface="Arial"/>
                <a:ea typeface="Arial"/>
                <a:cs typeface="Arial"/>
              </a:defRPr>
            </a:pPr>
            <a:r>
              <a:rPr sz="2700" b="1">
                <a:solidFill>
                  <a:srgbClr val="B73513"/>
                </a:solidFill>
                <a:latin typeface="Arial"/>
                <a:ea typeface="Arial"/>
                <a:cs typeface="Arial"/>
              </a:rPr>
              <a:t>D · back</a:t>
            </a:r>
          </a:p>
        </p:txBody>
      </p:sp>
      <p:sp>
        <p:nvSpPr>
          <p:cNvPr id="40" name="2   Answers return: add yourself.">
            <a:extLst xmlns:a="http://schemas.openxmlformats.org/drawingml/2006/main">
              <a:ext uri="{FF2B5EF4-FFF2-40B4-BE49-F238E27FC236}">
                <a16:creationId xmlns:a16="http://schemas.microsoft.com/office/drawing/2014/main" id="{670DD832-F59D-4938-BC6A-53D0B2BA8934}"/>
              </a:ext>
            </a:extLst>
          </p:cNvPr>
          <p:cNvSpPr>
            <a:spLocks xmlns:a="http://schemas.openxmlformats.org/drawingml/2006/main" noGrp="1"/>
          </p:cNvSpPr>
          <p:nvPr/>
        </p:nvSpPr>
        <p:spPr>
          <a:xfrm xmlns:a="http://schemas.openxmlformats.org/drawingml/2006/main">
            <a:off x="914400" y="7153275"/>
            <a:ext cx="1645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596167"/>
                </a:solidFill>
                <a:latin typeface="Arial"/>
                <a:ea typeface="Arial"/>
                <a:cs typeface="Arial"/>
              </a:defRPr>
            </a:defPPr>
            <a:lvl1pPr algn="l">
              <a:defRPr sz="2250" b="1">
                <a:solidFill>
                  <a:srgbClr val="596167"/>
                </a:solidFill>
                <a:latin typeface="Arial"/>
                <a:ea typeface="Arial"/>
                <a:cs typeface="Arial"/>
              </a:defRPr>
            </a:lvl1pPr>
            <a:lvl2pPr algn="l">
              <a:defRPr sz="2250" b="1">
                <a:solidFill>
                  <a:srgbClr val="596167"/>
                </a:solidFill>
                <a:latin typeface="Arial"/>
                <a:ea typeface="Arial"/>
                <a:cs typeface="Arial"/>
              </a:defRPr>
            </a:lvl2pPr>
            <a:lvl3pPr algn="l">
              <a:defRPr sz="2250" b="1">
                <a:solidFill>
                  <a:srgbClr val="596167"/>
                </a:solidFill>
                <a:latin typeface="Arial"/>
                <a:ea typeface="Arial"/>
                <a:cs typeface="Arial"/>
              </a:defRPr>
            </a:lvl3pPr>
            <a:lvl4pPr algn="l">
              <a:defRPr sz="2250" b="1">
                <a:solidFill>
                  <a:srgbClr val="596167"/>
                </a:solidFill>
                <a:latin typeface="Arial"/>
                <a:ea typeface="Arial"/>
                <a:cs typeface="Arial"/>
              </a:defRPr>
            </a:lvl4pPr>
            <a:lvl5pPr algn="l">
              <a:defRPr sz="2250" b="1">
                <a:solidFill>
                  <a:srgbClr val="596167"/>
                </a:solidFill>
                <a:latin typeface="Arial"/>
                <a:ea typeface="Arial"/>
                <a:cs typeface="Arial"/>
              </a:defRPr>
            </a:lvl5pPr>
            <a:lvl6pPr algn="l">
              <a:defRPr sz="2250" b="1">
                <a:solidFill>
                  <a:srgbClr val="596167"/>
                </a:solidFill>
                <a:latin typeface="Arial"/>
                <a:ea typeface="Arial"/>
                <a:cs typeface="Arial"/>
              </a:defRPr>
            </a:lvl6pPr>
            <a:lvl7pPr algn="l">
              <a:defRPr sz="2250" b="1">
                <a:solidFill>
                  <a:srgbClr val="596167"/>
                </a:solidFill>
                <a:latin typeface="Arial"/>
                <a:ea typeface="Arial"/>
                <a:cs typeface="Arial"/>
              </a:defRPr>
            </a:lvl7pPr>
            <a:lvl8pPr algn="l">
              <a:defRPr sz="2250" b="1">
                <a:solidFill>
                  <a:srgbClr val="596167"/>
                </a:solidFill>
                <a:latin typeface="Arial"/>
                <a:ea typeface="Arial"/>
                <a:cs typeface="Arial"/>
              </a:defRPr>
            </a:lvl8pPr>
            <a:lvl9pPr algn="l">
              <a:defRPr sz="2250" b="1">
                <a:solidFill>
                  <a:srgbClr val="596167"/>
                </a:solidFill>
                <a:latin typeface="Arial"/>
                <a:ea typeface="Arial"/>
                <a:cs typeface="Arial"/>
              </a:defRPr>
            </a:lvl9pPr>
          </a:lstStyle>
          <a:p xmlns:a="http://schemas.openxmlformats.org/drawingml/2006/main">
            <a:pPr algn="l">
              <a:lnSpc>
                <a:spcPct val="100000"/>
              </a:lnSpc>
              <a:buNone/>
              <a:defRPr sz="2250" b="1">
                <a:solidFill>
                  <a:srgbClr val="596167"/>
                </a:solidFill>
                <a:latin typeface="Arial"/>
                <a:ea typeface="Arial"/>
                <a:cs typeface="Arial"/>
              </a:defRPr>
            </a:pPr>
            <a:r>
              <a:rPr sz="2250" b="1">
                <a:solidFill>
                  <a:srgbClr val="596167"/>
                </a:solidFill>
                <a:latin typeface="Arial"/>
                <a:ea typeface="Arial"/>
                <a:cs typeface="Arial"/>
              </a:rPr>
              <a:t>2   Answers return: add yourself.</a:t>
            </a:r>
          </a:p>
        </p:txBody>
      </p:sp>
      <p:sp>
        <p:nvSpPr>
          <p:cNvPr id="41" name="3 + 1 = 4">
            <a:extLst xmlns:a="http://schemas.openxmlformats.org/drawingml/2006/main">
              <a:ext uri="{FF2B5EF4-FFF2-40B4-BE49-F238E27FC236}">
                <a16:creationId xmlns:a16="http://schemas.microsoft.com/office/drawing/2014/main" id="{8B3997FB-4676-49D9-A641-ACDD6F00EF33}"/>
              </a:ext>
            </a:extLst>
          </p:cNvPr>
          <p:cNvSpPr>
            <a:spLocks xmlns:a="http://schemas.openxmlformats.org/drawingml/2006/main" noGrp="1"/>
          </p:cNvSpPr>
          <p:nvPr/>
        </p:nvSpPr>
        <p:spPr>
          <a:xfrm xmlns:a="http://schemas.openxmlformats.org/drawingml/2006/main">
            <a:off x="914400" y="77819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75" b="1">
                <a:solidFill>
                  <a:srgbClr val="B73513"/>
                </a:solidFill>
                <a:latin typeface="Arial"/>
                <a:ea typeface="Arial"/>
                <a:cs typeface="Arial"/>
              </a:defRPr>
            </a:defPPr>
            <a:lvl1pPr algn="ctr">
              <a:defRPr sz="3375" b="1">
                <a:solidFill>
                  <a:srgbClr val="B73513"/>
                </a:solidFill>
                <a:latin typeface="Arial"/>
                <a:ea typeface="Arial"/>
                <a:cs typeface="Arial"/>
              </a:defRPr>
            </a:lvl1pPr>
            <a:lvl2pPr algn="ctr">
              <a:defRPr sz="3375" b="1">
                <a:solidFill>
                  <a:srgbClr val="B73513"/>
                </a:solidFill>
                <a:latin typeface="Arial"/>
                <a:ea typeface="Arial"/>
                <a:cs typeface="Arial"/>
              </a:defRPr>
            </a:lvl2pPr>
            <a:lvl3pPr algn="ctr">
              <a:defRPr sz="3375" b="1">
                <a:solidFill>
                  <a:srgbClr val="B73513"/>
                </a:solidFill>
                <a:latin typeface="Arial"/>
                <a:ea typeface="Arial"/>
                <a:cs typeface="Arial"/>
              </a:defRPr>
            </a:lvl3pPr>
            <a:lvl4pPr algn="ctr">
              <a:defRPr sz="3375" b="1">
                <a:solidFill>
                  <a:srgbClr val="B73513"/>
                </a:solidFill>
                <a:latin typeface="Arial"/>
                <a:ea typeface="Arial"/>
                <a:cs typeface="Arial"/>
              </a:defRPr>
            </a:lvl4pPr>
            <a:lvl5pPr algn="ctr">
              <a:defRPr sz="3375" b="1">
                <a:solidFill>
                  <a:srgbClr val="B73513"/>
                </a:solidFill>
                <a:latin typeface="Arial"/>
                <a:ea typeface="Arial"/>
                <a:cs typeface="Arial"/>
              </a:defRPr>
            </a:lvl5pPr>
            <a:lvl6pPr algn="ctr">
              <a:defRPr sz="3375" b="1">
                <a:solidFill>
                  <a:srgbClr val="B73513"/>
                </a:solidFill>
                <a:latin typeface="Arial"/>
                <a:ea typeface="Arial"/>
                <a:cs typeface="Arial"/>
              </a:defRPr>
            </a:lvl6pPr>
            <a:lvl7pPr algn="ctr">
              <a:defRPr sz="3375" b="1">
                <a:solidFill>
                  <a:srgbClr val="B73513"/>
                </a:solidFill>
                <a:latin typeface="Arial"/>
                <a:ea typeface="Arial"/>
                <a:cs typeface="Arial"/>
              </a:defRPr>
            </a:lvl7pPr>
            <a:lvl8pPr algn="ctr">
              <a:defRPr sz="3375" b="1">
                <a:solidFill>
                  <a:srgbClr val="B73513"/>
                </a:solidFill>
                <a:latin typeface="Arial"/>
                <a:ea typeface="Arial"/>
                <a:cs typeface="Arial"/>
              </a:defRPr>
            </a:lvl8pPr>
            <a:lvl9pPr algn="ctr">
              <a:defRPr sz="3375" b="1">
                <a:solidFill>
                  <a:srgbClr val="B73513"/>
                </a:solidFill>
                <a:latin typeface="Arial"/>
                <a:ea typeface="Arial"/>
                <a:cs typeface="Arial"/>
              </a:defRPr>
            </a:lvl9pPr>
          </a:lstStyle>
          <a:p xmlns:a="http://schemas.openxmlformats.org/drawingml/2006/main">
            <a:pPr algn="ctr">
              <a:lnSpc>
                <a:spcPct val="100000"/>
              </a:lnSpc>
              <a:buNone/>
              <a:defRPr sz="3375" b="1">
                <a:solidFill>
                  <a:srgbClr val="B73513"/>
                </a:solidFill>
                <a:latin typeface="Arial"/>
                <a:ea typeface="Arial"/>
                <a:cs typeface="Arial"/>
              </a:defRPr>
            </a:pPr>
            <a:r>
              <a:rPr sz="3375" b="1">
                <a:solidFill>
                  <a:srgbClr val="B73513"/>
                </a:solidFill>
                <a:latin typeface="Arial"/>
                <a:ea typeface="Arial"/>
                <a:cs typeface="Arial"/>
              </a:rPr>
              <a:t>3 + 1 = 4</a:t>
            </a:r>
          </a:p>
        </p:txBody>
      </p:sp>
      <p:cxnSp>
        <p:nvCxnSpPr>
          <p:cNvPr id="42" name="">
            <a:extLst xmlns:a="http://schemas.openxmlformats.org/drawingml/2006/main">
              <a:ext uri="{FF2B5EF4-FFF2-40B4-BE49-F238E27FC236}">
                <a16:creationId xmlns:a16="http://schemas.microsoft.com/office/drawing/2014/main" id="{5D37F09F-24AE-4A4E-AA7B-81EDF1EF3799}"/>
              </a:ext>
            </a:extLst>
          </p:cNvPr>
          <p:cNvCxnSpPr/>
          <p:nvPr/>
        </p:nvCxnSpPr>
        <p:spPr>
          <a:xfrm xmlns:a="http://schemas.openxmlformats.org/drawingml/2006/main">
            <a:off x="4105275" y="8086725"/>
            <a:ext cx="1009650" cy="0"/>
          </a:xfrm>
          <a:prstGeom xmlns:a="http://schemas.openxmlformats.org/drawingml/2006/main" prst="straightConnector1">
            <a:avLst/>
          </a:prstGeom>
          <a:ln xmlns:a="http://schemas.openxmlformats.org/drawingml/2006/main" w="47625">
            <a:solidFill>
              <a:srgbClr val="E64519"/>
            </a:solidFill>
            <a:prstDash val="solid"/>
            <a:headEnd type="triangle" w="med" len="med"/>
          </a:ln>
        </p:spPr>
      </p:cxnSp>
      <p:sp>
        <p:nvSpPr>
          <p:cNvPr id="43" name="2 + 1 = 3">
            <a:extLst xmlns:a="http://schemas.openxmlformats.org/drawingml/2006/main">
              <a:ext uri="{FF2B5EF4-FFF2-40B4-BE49-F238E27FC236}">
                <a16:creationId xmlns:a16="http://schemas.microsoft.com/office/drawing/2014/main" id="{937DCB4F-BE12-4C64-8184-3F8E3FFBB456}"/>
              </a:ext>
            </a:extLst>
          </p:cNvPr>
          <p:cNvSpPr>
            <a:spLocks xmlns:a="http://schemas.openxmlformats.org/drawingml/2006/main" noGrp="1"/>
          </p:cNvSpPr>
          <p:nvPr/>
        </p:nvSpPr>
        <p:spPr>
          <a:xfrm xmlns:a="http://schemas.openxmlformats.org/drawingml/2006/main">
            <a:off x="5448300" y="77819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75" b="1">
                <a:solidFill>
                  <a:srgbClr val="B73513"/>
                </a:solidFill>
                <a:latin typeface="Arial"/>
                <a:ea typeface="Arial"/>
                <a:cs typeface="Arial"/>
              </a:defRPr>
            </a:defPPr>
            <a:lvl1pPr algn="ctr">
              <a:defRPr sz="3375" b="1">
                <a:solidFill>
                  <a:srgbClr val="B73513"/>
                </a:solidFill>
                <a:latin typeface="Arial"/>
                <a:ea typeface="Arial"/>
                <a:cs typeface="Arial"/>
              </a:defRPr>
            </a:lvl1pPr>
            <a:lvl2pPr algn="ctr">
              <a:defRPr sz="3375" b="1">
                <a:solidFill>
                  <a:srgbClr val="B73513"/>
                </a:solidFill>
                <a:latin typeface="Arial"/>
                <a:ea typeface="Arial"/>
                <a:cs typeface="Arial"/>
              </a:defRPr>
            </a:lvl2pPr>
            <a:lvl3pPr algn="ctr">
              <a:defRPr sz="3375" b="1">
                <a:solidFill>
                  <a:srgbClr val="B73513"/>
                </a:solidFill>
                <a:latin typeface="Arial"/>
                <a:ea typeface="Arial"/>
                <a:cs typeface="Arial"/>
              </a:defRPr>
            </a:lvl3pPr>
            <a:lvl4pPr algn="ctr">
              <a:defRPr sz="3375" b="1">
                <a:solidFill>
                  <a:srgbClr val="B73513"/>
                </a:solidFill>
                <a:latin typeface="Arial"/>
                <a:ea typeface="Arial"/>
                <a:cs typeface="Arial"/>
              </a:defRPr>
            </a:lvl4pPr>
            <a:lvl5pPr algn="ctr">
              <a:defRPr sz="3375" b="1">
                <a:solidFill>
                  <a:srgbClr val="B73513"/>
                </a:solidFill>
                <a:latin typeface="Arial"/>
                <a:ea typeface="Arial"/>
                <a:cs typeface="Arial"/>
              </a:defRPr>
            </a:lvl5pPr>
            <a:lvl6pPr algn="ctr">
              <a:defRPr sz="3375" b="1">
                <a:solidFill>
                  <a:srgbClr val="B73513"/>
                </a:solidFill>
                <a:latin typeface="Arial"/>
                <a:ea typeface="Arial"/>
                <a:cs typeface="Arial"/>
              </a:defRPr>
            </a:lvl6pPr>
            <a:lvl7pPr algn="ctr">
              <a:defRPr sz="3375" b="1">
                <a:solidFill>
                  <a:srgbClr val="B73513"/>
                </a:solidFill>
                <a:latin typeface="Arial"/>
                <a:ea typeface="Arial"/>
                <a:cs typeface="Arial"/>
              </a:defRPr>
            </a:lvl7pPr>
            <a:lvl8pPr algn="ctr">
              <a:defRPr sz="3375" b="1">
                <a:solidFill>
                  <a:srgbClr val="B73513"/>
                </a:solidFill>
                <a:latin typeface="Arial"/>
                <a:ea typeface="Arial"/>
                <a:cs typeface="Arial"/>
              </a:defRPr>
            </a:lvl8pPr>
            <a:lvl9pPr algn="ctr">
              <a:defRPr sz="3375" b="1">
                <a:solidFill>
                  <a:srgbClr val="B73513"/>
                </a:solidFill>
                <a:latin typeface="Arial"/>
                <a:ea typeface="Arial"/>
                <a:cs typeface="Arial"/>
              </a:defRPr>
            </a:lvl9pPr>
          </a:lstStyle>
          <a:p xmlns:a="http://schemas.openxmlformats.org/drawingml/2006/main">
            <a:pPr algn="ctr">
              <a:lnSpc>
                <a:spcPct val="100000"/>
              </a:lnSpc>
              <a:buNone/>
              <a:defRPr sz="3375" b="1">
                <a:solidFill>
                  <a:srgbClr val="B73513"/>
                </a:solidFill>
                <a:latin typeface="Arial"/>
                <a:ea typeface="Arial"/>
                <a:cs typeface="Arial"/>
              </a:defRPr>
            </a:pPr>
            <a:r>
              <a:rPr sz="3375" b="1">
                <a:solidFill>
                  <a:srgbClr val="B73513"/>
                </a:solidFill>
                <a:latin typeface="Arial"/>
                <a:ea typeface="Arial"/>
                <a:cs typeface="Arial"/>
              </a:rPr>
              <a:t>2 + 1 = 3</a:t>
            </a:r>
          </a:p>
        </p:txBody>
      </p:sp>
      <p:cxnSp>
        <p:nvCxnSpPr>
          <p:cNvPr id="44" name="">
            <a:extLst xmlns:a="http://schemas.openxmlformats.org/drawingml/2006/main">
              <a:ext uri="{FF2B5EF4-FFF2-40B4-BE49-F238E27FC236}">
                <a16:creationId xmlns:a16="http://schemas.microsoft.com/office/drawing/2014/main" id="{4354FFFE-DA1C-4536-A42C-7BDD861705D2}"/>
              </a:ext>
            </a:extLst>
          </p:cNvPr>
          <p:cNvCxnSpPr/>
          <p:nvPr/>
        </p:nvCxnSpPr>
        <p:spPr>
          <a:xfrm xmlns:a="http://schemas.openxmlformats.org/drawingml/2006/main">
            <a:off x="8639175" y="8086725"/>
            <a:ext cx="1009650" cy="0"/>
          </a:xfrm>
          <a:prstGeom xmlns:a="http://schemas.openxmlformats.org/drawingml/2006/main" prst="straightConnector1">
            <a:avLst/>
          </a:prstGeom>
          <a:ln xmlns:a="http://schemas.openxmlformats.org/drawingml/2006/main" w="47625">
            <a:solidFill>
              <a:srgbClr val="E64519"/>
            </a:solidFill>
            <a:prstDash val="solid"/>
            <a:headEnd type="triangle" w="med" len="med"/>
          </a:ln>
        </p:spPr>
      </p:cxnSp>
      <p:sp>
        <p:nvSpPr>
          <p:cNvPr id="45" name="1 + 1 = 2">
            <a:extLst xmlns:a="http://schemas.openxmlformats.org/drawingml/2006/main">
              <a:ext uri="{FF2B5EF4-FFF2-40B4-BE49-F238E27FC236}">
                <a16:creationId xmlns:a16="http://schemas.microsoft.com/office/drawing/2014/main" id="{E0EF5804-EC11-4EE8-A66F-563301E31AAA}"/>
              </a:ext>
            </a:extLst>
          </p:cNvPr>
          <p:cNvSpPr>
            <a:spLocks xmlns:a="http://schemas.openxmlformats.org/drawingml/2006/main" noGrp="1"/>
          </p:cNvSpPr>
          <p:nvPr/>
        </p:nvSpPr>
        <p:spPr>
          <a:xfrm xmlns:a="http://schemas.openxmlformats.org/drawingml/2006/main">
            <a:off x="9982200" y="77819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75" b="1">
                <a:solidFill>
                  <a:srgbClr val="B73513"/>
                </a:solidFill>
                <a:latin typeface="Arial"/>
                <a:ea typeface="Arial"/>
                <a:cs typeface="Arial"/>
              </a:defRPr>
            </a:defPPr>
            <a:lvl1pPr algn="ctr">
              <a:defRPr sz="3375" b="1">
                <a:solidFill>
                  <a:srgbClr val="B73513"/>
                </a:solidFill>
                <a:latin typeface="Arial"/>
                <a:ea typeface="Arial"/>
                <a:cs typeface="Arial"/>
              </a:defRPr>
            </a:lvl1pPr>
            <a:lvl2pPr algn="ctr">
              <a:defRPr sz="3375" b="1">
                <a:solidFill>
                  <a:srgbClr val="B73513"/>
                </a:solidFill>
                <a:latin typeface="Arial"/>
                <a:ea typeface="Arial"/>
                <a:cs typeface="Arial"/>
              </a:defRPr>
            </a:lvl2pPr>
            <a:lvl3pPr algn="ctr">
              <a:defRPr sz="3375" b="1">
                <a:solidFill>
                  <a:srgbClr val="B73513"/>
                </a:solidFill>
                <a:latin typeface="Arial"/>
                <a:ea typeface="Arial"/>
                <a:cs typeface="Arial"/>
              </a:defRPr>
            </a:lvl3pPr>
            <a:lvl4pPr algn="ctr">
              <a:defRPr sz="3375" b="1">
                <a:solidFill>
                  <a:srgbClr val="B73513"/>
                </a:solidFill>
                <a:latin typeface="Arial"/>
                <a:ea typeface="Arial"/>
                <a:cs typeface="Arial"/>
              </a:defRPr>
            </a:lvl4pPr>
            <a:lvl5pPr algn="ctr">
              <a:defRPr sz="3375" b="1">
                <a:solidFill>
                  <a:srgbClr val="B73513"/>
                </a:solidFill>
                <a:latin typeface="Arial"/>
                <a:ea typeface="Arial"/>
                <a:cs typeface="Arial"/>
              </a:defRPr>
            </a:lvl5pPr>
            <a:lvl6pPr algn="ctr">
              <a:defRPr sz="3375" b="1">
                <a:solidFill>
                  <a:srgbClr val="B73513"/>
                </a:solidFill>
                <a:latin typeface="Arial"/>
                <a:ea typeface="Arial"/>
                <a:cs typeface="Arial"/>
              </a:defRPr>
            </a:lvl6pPr>
            <a:lvl7pPr algn="ctr">
              <a:defRPr sz="3375" b="1">
                <a:solidFill>
                  <a:srgbClr val="B73513"/>
                </a:solidFill>
                <a:latin typeface="Arial"/>
                <a:ea typeface="Arial"/>
                <a:cs typeface="Arial"/>
              </a:defRPr>
            </a:lvl7pPr>
            <a:lvl8pPr algn="ctr">
              <a:defRPr sz="3375" b="1">
                <a:solidFill>
                  <a:srgbClr val="B73513"/>
                </a:solidFill>
                <a:latin typeface="Arial"/>
                <a:ea typeface="Arial"/>
                <a:cs typeface="Arial"/>
              </a:defRPr>
            </a:lvl8pPr>
            <a:lvl9pPr algn="ctr">
              <a:defRPr sz="3375" b="1">
                <a:solidFill>
                  <a:srgbClr val="B73513"/>
                </a:solidFill>
                <a:latin typeface="Arial"/>
                <a:ea typeface="Arial"/>
                <a:cs typeface="Arial"/>
              </a:defRPr>
            </a:lvl9pPr>
          </a:lstStyle>
          <a:p xmlns:a="http://schemas.openxmlformats.org/drawingml/2006/main">
            <a:pPr algn="ctr">
              <a:lnSpc>
                <a:spcPct val="100000"/>
              </a:lnSpc>
              <a:buNone/>
              <a:defRPr sz="3375" b="1">
                <a:solidFill>
                  <a:srgbClr val="B73513"/>
                </a:solidFill>
                <a:latin typeface="Arial"/>
                <a:ea typeface="Arial"/>
                <a:cs typeface="Arial"/>
              </a:defRPr>
            </a:pPr>
            <a:r>
              <a:rPr sz="3375" b="1">
                <a:solidFill>
                  <a:srgbClr val="B73513"/>
                </a:solidFill>
                <a:latin typeface="Arial"/>
                <a:ea typeface="Arial"/>
                <a:cs typeface="Arial"/>
              </a:rPr>
              <a:t>1 + 1 = 2</a:t>
            </a:r>
          </a:p>
        </p:txBody>
      </p:sp>
      <p:cxnSp>
        <p:nvCxnSpPr>
          <p:cNvPr id="46" name="">
            <a:extLst xmlns:a="http://schemas.openxmlformats.org/drawingml/2006/main">
              <a:ext uri="{FF2B5EF4-FFF2-40B4-BE49-F238E27FC236}">
                <a16:creationId xmlns:a16="http://schemas.microsoft.com/office/drawing/2014/main" id="{8D214BD1-298F-4A97-828A-72853E747910}"/>
              </a:ext>
            </a:extLst>
          </p:cNvPr>
          <p:cNvCxnSpPr/>
          <p:nvPr/>
        </p:nvCxnSpPr>
        <p:spPr>
          <a:xfrm xmlns:a="http://schemas.openxmlformats.org/drawingml/2006/main">
            <a:off x="13173075" y="8086725"/>
            <a:ext cx="1009650" cy="0"/>
          </a:xfrm>
          <a:prstGeom xmlns:a="http://schemas.openxmlformats.org/drawingml/2006/main" prst="straightConnector1">
            <a:avLst/>
          </a:prstGeom>
          <a:ln xmlns:a="http://schemas.openxmlformats.org/drawingml/2006/main" w="47625">
            <a:solidFill>
              <a:srgbClr val="E64519"/>
            </a:solidFill>
            <a:prstDash val="solid"/>
            <a:headEnd type="triangle" w="med" len="med"/>
          </a:ln>
        </p:spPr>
      </p:cxnSp>
      <p:sp>
        <p:nvSpPr>
          <p:cNvPr id="47" name="1">
            <a:extLst xmlns:a="http://schemas.openxmlformats.org/drawingml/2006/main">
              <a:ext uri="{FF2B5EF4-FFF2-40B4-BE49-F238E27FC236}">
                <a16:creationId xmlns:a16="http://schemas.microsoft.com/office/drawing/2014/main" id="{C06A5DBA-2FEE-4AD5-A6FE-18EB604EDB24}"/>
              </a:ext>
            </a:extLst>
          </p:cNvPr>
          <p:cNvSpPr>
            <a:spLocks xmlns:a="http://schemas.openxmlformats.org/drawingml/2006/main" noGrp="1"/>
          </p:cNvSpPr>
          <p:nvPr/>
        </p:nvSpPr>
        <p:spPr>
          <a:xfrm xmlns:a="http://schemas.openxmlformats.org/drawingml/2006/main">
            <a:off x="14516100" y="7781925"/>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75" b="1">
                <a:solidFill>
                  <a:srgbClr val="B73513"/>
                </a:solidFill>
                <a:latin typeface="Arial"/>
                <a:ea typeface="Arial"/>
                <a:cs typeface="Arial"/>
              </a:defRPr>
            </a:defPPr>
            <a:lvl1pPr algn="ctr">
              <a:defRPr sz="3375" b="1">
                <a:solidFill>
                  <a:srgbClr val="B73513"/>
                </a:solidFill>
                <a:latin typeface="Arial"/>
                <a:ea typeface="Arial"/>
                <a:cs typeface="Arial"/>
              </a:defRPr>
            </a:lvl1pPr>
            <a:lvl2pPr algn="ctr">
              <a:defRPr sz="3375" b="1">
                <a:solidFill>
                  <a:srgbClr val="B73513"/>
                </a:solidFill>
                <a:latin typeface="Arial"/>
                <a:ea typeface="Arial"/>
                <a:cs typeface="Arial"/>
              </a:defRPr>
            </a:lvl2pPr>
            <a:lvl3pPr algn="ctr">
              <a:defRPr sz="3375" b="1">
                <a:solidFill>
                  <a:srgbClr val="B73513"/>
                </a:solidFill>
                <a:latin typeface="Arial"/>
                <a:ea typeface="Arial"/>
                <a:cs typeface="Arial"/>
              </a:defRPr>
            </a:lvl3pPr>
            <a:lvl4pPr algn="ctr">
              <a:defRPr sz="3375" b="1">
                <a:solidFill>
                  <a:srgbClr val="B73513"/>
                </a:solidFill>
                <a:latin typeface="Arial"/>
                <a:ea typeface="Arial"/>
                <a:cs typeface="Arial"/>
              </a:defRPr>
            </a:lvl4pPr>
            <a:lvl5pPr algn="ctr">
              <a:defRPr sz="3375" b="1">
                <a:solidFill>
                  <a:srgbClr val="B73513"/>
                </a:solidFill>
                <a:latin typeface="Arial"/>
                <a:ea typeface="Arial"/>
                <a:cs typeface="Arial"/>
              </a:defRPr>
            </a:lvl5pPr>
            <a:lvl6pPr algn="ctr">
              <a:defRPr sz="3375" b="1">
                <a:solidFill>
                  <a:srgbClr val="B73513"/>
                </a:solidFill>
                <a:latin typeface="Arial"/>
                <a:ea typeface="Arial"/>
                <a:cs typeface="Arial"/>
              </a:defRPr>
            </a:lvl6pPr>
            <a:lvl7pPr algn="ctr">
              <a:defRPr sz="3375" b="1">
                <a:solidFill>
                  <a:srgbClr val="B73513"/>
                </a:solidFill>
                <a:latin typeface="Arial"/>
                <a:ea typeface="Arial"/>
                <a:cs typeface="Arial"/>
              </a:defRPr>
            </a:lvl7pPr>
            <a:lvl8pPr algn="ctr">
              <a:defRPr sz="3375" b="1">
                <a:solidFill>
                  <a:srgbClr val="B73513"/>
                </a:solidFill>
                <a:latin typeface="Arial"/>
                <a:ea typeface="Arial"/>
                <a:cs typeface="Arial"/>
              </a:defRPr>
            </a:lvl8pPr>
            <a:lvl9pPr algn="ctr">
              <a:defRPr sz="3375" b="1">
                <a:solidFill>
                  <a:srgbClr val="B73513"/>
                </a:solidFill>
                <a:latin typeface="Arial"/>
                <a:ea typeface="Arial"/>
                <a:cs typeface="Arial"/>
              </a:defRPr>
            </a:lvl9pPr>
          </a:lstStyle>
          <a:p xmlns:a="http://schemas.openxmlformats.org/drawingml/2006/main">
            <a:pPr algn="ctr">
              <a:lnSpc>
                <a:spcPct val="100000"/>
              </a:lnSpc>
              <a:buNone/>
              <a:defRPr sz="3375" b="1">
                <a:solidFill>
                  <a:srgbClr val="B73513"/>
                </a:solidFill>
                <a:latin typeface="Arial"/>
                <a:ea typeface="Arial"/>
                <a:cs typeface="Arial"/>
              </a:defRPr>
            </a:pPr>
            <a:r>
              <a:rPr sz="3375" b="1">
                <a:solidFill>
                  <a:srgbClr val="B73513"/>
                </a:solidFill>
                <a:latin typeface="Arial"/>
                <a:ea typeface="Arial"/>
                <a:cs typeface="Arial"/>
              </a:rPr>
              <a:t>1</a:t>
            </a:r>
          </a:p>
        </p:txBody>
      </p:sp>
      <p:sp>
        <p:nvSpPr>
          <p:cNvPr id="48" name="Only me.">
            <a:extLst xmlns:a="http://schemas.openxmlformats.org/drawingml/2006/main">
              <a:ext uri="{FF2B5EF4-FFF2-40B4-BE49-F238E27FC236}">
                <a16:creationId xmlns:a16="http://schemas.microsoft.com/office/drawing/2014/main" id="{A913B174-8AD2-4C0B-AD32-0AFD058F34B5}"/>
              </a:ext>
            </a:extLst>
          </p:cNvPr>
          <p:cNvSpPr>
            <a:spLocks xmlns:a="http://schemas.openxmlformats.org/drawingml/2006/main" noGrp="1"/>
          </p:cNvSpPr>
          <p:nvPr/>
        </p:nvSpPr>
        <p:spPr>
          <a:xfrm xmlns:a="http://schemas.openxmlformats.org/drawingml/2006/main">
            <a:off x="14516100" y="8391525"/>
            <a:ext cx="285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0">
                <a:solidFill>
                  <a:srgbClr val="596167"/>
                </a:solidFill>
                <a:latin typeface="Arial"/>
                <a:ea typeface="Arial"/>
                <a:cs typeface="Arial"/>
              </a:defRPr>
            </a:defPPr>
            <a:lvl1pPr algn="ctr">
              <a:defRPr sz="2100" b="0">
                <a:solidFill>
                  <a:srgbClr val="596167"/>
                </a:solidFill>
                <a:latin typeface="Arial"/>
                <a:ea typeface="Arial"/>
                <a:cs typeface="Arial"/>
              </a:defRPr>
            </a:lvl1pPr>
            <a:lvl2pPr algn="ctr">
              <a:defRPr sz="2100" b="0">
                <a:solidFill>
                  <a:srgbClr val="596167"/>
                </a:solidFill>
                <a:latin typeface="Arial"/>
                <a:ea typeface="Arial"/>
                <a:cs typeface="Arial"/>
              </a:defRPr>
            </a:lvl2pPr>
            <a:lvl3pPr algn="ctr">
              <a:defRPr sz="2100" b="0">
                <a:solidFill>
                  <a:srgbClr val="596167"/>
                </a:solidFill>
                <a:latin typeface="Arial"/>
                <a:ea typeface="Arial"/>
                <a:cs typeface="Arial"/>
              </a:defRPr>
            </a:lvl3pPr>
            <a:lvl4pPr algn="ctr">
              <a:defRPr sz="2100" b="0">
                <a:solidFill>
                  <a:srgbClr val="596167"/>
                </a:solidFill>
                <a:latin typeface="Arial"/>
                <a:ea typeface="Arial"/>
                <a:cs typeface="Arial"/>
              </a:defRPr>
            </a:lvl4pPr>
            <a:lvl5pPr algn="ctr">
              <a:defRPr sz="2100" b="0">
                <a:solidFill>
                  <a:srgbClr val="596167"/>
                </a:solidFill>
                <a:latin typeface="Arial"/>
                <a:ea typeface="Arial"/>
                <a:cs typeface="Arial"/>
              </a:defRPr>
            </a:lvl5pPr>
            <a:lvl6pPr algn="ctr">
              <a:defRPr sz="2100" b="0">
                <a:solidFill>
                  <a:srgbClr val="596167"/>
                </a:solidFill>
                <a:latin typeface="Arial"/>
                <a:ea typeface="Arial"/>
                <a:cs typeface="Arial"/>
              </a:defRPr>
            </a:lvl6pPr>
            <a:lvl7pPr algn="ctr">
              <a:defRPr sz="2100" b="0">
                <a:solidFill>
                  <a:srgbClr val="596167"/>
                </a:solidFill>
                <a:latin typeface="Arial"/>
                <a:ea typeface="Arial"/>
                <a:cs typeface="Arial"/>
              </a:defRPr>
            </a:lvl7pPr>
            <a:lvl8pPr algn="ctr">
              <a:defRPr sz="2100" b="0">
                <a:solidFill>
                  <a:srgbClr val="596167"/>
                </a:solidFill>
                <a:latin typeface="Arial"/>
                <a:ea typeface="Arial"/>
                <a:cs typeface="Arial"/>
              </a:defRPr>
            </a:lvl8pPr>
            <a:lvl9pPr algn="ctr">
              <a:defRPr sz="2100" b="0">
                <a:solidFill>
                  <a:srgbClr val="596167"/>
                </a:solidFill>
                <a:latin typeface="Arial"/>
                <a:ea typeface="Arial"/>
                <a:cs typeface="Arial"/>
              </a:defRPr>
            </a:lvl9pPr>
          </a:lstStyle>
          <a:p xmlns:a="http://schemas.openxmlformats.org/drawingml/2006/main">
            <a:pPr algn="ctr">
              <a:lnSpc>
                <a:spcPct val="100000"/>
              </a:lnSpc>
              <a:buNone/>
              <a:defRPr sz="2100" b="0">
                <a:solidFill>
                  <a:srgbClr val="596167"/>
                </a:solidFill>
                <a:latin typeface="Arial"/>
                <a:ea typeface="Arial"/>
                <a:cs typeface="Arial"/>
              </a:defRPr>
            </a:pPr>
            <a:r>
              <a:rPr sz="2100" b="0">
                <a:solidFill>
                  <a:srgbClr val="596167"/>
                </a:solidFill>
                <a:latin typeface="Arial"/>
                <a:ea typeface="Arial"/>
                <a:cs typeface="Arial"/>
              </a:rPr>
              <a:t>Only me.</a:t>
            </a:r>
          </a:p>
        </p:txBody>
      </p:sp>
      <p:sp>
        <p:nvSpPr>
          <p:cNvPr id="49" name="">
            <a:extLst xmlns:a="http://schemas.openxmlformats.org/drawingml/2006/main">
              <a:ext uri="{FF2B5EF4-FFF2-40B4-BE49-F238E27FC236}">
                <a16:creationId xmlns:a16="http://schemas.microsoft.com/office/drawing/2014/main" id="{6974218C-5A35-4B96-8D74-C8FD01783F8D}"/>
              </a:ext>
            </a:extLst>
          </p:cNvPr>
          <p:cNvSpPr>
            <a:spLocks xmlns:a="http://schemas.openxmlformats.org/drawingml/2006/main" noGrp="1"/>
          </p:cNvSpPr>
          <p:nvPr/>
        </p:nvSpPr>
        <p:spPr>
          <a:xfrm xmlns:a="http://schemas.openxmlformats.org/drawingml/2006/main">
            <a:off x="914400" y="8839200"/>
            <a:ext cx="16459200" cy="7810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7B9D567F-BC15-4E31-AB74-7AE9B511CD63}"/>
              </a:ext>
            </a:extLst>
          </p:cNvPr>
          <p:cNvSpPr>
            <a:spLocks xmlns:a="http://schemas.openxmlformats.org/drawingml/2006/main" noGrp="1"/>
          </p:cNvSpPr>
          <p:nvPr/>
        </p:nvSpPr>
        <p:spPr>
          <a:xfrm xmlns:a="http://schemas.openxmlformats.org/drawingml/2006/main">
            <a:off x="914400" y="8839200"/>
            <a:ext cx="57150" cy="7810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51" name="Same method, smaller problem, until one case is directl">
            <a:extLst xmlns:a="http://schemas.openxmlformats.org/drawingml/2006/main">
              <a:ext uri="{FF2B5EF4-FFF2-40B4-BE49-F238E27FC236}">
                <a16:creationId xmlns:a16="http://schemas.microsoft.com/office/drawing/2014/main" id="{2CF2564D-D170-40D1-B45E-D6A1E6F9D15F}"/>
              </a:ext>
            </a:extLst>
          </p:cNvPr>
          <p:cNvSpPr>
            <a:spLocks xmlns:a="http://schemas.openxmlformats.org/drawingml/2006/main" noGrp="1"/>
          </p:cNvSpPr>
          <p:nvPr/>
        </p:nvSpPr>
        <p:spPr>
          <a:xfrm xmlns:a="http://schemas.openxmlformats.org/drawingml/2006/main">
            <a:off x="1190625" y="9010650"/>
            <a:ext cx="1581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Same method, smaller problem, until one case is directly answerable.</a:t>
            </a:r>
          </a:p>
        </p:txBody>
      </p:sp>
    </p:spTree>
    <p:extLst>
      <p:ext uri="{BB962C8B-B14F-4D97-AF65-F5344CB8AC3E}">
        <p14:creationId xmlns:p14="http://schemas.microsoft.com/office/powerpoint/2010/main" val="5993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URSION">
            <a:extLst xmlns:a="http://schemas.openxmlformats.org/drawingml/2006/main">
              <a:ext uri="{FF2B5EF4-FFF2-40B4-BE49-F238E27FC236}">
                <a16:creationId xmlns:a16="http://schemas.microsoft.com/office/drawing/2014/main" id="{6A6E526D-63ED-4A20-96A7-AED5C6133C62}"/>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2E369E86-6C0A-4601-90AE-F1E7C9811812}"/>
              </a:ext>
            </a:extLst>
          </p:cNvPr>
          <p:cNvPicPr>
            <a:picLocks xmlns:a="http://schemas.openxmlformats.org/drawingml/2006/main" noChangeAspect="1"/>
          </p:cNvPicPr>
          <p:nvPr/>
        </p:nvPicPr>
        <p:blipFill>
          <a:blip xmlns:r="http://schemas.openxmlformats.org/officeDocument/2006/relationships" xmlns:a="http://schemas.openxmlformats.org/drawingml/2006/main" r:embed="R56e9ed93d8584dc7"/>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A function call pauses its caller">
            <a:extLst xmlns:a="http://schemas.openxmlformats.org/drawingml/2006/main">
              <a:ext uri="{FF2B5EF4-FFF2-40B4-BE49-F238E27FC236}">
                <a16:creationId xmlns:a16="http://schemas.microsoft.com/office/drawing/2014/main" id="{D555C3B2-6F7C-47AF-8684-280F4EEFB3EC}"/>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A function call pauses its caller</a:t>
            </a:r>
          </a:p>
        </p:txBody>
      </p:sp>
      <p:sp>
        <p:nvSpPr>
          <p:cNvPr id="4" name="">
            <a:extLst xmlns:a="http://schemas.openxmlformats.org/drawingml/2006/main">
              <a:ext uri="{FF2B5EF4-FFF2-40B4-BE49-F238E27FC236}">
                <a16:creationId xmlns:a16="http://schemas.microsoft.com/office/drawing/2014/main" id="{8A36F8A6-6C75-48BC-802F-77FB21EF385C}"/>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DA41BF46-CB44-4F82-953F-F5FE9EC3585A}"/>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3">
            <a:extLst xmlns:a="http://schemas.openxmlformats.org/drawingml/2006/main">
              <a:ext uri="{FF2B5EF4-FFF2-40B4-BE49-F238E27FC236}">
                <a16:creationId xmlns:a16="http://schemas.microsoft.com/office/drawing/2014/main" id="{F002F8B0-40DB-4E84-920C-DFDB7FBD5C8B}"/>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E583DBB0-818E-4259-98F2-202312797EF5}"/>
              </a:ext>
            </a:extLst>
          </p:cNvPr>
          <p:cNvSpPr>
            <a:spLocks xmlns:a="http://schemas.openxmlformats.org/drawingml/2006/main" noGrp="1"/>
          </p:cNvSpPr>
          <p:nvPr/>
        </p:nvSpPr>
        <p:spPr>
          <a:xfrm xmlns:a="http://schemas.openxmlformats.org/drawingml/2006/main">
            <a:off x="914400" y="2857500"/>
            <a:ext cx="8286750" cy="428625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ABE499-518F-412A-97FD-66E9BCD162DC}"/>
              </a:ext>
            </a:extLst>
          </p:cNvPr>
          <p:cNvSpPr>
            <a:spLocks xmlns:a="http://schemas.openxmlformats.org/drawingml/2006/main" noGrp="1"/>
          </p:cNvSpPr>
          <p:nvPr/>
        </p:nvSpPr>
        <p:spPr>
          <a:xfrm xmlns:a="http://schemas.openxmlformats.org/drawingml/2006/main">
            <a:off x="1028700" y="4133850"/>
            <a:ext cx="8058150" cy="5524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1C6FDF6-F75F-4073-B6EC-F4738AFD5731}"/>
              </a:ext>
            </a:extLst>
          </p:cNvPr>
          <p:cNvSpPr>
            <a:spLocks xmlns:a="http://schemas.openxmlformats.org/drawingml/2006/main" noGrp="1"/>
          </p:cNvSpPr>
          <p:nvPr/>
        </p:nvSpPr>
        <p:spPr>
          <a:xfrm xmlns:a="http://schemas.openxmlformats.org/drawingml/2006/main">
            <a:off x="1028700" y="6343650"/>
            <a:ext cx="8058150" cy="5524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0" name="int double_value(int x)">
            <a:extLst xmlns:a="http://schemas.openxmlformats.org/drawingml/2006/main">
              <a:ext uri="{FF2B5EF4-FFF2-40B4-BE49-F238E27FC236}">
                <a16:creationId xmlns:a16="http://schemas.microsoft.com/office/drawing/2014/main" id="{DAAD0551-0DBD-49D9-8B16-3090F7C88434}"/>
              </a:ext>
            </a:extLst>
          </p:cNvPr>
          <p:cNvSpPr>
            <a:spLocks xmlns:a="http://schemas.openxmlformats.org/drawingml/2006/main" noGrp="1"/>
          </p:cNvSpPr>
          <p:nvPr/>
        </p:nvSpPr>
        <p:spPr>
          <a:xfrm xmlns:a="http://schemas.openxmlformats.org/drawingml/2006/main">
            <a:off x="1162050" y="305752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pPr algn="l">
              <a:lnSpc>
                <a:spcPct val="100000"/>
              </a:lnSpc>
              <a:buNone/>
              <a:defRPr sz="2700" b="0">
                <a:solidFill>
                  <a:srgbClr val="202426"/>
                </a:solidFill>
                <a:latin typeface="Courier New"/>
                <a:ea typeface="Courier New"/>
                <a:cs typeface="Courier New"/>
              </a:defRPr>
            </a:pPr>
            <a:r>
              <a:rPr sz="2700" b="0">
                <a:solidFill>
                  <a:srgbClr val="202426"/>
                </a:solidFill>
                <a:latin typeface="Courier New"/>
                <a:ea typeface="Courier New"/>
                <a:cs typeface="Courier New"/>
              </a:rPr>
              <a:t>int double_value(int x)</a:t>
            </a:r>
          </a:p>
        </p:txBody>
      </p:sp>
      <p:sp>
        <p:nvSpPr>
          <p:cNvPr id="11" name="{">
            <a:extLst xmlns:a="http://schemas.openxmlformats.org/drawingml/2006/main">
              <a:ext uri="{FF2B5EF4-FFF2-40B4-BE49-F238E27FC236}">
                <a16:creationId xmlns:a16="http://schemas.microsoft.com/office/drawing/2014/main" id="{5A8B976F-8D92-48F9-87CE-1E7BA13D0F38}"/>
              </a:ext>
            </a:extLst>
          </p:cNvPr>
          <p:cNvSpPr>
            <a:spLocks xmlns:a="http://schemas.openxmlformats.org/drawingml/2006/main" noGrp="1"/>
          </p:cNvSpPr>
          <p:nvPr/>
        </p:nvSpPr>
        <p:spPr>
          <a:xfrm xmlns:a="http://schemas.openxmlformats.org/drawingml/2006/main">
            <a:off x="1162050" y="360997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pPr algn="l">
              <a:lnSpc>
                <a:spcPct val="100000"/>
              </a:lnSpc>
              <a:buNone/>
              <a:defRPr sz="2700" b="0">
                <a:solidFill>
                  <a:srgbClr val="202426"/>
                </a:solidFill>
                <a:latin typeface="Courier New"/>
                <a:ea typeface="Courier New"/>
                <a:cs typeface="Courier New"/>
              </a:defRPr>
            </a:pPr>
            <a:r>
              <a:rPr sz="2700" b="0">
                <a:solidFill>
                  <a:srgbClr val="202426"/>
                </a:solidFill>
                <a:latin typeface="Courier New"/>
                <a:ea typeface="Courier New"/>
                <a:cs typeface="Courier New"/>
              </a:rPr>
              <a:t>{</a:t>
            </a:r>
          </a:p>
        </p:txBody>
      </p:sp>
      <p:sp>
        <p:nvSpPr>
          <p:cNvPr id="12" name="    return 2 * x;">
            <a:extLst xmlns:a="http://schemas.openxmlformats.org/drawingml/2006/main">
              <a:ext uri="{FF2B5EF4-FFF2-40B4-BE49-F238E27FC236}">
                <a16:creationId xmlns:a16="http://schemas.microsoft.com/office/drawing/2014/main" id="{C73179DB-2D5C-48FF-95AE-FA592871D7D9}"/>
              </a:ext>
            </a:extLst>
          </p:cNvPr>
          <p:cNvSpPr>
            <a:spLocks xmlns:a="http://schemas.openxmlformats.org/drawingml/2006/main" noGrp="1"/>
          </p:cNvSpPr>
          <p:nvPr/>
        </p:nvSpPr>
        <p:spPr>
          <a:xfrm xmlns:a="http://schemas.openxmlformats.org/drawingml/2006/main">
            <a:off x="1162050" y="416242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pPr algn="l">
              <a:lnSpc>
                <a:spcPct val="100000"/>
              </a:lnSpc>
              <a:buNone/>
              <a:defRPr sz="2700" b="0">
                <a:solidFill>
                  <a:srgbClr val="202426"/>
                </a:solidFill>
                <a:latin typeface="Courier New"/>
                <a:ea typeface="Courier New"/>
                <a:cs typeface="Courier New"/>
              </a:defRPr>
            </a:pPr>
            <a:r>
              <a:rPr sz="2700" b="0">
                <a:solidFill>
                  <a:srgbClr val="202426"/>
                </a:solidFill>
                <a:latin typeface="Courier New"/>
                <a:ea typeface="Courier New"/>
                <a:cs typeface="Courier New"/>
              </a:rPr>
              <a:t>    return 2 * x;</a:t>
            </a:r>
          </a:p>
        </p:txBody>
      </p:sp>
      <p:sp>
        <p:nvSpPr>
          <p:cNvPr id="13" name="}">
            <a:extLst xmlns:a="http://schemas.openxmlformats.org/drawingml/2006/main">
              <a:ext uri="{FF2B5EF4-FFF2-40B4-BE49-F238E27FC236}">
                <a16:creationId xmlns:a16="http://schemas.microsoft.com/office/drawing/2014/main" id="{CDC2C6A9-179B-4E0B-835B-E77F228958A8}"/>
              </a:ext>
            </a:extLst>
          </p:cNvPr>
          <p:cNvSpPr>
            <a:spLocks xmlns:a="http://schemas.openxmlformats.org/drawingml/2006/main" noGrp="1"/>
          </p:cNvSpPr>
          <p:nvPr/>
        </p:nvSpPr>
        <p:spPr>
          <a:xfrm xmlns:a="http://schemas.openxmlformats.org/drawingml/2006/main">
            <a:off x="1162050" y="471487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pPr algn="l">
              <a:lnSpc>
                <a:spcPct val="100000"/>
              </a:lnSpc>
              <a:buNone/>
              <a:defRPr sz="2700" b="0">
                <a:solidFill>
                  <a:srgbClr val="202426"/>
                </a:solidFill>
                <a:latin typeface="Courier New"/>
                <a:ea typeface="Courier New"/>
                <a:cs typeface="Courier New"/>
              </a:defRPr>
            </a:pPr>
            <a:r>
              <a:rPr sz="2700" b="0">
                <a:solidFill>
                  <a:srgbClr val="202426"/>
                </a:solidFill>
                <a:latin typeface="Courier New"/>
                <a:ea typeface="Courier New"/>
                <a:cs typeface="Courier New"/>
              </a:rPr>
              <a:t>}</a:t>
            </a:r>
          </a:p>
        </p:txBody>
      </p:sp>
      <p:sp>
        <p:nvSpPr>
          <p:cNvPr id="14" name="">
            <a:extLst xmlns:a="http://schemas.openxmlformats.org/drawingml/2006/main">
              <a:ext uri="{FF2B5EF4-FFF2-40B4-BE49-F238E27FC236}">
                <a16:creationId xmlns:a16="http://schemas.microsoft.com/office/drawing/2014/main" id="{69CB2E5D-13B8-4487-B636-E7220441E30B}"/>
              </a:ext>
            </a:extLst>
          </p:cNvPr>
          <p:cNvSpPr>
            <a:spLocks xmlns:a="http://schemas.openxmlformats.org/drawingml/2006/main" noGrp="1"/>
          </p:cNvSpPr>
          <p:nvPr/>
        </p:nvSpPr>
        <p:spPr>
          <a:xfrm xmlns:a="http://schemas.openxmlformats.org/drawingml/2006/main">
            <a:off x="1162050" y="526732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r>
              <a:t/>
            </a:r>
          </a:p>
        </p:txBody>
      </p:sp>
      <p:sp>
        <p:nvSpPr>
          <p:cNvPr id="15" name="// Inside main:">
            <a:extLst xmlns:a="http://schemas.openxmlformats.org/drawingml/2006/main">
              <a:ext uri="{FF2B5EF4-FFF2-40B4-BE49-F238E27FC236}">
                <a16:creationId xmlns:a16="http://schemas.microsoft.com/office/drawing/2014/main" id="{4C4F532B-80F1-49EC-AEE1-9DBA67C79B46}"/>
              </a:ext>
            </a:extLst>
          </p:cNvPr>
          <p:cNvSpPr>
            <a:spLocks xmlns:a="http://schemas.openxmlformats.org/drawingml/2006/main" noGrp="1"/>
          </p:cNvSpPr>
          <p:nvPr/>
        </p:nvSpPr>
        <p:spPr>
          <a:xfrm xmlns:a="http://schemas.openxmlformats.org/drawingml/2006/main">
            <a:off x="1162050" y="581977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pPr algn="l">
              <a:lnSpc>
                <a:spcPct val="100000"/>
              </a:lnSpc>
              <a:buNone/>
              <a:defRPr sz="2700" b="0">
                <a:solidFill>
                  <a:srgbClr val="202426"/>
                </a:solidFill>
                <a:latin typeface="Courier New"/>
                <a:ea typeface="Courier New"/>
                <a:cs typeface="Courier New"/>
              </a:defRPr>
            </a:pPr>
            <a:r>
              <a:rPr sz="2700" b="0">
                <a:solidFill>
                  <a:srgbClr val="202426"/>
                </a:solidFill>
                <a:latin typeface="Courier New"/>
                <a:ea typeface="Courier New"/>
                <a:cs typeface="Courier New"/>
              </a:rPr>
              <a:t>// Inside main:</a:t>
            </a:r>
          </a:p>
        </p:txBody>
      </p:sp>
      <p:sp>
        <p:nvSpPr>
          <p:cNvPr id="16" name="int result = double_value(3);">
            <a:extLst xmlns:a="http://schemas.openxmlformats.org/drawingml/2006/main">
              <a:ext uri="{FF2B5EF4-FFF2-40B4-BE49-F238E27FC236}">
                <a16:creationId xmlns:a16="http://schemas.microsoft.com/office/drawing/2014/main" id="{10D184FB-A870-4DE4-8837-F6C7BFC0B4C9}"/>
              </a:ext>
            </a:extLst>
          </p:cNvPr>
          <p:cNvSpPr>
            <a:spLocks xmlns:a="http://schemas.openxmlformats.org/drawingml/2006/main" noGrp="1"/>
          </p:cNvSpPr>
          <p:nvPr/>
        </p:nvSpPr>
        <p:spPr>
          <a:xfrm xmlns:a="http://schemas.openxmlformats.org/drawingml/2006/main">
            <a:off x="1162050" y="6372225"/>
            <a:ext cx="7791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Courier New"/>
                <a:ea typeface="Courier New"/>
                <a:cs typeface="Courier New"/>
              </a:defRPr>
            </a:defPPr>
            <a:lvl1pPr algn="l">
              <a:defRPr sz="2700" b="0">
                <a:solidFill>
                  <a:srgbClr val="202426"/>
                </a:solidFill>
                <a:latin typeface="Courier New"/>
                <a:ea typeface="Courier New"/>
                <a:cs typeface="Courier New"/>
              </a:defRPr>
            </a:lvl1pPr>
            <a:lvl2pPr algn="l">
              <a:defRPr sz="2700" b="0">
                <a:solidFill>
                  <a:srgbClr val="202426"/>
                </a:solidFill>
                <a:latin typeface="Courier New"/>
                <a:ea typeface="Courier New"/>
                <a:cs typeface="Courier New"/>
              </a:defRPr>
            </a:lvl2pPr>
            <a:lvl3pPr algn="l">
              <a:defRPr sz="2700" b="0">
                <a:solidFill>
                  <a:srgbClr val="202426"/>
                </a:solidFill>
                <a:latin typeface="Courier New"/>
                <a:ea typeface="Courier New"/>
                <a:cs typeface="Courier New"/>
              </a:defRPr>
            </a:lvl3pPr>
            <a:lvl4pPr algn="l">
              <a:defRPr sz="2700" b="0">
                <a:solidFill>
                  <a:srgbClr val="202426"/>
                </a:solidFill>
                <a:latin typeface="Courier New"/>
                <a:ea typeface="Courier New"/>
                <a:cs typeface="Courier New"/>
              </a:defRPr>
            </a:lvl4pPr>
            <a:lvl5pPr algn="l">
              <a:defRPr sz="2700" b="0">
                <a:solidFill>
                  <a:srgbClr val="202426"/>
                </a:solidFill>
                <a:latin typeface="Courier New"/>
                <a:ea typeface="Courier New"/>
                <a:cs typeface="Courier New"/>
              </a:defRPr>
            </a:lvl5pPr>
            <a:lvl6pPr algn="l">
              <a:defRPr sz="2700" b="0">
                <a:solidFill>
                  <a:srgbClr val="202426"/>
                </a:solidFill>
                <a:latin typeface="Courier New"/>
                <a:ea typeface="Courier New"/>
                <a:cs typeface="Courier New"/>
              </a:defRPr>
            </a:lvl6pPr>
            <a:lvl7pPr algn="l">
              <a:defRPr sz="2700" b="0">
                <a:solidFill>
                  <a:srgbClr val="202426"/>
                </a:solidFill>
                <a:latin typeface="Courier New"/>
                <a:ea typeface="Courier New"/>
                <a:cs typeface="Courier New"/>
              </a:defRPr>
            </a:lvl7pPr>
            <a:lvl8pPr algn="l">
              <a:defRPr sz="2700" b="0">
                <a:solidFill>
                  <a:srgbClr val="202426"/>
                </a:solidFill>
                <a:latin typeface="Courier New"/>
                <a:ea typeface="Courier New"/>
                <a:cs typeface="Courier New"/>
              </a:defRPr>
            </a:lvl8pPr>
            <a:lvl9pPr algn="l">
              <a:defRPr sz="2700" b="0">
                <a:solidFill>
                  <a:srgbClr val="202426"/>
                </a:solidFill>
                <a:latin typeface="Courier New"/>
                <a:ea typeface="Courier New"/>
                <a:cs typeface="Courier New"/>
              </a:defRPr>
            </a:lvl9pPr>
          </a:lstStyle>
          <a:p xmlns:a="http://schemas.openxmlformats.org/drawingml/2006/main">
            <a:pPr algn="l">
              <a:lnSpc>
                <a:spcPct val="100000"/>
              </a:lnSpc>
              <a:buNone/>
              <a:defRPr sz="2700" b="0">
                <a:solidFill>
                  <a:srgbClr val="202426"/>
                </a:solidFill>
                <a:latin typeface="Courier New"/>
                <a:ea typeface="Courier New"/>
                <a:cs typeface="Courier New"/>
              </a:defRPr>
            </a:pPr>
            <a:r>
              <a:rPr sz="2700" b="0">
                <a:solidFill>
                  <a:srgbClr val="202426"/>
                </a:solidFill>
                <a:latin typeface="Courier New"/>
                <a:ea typeface="Courier New"/>
                <a:cs typeface="Courier New"/>
              </a:rPr>
              <a:t>int result = double_value(3);</a:t>
            </a:r>
          </a:p>
        </p:txBody>
      </p:sp>
      <p:sp>
        <p:nvSpPr>
          <p:cNvPr id="17" name="main">
            <a:extLst xmlns:a="http://schemas.openxmlformats.org/drawingml/2006/main">
              <a:ext uri="{FF2B5EF4-FFF2-40B4-BE49-F238E27FC236}">
                <a16:creationId xmlns:a16="http://schemas.microsoft.com/office/drawing/2014/main" id="{1532A500-910E-49A3-8A6B-87E7556BF1B0}"/>
              </a:ext>
            </a:extLst>
          </p:cNvPr>
          <p:cNvSpPr>
            <a:spLocks xmlns:a="http://schemas.openxmlformats.org/drawingml/2006/main" noGrp="1"/>
          </p:cNvSpPr>
          <p:nvPr/>
        </p:nvSpPr>
        <p:spPr>
          <a:xfrm xmlns:a="http://schemas.openxmlformats.org/drawingml/2006/main">
            <a:off x="10287000" y="3133725"/>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02426"/>
                </a:solidFill>
                <a:latin typeface="Arial"/>
                <a:ea typeface="Arial"/>
                <a:cs typeface="Arial"/>
              </a:defRPr>
            </a:defPPr>
            <a:lvl1pPr algn="l">
              <a:defRPr sz="3300" b="1">
                <a:solidFill>
                  <a:srgbClr val="202426"/>
                </a:solidFill>
                <a:latin typeface="Arial"/>
                <a:ea typeface="Arial"/>
                <a:cs typeface="Arial"/>
              </a:defRPr>
            </a:lvl1pPr>
            <a:lvl2pPr algn="l">
              <a:defRPr sz="3300" b="1">
                <a:solidFill>
                  <a:srgbClr val="202426"/>
                </a:solidFill>
                <a:latin typeface="Arial"/>
                <a:ea typeface="Arial"/>
                <a:cs typeface="Arial"/>
              </a:defRPr>
            </a:lvl2pPr>
            <a:lvl3pPr algn="l">
              <a:defRPr sz="3300" b="1">
                <a:solidFill>
                  <a:srgbClr val="202426"/>
                </a:solidFill>
                <a:latin typeface="Arial"/>
                <a:ea typeface="Arial"/>
                <a:cs typeface="Arial"/>
              </a:defRPr>
            </a:lvl3pPr>
            <a:lvl4pPr algn="l">
              <a:defRPr sz="3300" b="1">
                <a:solidFill>
                  <a:srgbClr val="202426"/>
                </a:solidFill>
                <a:latin typeface="Arial"/>
                <a:ea typeface="Arial"/>
                <a:cs typeface="Arial"/>
              </a:defRPr>
            </a:lvl4pPr>
            <a:lvl5pPr algn="l">
              <a:defRPr sz="3300" b="1">
                <a:solidFill>
                  <a:srgbClr val="202426"/>
                </a:solidFill>
                <a:latin typeface="Arial"/>
                <a:ea typeface="Arial"/>
                <a:cs typeface="Arial"/>
              </a:defRPr>
            </a:lvl5pPr>
            <a:lvl6pPr algn="l">
              <a:defRPr sz="3300" b="1">
                <a:solidFill>
                  <a:srgbClr val="202426"/>
                </a:solidFill>
                <a:latin typeface="Arial"/>
                <a:ea typeface="Arial"/>
                <a:cs typeface="Arial"/>
              </a:defRPr>
            </a:lvl6pPr>
            <a:lvl7pPr algn="l">
              <a:defRPr sz="3300" b="1">
                <a:solidFill>
                  <a:srgbClr val="202426"/>
                </a:solidFill>
                <a:latin typeface="Arial"/>
                <a:ea typeface="Arial"/>
                <a:cs typeface="Arial"/>
              </a:defRPr>
            </a:lvl7pPr>
            <a:lvl8pPr algn="l">
              <a:defRPr sz="3300" b="1">
                <a:solidFill>
                  <a:srgbClr val="202426"/>
                </a:solidFill>
                <a:latin typeface="Arial"/>
                <a:ea typeface="Arial"/>
                <a:cs typeface="Arial"/>
              </a:defRPr>
            </a:lvl8pPr>
            <a:lvl9pPr algn="l">
              <a:defRPr sz="3300" b="1">
                <a:solidFill>
                  <a:srgbClr val="202426"/>
                </a:solidFill>
                <a:latin typeface="Arial"/>
                <a:ea typeface="Arial"/>
                <a:cs typeface="Arial"/>
              </a:defRPr>
            </a:lvl9pPr>
          </a:lstStyle>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main</a:t>
            </a:r>
          </a:p>
        </p:txBody>
      </p:sp>
      <p:sp>
        <p:nvSpPr>
          <p:cNvPr id="18" name="calls double_value(3), then waits">
            <a:extLst xmlns:a="http://schemas.openxmlformats.org/drawingml/2006/main">
              <a:ext uri="{FF2B5EF4-FFF2-40B4-BE49-F238E27FC236}">
                <a16:creationId xmlns:a16="http://schemas.microsoft.com/office/drawing/2014/main" id="{E9237B11-A396-46A1-9EAD-2F4C0FC3DCA3}"/>
              </a:ext>
            </a:extLst>
          </p:cNvPr>
          <p:cNvSpPr>
            <a:spLocks xmlns:a="http://schemas.openxmlformats.org/drawingml/2006/main" noGrp="1"/>
          </p:cNvSpPr>
          <p:nvPr/>
        </p:nvSpPr>
        <p:spPr>
          <a:xfrm xmlns:a="http://schemas.openxmlformats.org/drawingml/2006/main">
            <a:off x="10287000" y="3733800"/>
            <a:ext cx="619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202426"/>
                </a:solidFill>
                <a:latin typeface="Arial"/>
                <a:ea typeface="Arial"/>
                <a:cs typeface="Arial"/>
              </a:defRPr>
            </a:defPPr>
            <a:lvl1pPr algn="l">
              <a:defRPr sz="2625" b="0">
                <a:solidFill>
                  <a:srgbClr val="202426"/>
                </a:solidFill>
                <a:latin typeface="Arial"/>
                <a:ea typeface="Arial"/>
                <a:cs typeface="Arial"/>
              </a:defRPr>
            </a:lvl1pPr>
            <a:lvl2pPr algn="l">
              <a:defRPr sz="2625" b="0">
                <a:solidFill>
                  <a:srgbClr val="202426"/>
                </a:solidFill>
                <a:latin typeface="Arial"/>
                <a:ea typeface="Arial"/>
                <a:cs typeface="Arial"/>
              </a:defRPr>
            </a:lvl2pPr>
            <a:lvl3pPr algn="l">
              <a:defRPr sz="2625" b="0">
                <a:solidFill>
                  <a:srgbClr val="202426"/>
                </a:solidFill>
                <a:latin typeface="Arial"/>
                <a:ea typeface="Arial"/>
                <a:cs typeface="Arial"/>
              </a:defRPr>
            </a:lvl3pPr>
            <a:lvl4pPr algn="l">
              <a:defRPr sz="2625" b="0">
                <a:solidFill>
                  <a:srgbClr val="202426"/>
                </a:solidFill>
                <a:latin typeface="Arial"/>
                <a:ea typeface="Arial"/>
                <a:cs typeface="Arial"/>
              </a:defRPr>
            </a:lvl4pPr>
            <a:lvl5pPr algn="l">
              <a:defRPr sz="2625" b="0">
                <a:solidFill>
                  <a:srgbClr val="202426"/>
                </a:solidFill>
                <a:latin typeface="Arial"/>
                <a:ea typeface="Arial"/>
                <a:cs typeface="Arial"/>
              </a:defRPr>
            </a:lvl5pPr>
            <a:lvl6pPr algn="l">
              <a:defRPr sz="2625" b="0">
                <a:solidFill>
                  <a:srgbClr val="202426"/>
                </a:solidFill>
                <a:latin typeface="Arial"/>
                <a:ea typeface="Arial"/>
                <a:cs typeface="Arial"/>
              </a:defRPr>
            </a:lvl6pPr>
            <a:lvl7pPr algn="l">
              <a:defRPr sz="2625" b="0">
                <a:solidFill>
                  <a:srgbClr val="202426"/>
                </a:solidFill>
                <a:latin typeface="Arial"/>
                <a:ea typeface="Arial"/>
                <a:cs typeface="Arial"/>
              </a:defRPr>
            </a:lvl7pPr>
            <a:lvl8pPr algn="l">
              <a:defRPr sz="2625" b="0">
                <a:solidFill>
                  <a:srgbClr val="202426"/>
                </a:solidFill>
                <a:latin typeface="Arial"/>
                <a:ea typeface="Arial"/>
                <a:cs typeface="Arial"/>
              </a:defRPr>
            </a:lvl8pPr>
            <a:lvl9pPr algn="l">
              <a:defRPr sz="2625" b="0">
                <a:solidFill>
                  <a:srgbClr val="202426"/>
                </a:solidFill>
                <a:latin typeface="Arial"/>
                <a:ea typeface="Arial"/>
                <a:cs typeface="Arial"/>
              </a:defRPr>
            </a:lvl9pPr>
          </a:lstStyle>
          <a:p xmlns:a="http://schemas.openxmlformats.org/drawingml/2006/main">
            <a:pPr algn="l">
              <a:lnSpc>
                <a:spcPct val="100000"/>
              </a:lnSpc>
              <a:buNone/>
              <a:defRPr sz="2625" b="0">
                <a:solidFill>
                  <a:srgbClr val="202426"/>
                </a:solidFill>
                <a:latin typeface="Arial"/>
                <a:ea typeface="Arial"/>
                <a:cs typeface="Arial"/>
              </a:defRPr>
            </a:pPr>
            <a:r>
              <a:rPr sz="2625" b="0">
                <a:solidFill>
                  <a:srgbClr val="202426"/>
                </a:solidFill>
                <a:latin typeface="Arial"/>
                <a:ea typeface="Arial"/>
                <a:cs typeface="Arial"/>
              </a:rPr>
              <a:t>calls double_value(3), then waits</a:t>
            </a:r>
          </a:p>
        </p:txBody>
      </p:sp>
      <p:cxnSp>
        <p:nvCxnSpPr>
          <p:cNvPr id="19" name="">
            <a:extLst xmlns:a="http://schemas.openxmlformats.org/drawingml/2006/main">
              <a:ext uri="{FF2B5EF4-FFF2-40B4-BE49-F238E27FC236}">
                <a16:creationId xmlns:a16="http://schemas.microsoft.com/office/drawing/2014/main" id="{078A753F-E491-4FED-8E34-E7BBCD2AD2D6}"/>
              </a:ext>
            </a:extLst>
          </p:cNvPr>
          <p:cNvCxnSpPr/>
          <p:nvPr/>
        </p:nvCxnSpPr>
        <p:spPr>
          <a:xfrm xmlns:a="http://schemas.openxmlformats.org/drawingml/2006/main">
            <a:off x="12954000" y="4629150"/>
            <a:ext cx="0" cy="70485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sp>
        <p:nvSpPr>
          <p:cNvPr id="20" name="double_value">
            <a:extLst xmlns:a="http://schemas.openxmlformats.org/drawingml/2006/main">
              <a:ext uri="{FF2B5EF4-FFF2-40B4-BE49-F238E27FC236}">
                <a16:creationId xmlns:a16="http://schemas.microsoft.com/office/drawing/2014/main" id="{20342266-3C60-47D7-9A68-B3D07DC31EA9}"/>
              </a:ext>
            </a:extLst>
          </p:cNvPr>
          <p:cNvSpPr>
            <a:spLocks xmlns:a="http://schemas.openxmlformats.org/drawingml/2006/main" noGrp="1"/>
          </p:cNvSpPr>
          <p:nvPr/>
        </p:nvSpPr>
        <p:spPr>
          <a:xfrm xmlns:a="http://schemas.openxmlformats.org/drawingml/2006/main">
            <a:off x="10287000" y="5429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xmlns:a="http://schemas.openxmlformats.org/drawingml/2006/main">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double_value</a:t>
            </a:r>
          </a:p>
        </p:txBody>
      </p:sp>
      <p:sp>
        <p:nvSpPr>
          <p:cNvPr id="21" name="x = 3      returns 6">
            <a:extLst xmlns:a="http://schemas.openxmlformats.org/drawingml/2006/main">
              <a:ext uri="{FF2B5EF4-FFF2-40B4-BE49-F238E27FC236}">
                <a16:creationId xmlns:a16="http://schemas.microsoft.com/office/drawing/2014/main" id="{2AD0DC27-054B-4B16-A37A-25F22692B27E}"/>
              </a:ext>
            </a:extLst>
          </p:cNvPr>
          <p:cNvSpPr>
            <a:spLocks xmlns:a="http://schemas.openxmlformats.org/drawingml/2006/main" noGrp="1"/>
          </p:cNvSpPr>
          <p:nvPr/>
        </p:nvSpPr>
        <p:spPr>
          <a:xfrm xmlns:a="http://schemas.openxmlformats.org/drawingml/2006/main">
            <a:off x="10287000" y="60769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x = 3      returns 6</a:t>
            </a:r>
          </a:p>
        </p:txBody>
      </p:sp>
      <p:cxnSp>
        <p:nvCxnSpPr>
          <p:cNvPr id="22" name="">
            <a:extLst xmlns:a="http://schemas.openxmlformats.org/drawingml/2006/main">
              <a:ext uri="{FF2B5EF4-FFF2-40B4-BE49-F238E27FC236}">
                <a16:creationId xmlns:a16="http://schemas.microsoft.com/office/drawing/2014/main" id="{6218ADFC-E787-43D7-AEFD-528777B6E40B}"/>
              </a:ext>
            </a:extLst>
          </p:cNvPr>
          <p:cNvCxnSpPr/>
          <p:nvPr/>
        </p:nvCxnSpPr>
        <p:spPr>
          <a:xfrm xmlns:a="http://schemas.openxmlformats.org/drawingml/2006/main">
            <a:off x="12954000" y="6810375"/>
            <a:ext cx="0" cy="60960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sp>
        <p:nvSpPr>
          <p:cNvPr id="23" name="main resumes with result = 6">
            <a:extLst xmlns:a="http://schemas.openxmlformats.org/drawingml/2006/main">
              <a:ext uri="{FF2B5EF4-FFF2-40B4-BE49-F238E27FC236}">
                <a16:creationId xmlns:a16="http://schemas.microsoft.com/office/drawing/2014/main" id="{A91850E5-CDD1-4BFE-8A56-593D2856FDCF}"/>
              </a:ext>
            </a:extLst>
          </p:cNvPr>
          <p:cNvSpPr>
            <a:spLocks xmlns:a="http://schemas.openxmlformats.org/drawingml/2006/main" noGrp="1"/>
          </p:cNvSpPr>
          <p:nvPr/>
        </p:nvSpPr>
        <p:spPr>
          <a:xfrm xmlns:a="http://schemas.openxmlformats.org/drawingml/2006/main">
            <a:off x="10287000" y="7658100"/>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202426"/>
                </a:solidFill>
                <a:latin typeface="Arial"/>
                <a:ea typeface="Arial"/>
                <a:cs typeface="Arial"/>
              </a:defRPr>
            </a:defPPr>
            <a:lvl1pPr algn="l">
              <a:defRPr sz="2625" b="1">
                <a:solidFill>
                  <a:srgbClr val="202426"/>
                </a:solidFill>
                <a:latin typeface="Arial"/>
                <a:ea typeface="Arial"/>
                <a:cs typeface="Arial"/>
              </a:defRPr>
            </a:lvl1pPr>
            <a:lvl2pPr algn="l">
              <a:defRPr sz="2625" b="1">
                <a:solidFill>
                  <a:srgbClr val="202426"/>
                </a:solidFill>
                <a:latin typeface="Arial"/>
                <a:ea typeface="Arial"/>
                <a:cs typeface="Arial"/>
              </a:defRPr>
            </a:lvl2pPr>
            <a:lvl3pPr algn="l">
              <a:defRPr sz="2625" b="1">
                <a:solidFill>
                  <a:srgbClr val="202426"/>
                </a:solidFill>
                <a:latin typeface="Arial"/>
                <a:ea typeface="Arial"/>
                <a:cs typeface="Arial"/>
              </a:defRPr>
            </a:lvl3pPr>
            <a:lvl4pPr algn="l">
              <a:defRPr sz="2625" b="1">
                <a:solidFill>
                  <a:srgbClr val="202426"/>
                </a:solidFill>
                <a:latin typeface="Arial"/>
                <a:ea typeface="Arial"/>
                <a:cs typeface="Arial"/>
              </a:defRPr>
            </a:lvl4pPr>
            <a:lvl5pPr algn="l">
              <a:defRPr sz="2625" b="1">
                <a:solidFill>
                  <a:srgbClr val="202426"/>
                </a:solidFill>
                <a:latin typeface="Arial"/>
                <a:ea typeface="Arial"/>
                <a:cs typeface="Arial"/>
              </a:defRPr>
            </a:lvl5pPr>
            <a:lvl6pPr algn="l">
              <a:defRPr sz="2625" b="1">
                <a:solidFill>
                  <a:srgbClr val="202426"/>
                </a:solidFill>
                <a:latin typeface="Arial"/>
                <a:ea typeface="Arial"/>
                <a:cs typeface="Arial"/>
              </a:defRPr>
            </a:lvl6pPr>
            <a:lvl7pPr algn="l">
              <a:defRPr sz="2625" b="1">
                <a:solidFill>
                  <a:srgbClr val="202426"/>
                </a:solidFill>
                <a:latin typeface="Arial"/>
                <a:ea typeface="Arial"/>
                <a:cs typeface="Arial"/>
              </a:defRPr>
            </a:lvl7pPr>
            <a:lvl8pPr algn="l">
              <a:defRPr sz="2625" b="1">
                <a:solidFill>
                  <a:srgbClr val="202426"/>
                </a:solidFill>
                <a:latin typeface="Arial"/>
                <a:ea typeface="Arial"/>
                <a:cs typeface="Arial"/>
              </a:defRPr>
            </a:lvl8pPr>
            <a:lvl9pPr algn="l">
              <a:defRPr sz="2625" b="1">
                <a:solidFill>
                  <a:srgbClr val="202426"/>
                </a:solidFill>
                <a:latin typeface="Arial"/>
                <a:ea typeface="Arial"/>
                <a:cs typeface="Arial"/>
              </a:defRPr>
            </a:lvl9pPr>
          </a:lstStyle>
          <a:p xmlns:a="http://schemas.openxmlformats.org/drawingml/2006/main">
            <a:pPr algn="l">
              <a:lnSpc>
                <a:spcPct val="100000"/>
              </a:lnSpc>
              <a:buNone/>
              <a:defRPr sz="2625" b="1">
                <a:solidFill>
                  <a:srgbClr val="202426"/>
                </a:solidFill>
                <a:latin typeface="Arial"/>
                <a:ea typeface="Arial"/>
                <a:cs typeface="Arial"/>
              </a:defRPr>
            </a:pPr>
            <a:r>
              <a:rPr sz="2625" b="1">
                <a:solidFill>
                  <a:srgbClr val="202426"/>
                </a:solidFill>
                <a:latin typeface="Arial"/>
                <a:ea typeface="Arial"/>
                <a:cs typeface="Arial"/>
              </a:rPr>
              <a:t>main resumes with result = 6</a:t>
            </a:r>
          </a:p>
        </p:txBody>
      </p:sp>
      <p:sp>
        <p:nvSpPr>
          <p:cNvPr id="24" name="">
            <a:extLst xmlns:a="http://schemas.openxmlformats.org/drawingml/2006/main">
              <a:ext uri="{FF2B5EF4-FFF2-40B4-BE49-F238E27FC236}">
                <a16:creationId xmlns:a16="http://schemas.microsoft.com/office/drawing/2014/main" id="{6C8716D3-CB9F-4F05-BB0F-ABD67F6A6A5C}"/>
              </a:ext>
            </a:extLst>
          </p:cNvPr>
          <p:cNvSpPr>
            <a:spLocks xmlns:a="http://schemas.openxmlformats.org/drawingml/2006/main" noGrp="1"/>
          </p:cNvSpPr>
          <p:nvPr/>
        </p:nvSpPr>
        <p:spPr>
          <a:xfrm xmlns:a="http://schemas.openxmlformats.org/drawingml/2006/main">
            <a:off x="914400" y="8705850"/>
            <a:ext cx="16459200" cy="7810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6B9C655-C5AD-431C-9768-FE4CF3B6B305}"/>
              </a:ext>
            </a:extLst>
          </p:cNvPr>
          <p:cNvSpPr>
            <a:spLocks xmlns:a="http://schemas.openxmlformats.org/drawingml/2006/main" noGrp="1"/>
          </p:cNvSpPr>
          <p:nvPr/>
        </p:nvSpPr>
        <p:spPr>
          <a:xfrm xmlns:a="http://schemas.openxmlformats.org/drawingml/2006/main">
            <a:off x="914400" y="8705850"/>
            <a:ext cx="57150" cy="7810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26" name="The caller continues when the called function returns.">
            <a:extLst xmlns:a="http://schemas.openxmlformats.org/drawingml/2006/main">
              <a:ext uri="{FF2B5EF4-FFF2-40B4-BE49-F238E27FC236}">
                <a16:creationId xmlns:a16="http://schemas.microsoft.com/office/drawing/2014/main" id="{B95D2C7E-CB19-4A42-8711-1597FFF488EA}"/>
              </a:ext>
            </a:extLst>
          </p:cNvPr>
          <p:cNvSpPr>
            <a:spLocks xmlns:a="http://schemas.openxmlformats.org/drawingml/2006/main" noGrp="1"/>
          </p:cNvSpPr>
          <p:nvPr/>
        </p:nvSpPr>
        <p:spPr>
          <a:xfrm xmlns:a="http://schemas.openxmlformats.org/drawingml/2006/main">
            <a:off x="1190625" y="8877300"/>
            <a:ext cx="1581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Arial"/>
                <a:ea typeface="Arial"/>
                <a:cs typeface="Arial"/>
              </a:defRPr>
            </a:defPPr>
            <a:lvl1pPr algn="l">
              <a:defRPr sz="2775" b="0">
                <a:solidFill>
                  <a:srgbClr val="202426"/>
                </a:solidFill>
                <a:latin typeface="Arial"/>
                <a:ea typeface="Arial"/>
                <a:cs typeface="Arial"/>
              </a:defRPr>
            </a:lvl1pPr>
            <a:lvl2pPr algn="l">
              <a:defRPr sz="2775" b="0">
                <a:solidFill>
                  <a:srgbClr val="202426"/>
                </a:solidFill>
                <a:latin typeface="Arial"/>
                <a:ea typeface="Arial"/>
                <a:cs typeface="Arial"/>
              </a:defRPr>
            </a:lvl2pPr>
            <a:lvl3pPr algn="l">
              <a:defRPr sz="2775" b="0">
                <a:solidFill>
                  <a:srgbClr val="202426"/>
                </a:solidFill>
                <a:latin typeface="Arial"/>
                <a:ea typeface="Arial"/>
                <a:cs typeface="Arial"/>
              </a:defRPr>
            </a:lvl3pPr>
            <a:lvl4pPr algn="l">
              <a:defRPr sz="2775" b="0">
                <a:solidFill>
                  <a:srgbClr val="202426"/>
                </a:solidFill>
                <a:latin typeface="Arial"/>
                <a:ea typeface="Arial"/>
                <a:cs typeface="Arial"/>
              </a:defRPr>
            </a:lvl4pPr>
            <a:lvl5pPr algn="l">
              <a:defRPr sz="2775" b="0">
                <a:solidFill>
                  <a:srgbClr val="202426"/>
                </a:solidFill>
                <a:latin typeface="Arial"/>
                <a:ea typeface="Arial"/>
                <a:cs typeface="Arial"/>
              </a:defRPr>
            </a:lvl5pPr>
            <a:lvl6pPr algn="l">
              <a:defRPr sz="2775" b="0">
                <a:solidFill>
                  <a:srgbClr val="202426"/>
                </a:solidFill>
                <a:latin typeface="Arial"/>
                <a:ea typeface="Arial"/>
                <a:cs typeface="Arial"/>
              </a:defRPr>
            </a:lvl6pPr>
            <a:lvl7pPr algn="l">
              <a:defRPr sz="2775" b="0">
                <a:solidFill>
                  <a:srgbClr val="202426"/>
                </a:solidFill>
                <a:latin typeface="Arial"/>
                <a:ea typeface="Arial"/>
                <a:cs typeface="Arial"/>
              </a:defRPr>
            </a:lvl7pPr>
            <a:lvl8pPr algn="l">
              <a:defRPr sz="2775" b="0">
                <a:solidFill>
                  <a:srgbClr val="202426"/>
                </a:solidFill>
                <a:latin typeface="Arial"/>
                <a:ea typeface="Arial"/>
                <a:cs typeface="Arial"/>
              </a:defRPr>
            </a:lvl8pPr>
            <a:lvl9pPr algn="l">
              <a:defRPr sz="2775" b="0">
                <a:solidFill>
                  <a:srgbClr val="202426"/>
                </a:solidFill>
                <a:latin typeface="Arial"/>
                <a:ea typeface="Arial"/>
                <a:cs typeface="Arial"/>
              </a:defRPr>
            </a:lvl9pPr>
          </a:lstStyle>
          <a:p xmlns:a="http://schemas.openxmlformats.org/drawingml/2006/main">
            <a:pPr algn="l">
              <a:lnSpc>
                <a:spcPct val="100000"/>
              </a:lnSpc>
              <a:buNone/>
              <a:defRPr sz="2775" b="0">
                <a:solidFill>
                  <a:srgbClr val="202426"/>
                </a:solidFill>
                <a:latin typeface="Arial"/>
                <a:ea typeface="Arial"/>
                <a:cs typeface="Arial"/>
              </a:defRPr>
            </a:pPr>
            <a:r>
              <a:rPr sz="2775" b="0">
                <a:solidFill>
                  <a:srgbClr val="202426"/>
                </a:solidFill>
                <a:latin typeface="Arial"/>
                <a:ea typeface="Arial"/>
                <a:cs typeface="Arial"/>
              </a:rPr>
              <a:t>The caller continues when the called function returns.</a:t>
            </a:r>
          </a:p>
        </p:txBody>
      </p:sp>
    </p:spTree>
    <p:extLst>
      <p:ext uri="{BB962C8B-B14F-4D97-AF65-F5344CB8AC3E}">
        <p14:creationId xmlns:p14="http://schemas.microsoft.com/office/powerpoint/2010/main" val="20393704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URSION">
            <a:extLst xmlns:a="http://schemas.openxmlformats.org/drawingml/2006/main">
              <a:ext uri="{FF2B5EF4-FFF2-40B4-BE49-F238E27FC236}">
                <a16:creationId xmlns:a16="http://schemas.microsoft.com/office/drawing/2014/main" id="{71795486-C94A-42FB-85B7-EE7A0EFEE9C8}"/>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A3398EB7-3C7D-45EB-9946-D2357FD2CDBF}"/>
              </a:ext>
            </a:extLst>
          </p:cNvPr>
          <p:cNvPicPr>
            <a:picLocks xmlns:a="http://schemas.openxmlformats.org/drawingml/2006/main" noChangeAspect="1"/>
          </p:cNvPicPr>
          <p:nvPr/>
        </p:nvPicPr>
        <p:blipFill>
          <a:blip xmlns:r="http://schemas.openxmlformats.org/officeDocument/2006/relationships" xmlns:a="http://schemas.openxmlformats.org/drawingml/2006/main" r:embed="Rdf238ba69efa4c06"/>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A first recursive function">
            <a:extLst xmlns:a="http://schemas.openxmlformats.org/drawingml/2006/main">
              <a:ext uri="{FF2B5EF4-FFF2-40B4-BE49-F238E27FC236}">
                <a16:creationId xmlns:a16="http://schemas.microsoft.com/office/drawing/2014/main" id="{5D65DFB8-FF83-407D-B06E-E53891F9E4DD}"/>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A first recursive function</a:t>
            </a:r>
          </a:p>
        </p:txBody>
      </p:sp>
      <p:sp>
        <p:nvSpPr>
          <p:cNvPr id="4" name="">
            <a:extLst xmlns:a="http://schemas.openxmlformats.org/drawingml/2006/main">
              <a:ext uri="{FF2B5EF4-FFF2-40B4-BE49-F238E27FC236}">
                <a16:creationId xmlns:a16="http://schemas.microsoft.com/office/drawing/2014/main" id="{4D96EFF6-2D4A-45D5-9B6E-6414341691BE}"/>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F7464419-24BC-4E5E-A461-A179B41292B6}"/>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4">
            <a:extLst xmlns:a="http://schemas.openxmlformats.org/drawingml/2006/main">
              <a:ext uri="{FF2B5EF4-FFF2-40B4-BE49-F238E27FC236}">
                <a16:creationId xmlns:a16="http://schemas.microsoft.com/office/drawing/2014/main" id="{A8E8BF9D-E8BC-4CA0-84F7-4CA95F2194DD}"/>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C16E29BE-3A34-4807-9528-2762B938B8C7}"/>
              </a:ext>
            </a:extLst>
          </p:cNvPr>
          <p:cNvSpPr>
            <a:spLocks xmlns:a="http://schemas.openxmlformats.org/drawingml/2006/main" noGrp="1"/>
          </p:cNvSpPr>
          <p:nvPr/>
        </p:nvSpPr>
        <p:spPr>
          <a:xfrm xmlns:a="http://schemas.openxmlformats.org/drawingml/2006/main">
            <a:off x="914400" y="2914650"/>
            <a:ext cx="9886950" cy="476250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2A6852-48C4-488D-9876-255D4B4C411F}"/>
              </a:ext>
            </a:extLst>
          </p:cNvPr>
          <p:cNvSpPr>
            <a:spLocks xmlns:a="http://schemas.openxmlformats.org/drawingml/2006/main" noGrp="1"/>
          </p:cNvSpPr>
          <p:nvPr/>
        </p:nvSpPr>
        <p:spPr>
          <a:xfrm xmlns:a="http://schemas.openxmlformats.org/drawingml/2006/main">
            <a:off x="1028700" y="4171950"/>
            <a:ext cx="9658350"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49FD99-580E-438A-964F-AD4E7E62103D}"/>
              </a:ext>
            </a:extLst>
          </p:cNvPr>
          <p:cNvSpPr>
            <a:spLocks xmlns:a="http://schemas.openxmlformats.org/drawingml/2006/main" noGrp="1"/>
          </p:cNvSpPr>
          <p:nvPr/>
        </p:nvSpPr>
        <p:spPr>
          <a:xfrm xmlns:a="http://schemas.openxmlformats.org/drawingml/2006/main">
            <a:off x="1028700" y="4714875"/>
            <a:ext cx="9658350"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03F83FE-7932-47F5-81D5-6C1EC676D6F9}"/>
              </a:ext>
            </a:extLst>
          </p:cNvPr>
          <p:cNvSpPr>
            <a:spLocks xmlns:a="http://schemas.openxmlformats.org/drawingml/2006/main" noGrp="1"/>
          </p:cNvSpPr>
          <p:nvPr/>
        </p:nvSpPr>
        <p:spPr>
          <a:xfrm xmlns:a="http://schemas.openxmlformats.org/drawingml/2006/main">
            <a:off x="1028700" y="6343650"/>
            <a:ext cx="9658350"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1" name="void count_down(int n)">
            <a:extLst xmlns:a="http://schemas.openxmlformats.org/drawingml/2006/main">
              <a:ext uri="{FF2B5EF4-FFF2-40B4-BE49-F238E27FC236}">
                <a16:creationId xmlns:a16="http://schemas.microsoft.com/office/drawing/2014/main" id="{43502406-8BCB-4891-9C4F-156F8EDCBCC1}"/>
              </a:ext>
            </a:extLst>
          </p:cNvPr>
          <p:cNvSpPr>
            <a:spLocks xmlns:a="http://schemas.openxmlformats.org/drawingml/2006/main" noGrp="1"/>
          </p:cNvSpPr>
          <p:nvPr/>
        </p:nvSpPr>
        <p:spPr>
          <a:xfrm xmlns:a="http://schemas.openxmlformats.org/drawingml/2006/main">
            <a:off x="1162050" y="3114675"/>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void count_down(int n)</a:t>
            </a:r>
          </a:p>
        </p:txBody>
      </p:sp>
      <p:sp>
        <p:nvSpPr>
          <p:cNvPr id="12" name="{">
            <a:extLst xmlns:a="http://schemas.openxmlformats.org/drawingml/2006/main">
              <a:ext uri="{FF2B5EF4-FFF2-40B4-BE49-F238E27FC236}">
                <a16:creationId xmlns:a16="http://schemas.microsoft.com/office/drawing/2014/main" id="{B1765307-4E54-4AA9-A6B1-2E3B4E98A3A7}"/>
              </a:ext>
            </a:extLst>
          </p:cNvPr>
          <p:cNvSpPr>
            <a:spLocks xmlns:a="http://schemas.openxmlformats.org/drawingml/2006/main" noGrp="1"/>
          </p:cNvSpPr>
          <p:nvPr/>
        </p:nvSpPr>
        <p:spPr>
          <a:xfrm xmlns:a="http://schemas.openxmlformats.org/drawingml/2006/main">
            <a:off x="1162050" y="3657600"/>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a:t>
            </a:r>
          </a:p>
        </p:txBody>
      </p:sp>
      <p:sp>
        <p:nvSpPr>
          <p:cNvPr id="13" name="    if (n == 0)">
            <a:extLst xmlns:a="http://schemas.openxmlformats.org/drawingml/2006/main">
              <a:ext uri="{FF2B5EF4-FFF2-40B4-BE49-F238E27FC236}">
                <a16:creationId xmlns:a16="http://schemas.microsoft.com/office/drawing/2014/main" id="{3944EDE4-8AE0-4349-8387-EAD3C15E4AA8}"/>
              </a:ext>
            </a:extLst>
          </p:cNvPr>
          <p:cNvSpPr>
            <a:spLocks xmlns:a="http://schemas.openxmlformats.org/drawingml/2006/main" noGrp="1"/>
          </p:cNvSpPr>
          <p:nvPr/>
        </p:nvSpPr>
        <p:spPr>
          <a:xfrm xmlns:a="http://schemas.openxmlformats.org/drawingml/2006/main">
            <a:off x="1162050" y="4200525"/>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if (n == 0)</a:t>
            </a:r>
          </a:p>
        </p:txBody>
      </p:sp>
      <p:sp>
        <p:nvSpPr>
          <p:cNvPr id="14" name="        return;">
            <a:extLst xmlns:a="http://schemas.openxmlformats.org/drawingml/2006/main">
              <a:ext uri="{FF2B5EF4-FFF2-40B4-BE49-F238E27FC236}">
                <a16:creationId xmlns:a16="http://schemas.microsoft.com/office/drawing/2014/main" id="{CEE46878-8067-4127-B4A1-2A78E558AD59}"/>
              </a:ext>
            </a:extLst>
          </p:cNvPr>
          <p:cNvSpPr>
            <a:spLocks xmlns:a="http://schemas.openxmlformats.org/drawingml/2006/main" noGrp="1"/>
          </p:cNvSpPr>
          <p:nvPr/>
        </p:nvSpPr>
        <p:spPr>
          <a:xfrm xmlns:a="http://schemas.openxmlformats.org/drawingml/2006/main">
            <a:off x="1162050" y="4743450"/>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return;</a:t>
            </a:r>
          </a:p>
        </p:txBody>
      </p:sp>
      <p:sp>
        <p:nvSpPr>
          <p:cNvPr id="15" name="">
            <a:extLst xmlns:a="http://schemas.openxmlformats.org/drawingml/2006/main">
              <a:ext uri="{FF2B5EF4-FFF2-40B4-BE49-F238E27FC236}">
                <a16:creationId xmlns:a16="http://schemas.microsoft.com/office/drawing/2014/main" id="{C5C1D11D-32F7-4DD2-BF8B-CCAAFB23987E}"/>
              </a:ext>
            </a:extLst>
          </p:cNvPr>
          <p:cNvSpPr>
            <a:spLocks xmlns:a="http://schemas.openxmlformats.org/drawingml/2006/main" noGrp="1"/>
          </p:cNvSpPr>
          <p:nvPr/>
        </p:nvSpPr>
        <p:spPr>
          <a:xfrm xmlns:a="http://schemas.openxmlformats.org/drawingml/2006/main">
            <a:off x="1162050" y="5286375"/>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r>
              <a:t/>
            </a:r>
          </a:p>
        </p:txBody>
      </p:sp>
      <p:sp>
        <p:nvSpPr>
          <p:cNvPr id="16" name="    printf(&quot;%i\n&quot;, n);">
            <a:extLst xmlns:a="http://schemas.openxmlformats.org/drawingml/2006/main">
              <a:ext uri="{FF2B5EF4-FFF2-40B4-BE49-F238E27FC236}">
                <a16:creationId xmlns:a16="http://schemas.microsoft.com/office/drawing/2014/main" id="{B67CAE77-3F77-431D-96EC-AC9AA12876B3}"/>
              </a:ext>
            </a:extLst>
          </p:cNvPr>
          <p:cNvSpPr>
            <a:spLocks xmlns:a="http://schemas.openxmlformats.org/drawingml/2006/main" noGrp="1"/>
          </p:cNvSpPr>
          <p:nvPr/>
        </p:nvSpPr>
        <p:spPr>
          <a:xfrm xmlns:a="http://schemas.openxmlformats.org/drawingml/2006/main">
            <a:off x="1162050" y="5829300"/>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printf("%i\n", n);</a:t>
            </a:r>
          </a:p>
        </p:txBody>
      </p:sp>
      <p:sp>
        <p:nvSpPr>
          <p:cNvPr id="17" name="    count_down(n - 1);">
            <a:extLst xmlns:a="http://schemas.openxmlformats.org/drawingml/2006/main">
              <a:ext uri="{FF2B5EF4-FFF2-40B4-BE49-F238E27FC236}">
                <a16:creationId xmlns:a16="http://schemas.microsoft.com/office/drawing/2014/main" id="{66849DA2-69B5-496C-B469-59F6759AB067}"/>
              </a:ext>
            </a:extLst>
          </p:cNvPr>
          <p:cNvSpPr>
            <a:spLocks xmlns:a="http://schemas.openxmlformats.org/drawingml/2006/main" noGrp="1"/>
          </p:cNvSpPr>
          <p:nvPr/>
        </p:nvSpPr>
        <p:spPr>
          <a:xfrm xmlns:a="http://schemas.openxmlformats.org/drawingml/2006/main">
            <a:off x="1162050" y="6372225"/>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count_down(n - 1);</a:t>
            </a:r>
          </a:p>
        </p:txBody>
      </p:sp>
      <p:sp>
        <p:nvSpPr>
          <p:cNvPr id="18" name="}">
            <a:extLst xmlns:a="http://schemas.openxmlformats.org/drawingml/2006/main">
              <a:ext uri="{FF2B5EF4-FFF2-40B4-BE49-F238E27FC236}">
                <a16:creationId xmlns:a16="http://schemas.microsoft.com/office/drawing/2014/main" id="{29F7E8A9-5DDA-4A7B-B21C-C6B3E044FF5C}"/>
              </a:ext>
            </a:extLst>
          </p:cNvPr>
          <p:cNvSpPr>
            <a:spLocks xmlns:a="http://schemas.openxmlformats.org/drawingml/2006/main" noGrp="1"/>
          </p:cNvSpPr>
          <p:nvPr/>
        </p:nvSpPr>
        <p:spPr>
          <a:xfrm xmlns:a="http://schemas.openxmlformats.org/drawingml/2006/main">
            <a:off x="1162050" y="6915150"/>
            <a:ext cx="93916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a:t>
            </a:r>
          </a:p>
        </p:txBody>
      </p:sp>
      <p:sp>
        <p:nvSpPr>
          <p:cNvPr id="19" name="Base case">
            <a:extLst xmlns:a="http://schemas.openxmlformats.org/drawingml/2006/main">
              <a:ext uri="{FF2B5EF4-FFF2-40B4-BE49-F238E27FC236}">
                <a16:creationId xmlns:a16="http://schemas.microsoft.com/office/drawing/2014/main" id="{04CBF35A-B2F9-4CAE-A79F-1D2A2E0D86F3}"/>
              </a:ext>
            </a:extLst>
          </p:cNvPr>
          <p:cNvSpPr>
            <a:spLocks xmlns:a="http://schemas.openxmlformats.org/drawingml/2006/main" noGrp="1"/>
          </p:cNvSpPr>
          <p:nvPr/>
        </p:nvSpPr>
        <p:spPr>
          <a:xfrm xmlns:a="http://schemas.openxmlformats.org/drawingml/2006/main">
            <a:off x="11620500" y="379095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xmlns:a="http://schemas.openxmlformats.org/drawingml/2006/main">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Base case</a:t>
            </a:r>
          </a:p>
        </p:txBody>
      </p:sp>
      <p:sp>
        <p:nvSpPr>
          <p:cNvPr id="20" name="At 0, stop this call.">
            <a:extLst xmlns:a="http://schemas.openxmlformats.org/drawingml/2006/main">
              <a:ext uri="{FF2B5EF4-FFF2-40B4-BE49-F238E27FC236}">
                <a16:creationId xmlns:a16="http://schemas.microsoft.com/office/drawing/2014/main" id="{79EB98B1-DF8E-490C-AF55-846D25982473}"/>
              </a:ext>
            </a:extLst>
          </p:cNvPr>
          <p:cNvSpPr>
            <a:spLocks xmlns:a="http://schemas.openxmlformats.org/drawingml/2006/main" noGrp="1"/>
          </p:cNvSpPr>
          <p:nvPr/>
        </p:nvSpPr>
        <p:spPr>
          <a:xfrm xmlns:a="http://schemas.openxmlformats.org/drawingml/2006/main">
            <a:off x="11620500" y="4410075"/>
            <a:ext cx="5334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Arial"/>
                <a:ea typeface="Arial"/>
                <a:cs typeface="Arial"/>
              </a:defRPr>
            </a:defPPr>
            <a:lvl1pPr algn="l">
              <a:defRPr sz="2850" b="0">
                <a:solidFill>
                  <a:srgbClr val="202426"/>
                </a:solidFill>
                <a:latin typeface="Arial"/>
                <a:ea typeface="Arial"/>
                <a:cs typeface="Arial"/>
              </a:defRPr>
            </a:lvl1pPr>
            <a:lvl2pPr algn="l">
              <a:defRPr sz="2850" b="0">
                <a:solidFill>
                  <a:srgbClr val="202426"/>
                </a:solidFill>
                <a:latin typeface="Arial"/>
                <a:ea typeface="Arial"/>
                <a:cs typeface="Arial"/>
              </a:defRPr>
            </a:lvl2pPr>
            <a:lvl3pPr algn="l">
              <a:defRPr sz="2850" b="0">
                <a:solidFill>
                  <a:srgbClr val="202426"/>
                </a:solidFill>
                <a:latin typeface="Arial"/>
                <a:ea typeface="Arial"/>
                <a:cs typeface="Arial"/>
              </a:defRPr>
            </a:lvl3pPr>
            <a:lvl4pPr algn="l">
              <a:defRPr sz="2850" b="0">
                <a:solidFill>
                  <a:srgbClr val="202426"/>
                </a:solidFill>
                <a:latin typeface="Arial"/>
                <a:ea typeface="Arial"/>
                <a:cs typeface="Arial"/>
              </a:defRPr>
            </a:lvl4pPr>
            <a:lvl5pPr algn="l">
              <a:defRPr sz="2850" b="0">
                <a:solidFill>
                  <a:srgbClr val="202426"/>
                </a:solidFill>
                <a:latin typeface="Arial"/>
                <a:ea typeface="Arial"/>
                <a:cs typeface="Arial"/>
              </a:defRPr>
            </a:lvl5pPr>
            <a:lvl6pPr algn="l">
              <a:defRPr sz="2850" b="0">
                <a:solidFill>
                  <a:srgbClr val="202426"/>
                </a:solidFill>
                <a:latin typeface="Arial"/>
                <a:ea typeface="Arial"/>
                <a:cs typeface="Arial"/>
              </a:defRPr>
            </a:lvl6pPr>
            <a:lvl7pPr algn="l">
              <a:defRPr sz="2850" b="0">
                <a:solidFill>
                  <a:srgbClr val="202426"/>
                </a:solidFill>
                <a:latin typeface="Arial"/>
                <a:ea typeface="Arial"/>
                <a:cs typeface="Arial"/>
              </a:defRPr>
            </a:lvl7pPr>
            <a:lvl8pPr algn="l">
              <a:defRPr sz="2850" b="0">
                <a:solidFill>
                  <a:srgbClr val="202426"/>
                </a:solidFill>
                <a:latin typeface="Arial"/>
                <a:ea typeface="Arial"/>
                <a:cs typeface="Arial"/>
              </a:defRPr>
            </a:lvl8pPr>
            <a:lvl9pPr algn="l">
              <a:defRPr sz="2850" b="0">
                <a:solidFill>
                  <a:srgbClr val="202426"/>
                </a:solidFill>
                <a:latin typeface="Arial"/>
                <a:ea typeface="Arial"/>
                <a:cs typeface="Arial"/>
              </a:defRPr>
            </a:lvl9pPr>
          </a:lstStyle>
          <a:p xmlns:a="http://schemas.openxmlformats.org/drawingml/2006/main">
            <a:pPr algn="l">
              <a:lnSpc>
                <a:spcPct val="100000"/>
              </a:lnSpc>
              <a:buNone/>
              <a:defRPr sz="2850" b="0">
                <a:solidFill>
                  <a:srgbClr val="202426"/>
                </a:solidFill>
                <a:latin typeface="Arial"/>
                <a:ea typeface="Arial"/>
                <a:cs typeface="Arial"/>
              </a:defRPr>
            </a:pPr>
            <a:r>
              <a:rPr sz="2850" b="0">
                <a:solidFill>
                  <a:srgbClr val="202426"/>
                </a:solidFill>
                <a:latin typeface="Arial"/>
                <a:ea typeface="Arial"/>
                <a:cs typeface="Arial"/>
              </a:rPr>
              <a:t>At 0, stop this call.</a:t>
            </a:r>
          </a:p>
        </p:txBody>
      </p:sp>
      <p:sp>
        <p:nvSpPr>
          <p:cNvPr id="21" name="Recursive call">
            <a:extLst xmlns:a="http://schemas.openxmlformats.org/drawingml/2006/main">
              <a:ext uri="{FF2B5EF4-FFF2-40B4-BE49-F238E27FC236}">
                <a16:creationId xmlns:a16="http://schemas.microsoft.com/office/drawing/2014/main" id="{5AD93D39-F3D2-49F1-818E-87461CE481D0}"/>
              </a:ext>
            </a:extLst>
          </p:cNvPr>
          <p:cNvSpPr>
            <a:spLocks xmlns:a="http://schemas.openxmlformats.org/drawingml/2006/main" noGrp="1"/>
          </p:cNvSpPr>
          <p:nvPr/>
        </p:nvSpPr>
        <p:spPr>
          <a:xfrm xmlns:a="http://schemas.openxmlformats.org/drawingml/2006/main">
            <a:off x="11620500" y="6048375"/>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xmlns:a="http://schemas.openxmlformats.org/drawingml/2006/main">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Recursive call</a:t>
            </a:r>
          </a:p>
        </p:txBody>
      </p:sp>
      <p:sp>
        <p:nvSpPr>
          <p:cNvPr id="22" name="Same function.&#10;Smaller input.">
            <a:extLst xmlns:a="http://schemas.openxmlformats.org/drawingml/2006/main">
              <a:ext uri="{FF2B5EF4-FFF2-40B4-BE49-F238E27FC236}">
                <a16:creationId xmlns:a16="http://schemas.microsoft.com/office/drawing/2014/main" id="{6850DBE0-902D-44DF-9ADB-98C5A7EC5E97}"/>
              </a:ext>
            </a:extLst>
          </p:cNvPr>
          <p:cNvSpPr>
            <a:spLocks xmlns:a="http://schemas.openxmlformats.org/drawingml/2006/main" noGrp="1"/>
          </p:cNvSpPr>
          <p:nvPr/>
        </p:nvSpPr>
        <p:spPr>
          <a:xfrm xmlns:a="http://schemas.openxmlformats.org/drawingml/2006/main">
            <a:off x="11620500" y="6667500"/>
            <a:ext cx="5334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Arial"/>
                <a:ea typeface="Arial"/>
                <a:cs typeface="Arial"/>
              </a:defRPr>
            </a:defPPr>
            <a:lvl1pPr algn="l">
              <a:defRPr sz="2850" b="0">
                <a:solidFill>
                  <a:srgbClr val="202426"/>
                </a:solidFill>
                <a:latin typeface="Arial"/>
                <a:ea typeface="Arial"/>
                <a:cs typeface="Arial"/>
              </a:defRPr>
            </a:lvl1pPr>
            <a:lvl2pPr algn="l">
              <a:defRPr sz="2850" b="0">
                <a:solidFill>
                  <a:srgbClr val="202426"/>
                </a:solidFill>
                <a:latin typeface="Arial"/>
                <a:ea typeface="Arial"/>
                <a:cs typeface="Arial"/>
              </a:defRPr>
            </a:lvl2pPr>
            <a:lvl3pPr algn="l">
              <a:defRPr sz="2850" b="0">
                <a:solidFill>
                  <a:srgbClr val="202426"/>
                </a:solidFill>
                <a:latin typeface="Arial"/>
                <a:ea typeface="Arial"/>
                <a:cs typeface="Arial"/>
              </a:defRPr>
            </a:lvl3pPr>
            <a:lvl4pPr algn="l">
              <a:defRPr sz="2850" b="0">
                <a:solidFill>
                  <a:srgbClr val="202426"/>
                </a:solidFill>
                <a:latin typeface="Arial"/>
                <a:ea typeface="Arial"/>
                <a:cs typeface="Arial"/>
              </a:defRPr>
            </a:lvl4pPr>
            <a:lvl5pPr algn="l">
              <a:defRPr sz="2850" b="0">
                <a:solidFill>
                  <a:srgbClr val="202426"/>
                </a:solidFill>
                <a:latin typeface="Arial"/>
                <a:ea typeface="Arial"/>
                <a:cs typeface="Arial"/>
              </a:defRPr>
            </a:lvl5pPr>
            <a:lvl6pPr algn="l">
              <a:defRPr sz="2850" b="0">
                <a:solidFill>
                  <a:srgbClr val="202426"/>
                </a:solidFill>
                <a:latin typeface="Arial"/>
                <a:ea typeface="Arial"/>
                <a:cs typeface="Arial"/>
              </a:defRPr>
            </a:lvl6pPr>
            <a:lvl7pPr algn="l">
              <a:defRPr sz="2850" b="0">
                <a:solidFill>
                  <a:srgbClr val="202426"/>
                </a:solidFill>
                <a:latin typeface="Arial"/>
                <a:ea typeface="Arial"/>
                <a:cs typeface="Arial"/>
              </a:defRPr>
            </a:lvl7pPr>
            <a:lvl8pPr algn="l">
              <a:defRPr sz="2850" b="0">
                <a:solidFill>
                  <a:srgbClr val="202426"/>
                </a:solidFill>
                <a:latin typeface="Arial"/>
                <a:ea typeface="Arial"/>
                <a:cs typeface="Arial"/>
              </a:defRPr>
            </a:lvl8pPr>
            <a:lvl9pPr algn="l">
              <a:defRPr sz="2850" b="0">
                <a:solidFill>
                  <a:srgbClr val="202426"/>
                </a:solidFill>
                <a:latin typeface="Arial"/>
                <a:ea typeface="Arial"/>
                <a:cs typeface="Arial"/>
              </a:defRPr>
            </a:lvl9pPr>
          </a:lstStyle>
          <a:p xmlns:a="http://schemas.openxmlformats.org/drawingml/2006/main">
            <a:pPr algn="l">
              <a:lnSpc>
                <a:spcPct val="100000"/>
              </a:lnSpc>
              <a:buNone/>
              <a:defRPr sz="2850" b="0">
                <a:solidFill>
                  <a:srgbClr val="202426"/>
                </a:solidFill>
                <a:latin typeface="Arial"/>
                <a:ea typeface="Arial"/>
                <a:cs typeface="Arial"/>
              </a:defRPr>
            </a:pPr>
            <a:r>
              <a:rPr sz="2850" b="0">
                <a:solidFill>
                  <a:srgbClr val="202426"/>
                </a:solidFill>
                <a:latin typeface="Arial"/>
                <a:ea typeface="Arial"/>
                <a:cs typeface="Arial"/>
              </a:rPr>
              <a:t>Same function.</a:t>
            </a:r>
          </a:p>
          <a:p xmlns:a="http://schemas.openxmlformats.org/drawingml/2006/main">
            <a:pPr algn="l">
              <a:lnSpc>
                <a:spcPct val="100000"/>
              </a:lnSpc>
              <a:buNone/>
              <a:defRPr sz="2850" b="0">
                <a:solidFill>
                  <a:srgbClr val="202426"/>
                </a:solidFill>
                <a:latin typeface="Arial"/>
                <a:ea typeface="Arial"/>
                <a:cs typeface="Arial"/>
              </a:defRPr>
            </a:pPr>
            <a:r>
              <a:rPr sz="2850" b="0">
                <a:solidFill>
                  <a:srgbClr val="202426"/>
                </a:solidFill>
                <a:latin typeface="Arial"/>
                <a:ea typeface="Arial"/>
                <a:cs typeface="Arial"/>
              </a:rPr>
              <a:t>Smaller input.</a:t>
            </a:r>
          </a:p>
        </p:txBody>
      </p:sp>
      <p:sp>
        <p:nvSpPr>
          <p:cNvPr id="23" name="C excerpt • demonstration input: a nonnegative integer">
            <a:extLst xmlns:a="http://schemas.openxmlformats.org/drawingml/2006/main">
              <a:ext uri="{FF2B5EF4-FFF2-40B4-BE49-F238E27FC236}">
                <a16:creationId xmlns:a16="http://schemas.microsoft.com/office/drawing/2014/main" id="{40D6BF7A-9D21-42D0-920D-4A7E7CBE040C}"/>
              </a:ext>
            </a:extLst>
          </p:cNvPr>
          <p:cNvSpPr>
            <a:spLocks xmlns:a="http://schemas.openxmlformats.org/drawingml/2006/main" noGrp="1"/>
          </p:cNvSpPr>
          <p:nvPr/>
        </p:nvSpPr>
        <p:spPr>
          <a:xfrm xmlns:a="http://schemas.openxmlformats.org/drawingml/2006/main">
            <a:off x="914400" y="8477250"/>
            <a:ext cx="1619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96167"/>
                </a:solidFill>
                <a:latin typeface="Arial"/>
                <a:ea typeface="Arial"/>
                <a:cs typeface="Arial"/>
              </a:defRPr>
            </a:defPPr>
            <a:lvl1pPr algn="l">
              <a:defRPr sz="2025" b="0">
                <a:solidFill>
                  <a:srgbClr val="596167"/>
                </a:solidFill>
                <a:latin typeface="Arial"/>
                <a:ea typeface="Arial"/>
                <a:cs typeface="Arial"/>
              </a:defRPr>
            </a:lvl1pPr>
            <a:lvl2pPr algn="l">
              <a:defRPr sz="2025" b="0">
                <a:solidFill>
                  <a:srgbClr val="596167"/>
                </a:solidFill>
                <a:latin typeface="Arial"/>
                <a:ea typeface="Arial"/>
                <a:cs typeface="Arial"/>
              </a:defRPr>
            </a:lvl2pPr>
            <a:lvl3pPr algn="l">
              <a:defRPr sz="2025" b="0">
                <a:solidFill>
                  <a:srgbClr val="596167"/>
                </a:solidFill>
                <a:latin typeface="Arial"/>
                <a:ea typeface="Arial"/>
                <a:cs typeface="Arial"/>
              </a:defRPr>
            </a:lvl3pPr>
            <a:lvl4pPr algn="l">
              <a:defRPr sz="2025" b="0">
                <a:solidFill>
                  <a:srgbClr val="596167"/>
                </a:solidFill>
                <a:latin typeface="Arial"/>
                <a:ea typeface="Arial"/>
                <a:cs typeface="Arial"/>
              </a:defRPr>
            </a:lvl4pPr>
            <a:lvl5pPr algn="l">
              <a:defRPr sz="2025" b="0">
                <a:solidFill>
                  <a:srgbClr val="596167"/>
                </a:solidFill>
                <a:latin typeface="Arial"/>
                <a:ea typeface="Arial"/>
                <a:cs typeface="Arial"/>
              </a:defRPr>
            </a:lvl5pPr>
            <a:lvl6pPr algn="l">
              <a:defRPr sz="2025" b="0">
                <a:solidFill>
                  <a:srgbClr val="596167"/>
                </a:solidFill>
                <a:latin typeface="Arial"/>
                <a:ea typeface="Arial"/>
                <a:cs typeface="Arial"/>
              </a:defRPr>
            </a:lvl6pPr>
            <a:lvl7pPr algn="l">
              <a:defRPr sz="2025" b="0">
                <a:solidFill>
                  <a:srgbClr val="596167"/>
                </a:solidFill>
                <a:latin typeface="Arial"/>
                <a:ea typeface="Arial"/>
                <a:cs typeface="Arial"/>
              </a:defRPr>
            </a:lvl7pPr>
            <a:lvl8pPr algn="l">
              <a:defRPr sz="2025" b="0">
                <a:solidFill>
                  <a:srgbClr val="596167"/>
                </a:solidFill>
                <a:latin typeface="Arial"/>
                <a:ea typeface="Arial"/>
                <a:cs typeface="Arial"/>
              </a:defRPr>
            </a:lvl8pPr>
            <a:lvl9pPr algn="l">
              <a:defRPr sz="2025" b="0">
                <a:solidFill>
                  <a:srgbClr val="596167"/>
                </a:solidFill>
                <a:latin typeface="Arial"/>
                <a:ea typeface="Arial"/>
                <a:cs typeface="Arial"/>
              </a:defRPr>
            </a:lvl9pPr>
          </a:lstStyle>
          <a:p xmlns:a="http://schemas.openxmlformats.org/drawingml/2006/main">
            <a:pPr algn="l">
              <a:lnSpc>
                <a:spcPct val="100000"/>
              </a:lnSpc>
              <a:buNone/>
              <a:defRPr sz="2025" b="0">
                <a:solidFill>
                  <a:srgbClr val="596167"/>
                </a:solidFill>
                <a:latin typeface="Arial"/>
                <a:ea typeface="Arial"/>
                <a:cs typeface="Arial"/>
              </a:defRPr>
            </a:pPr>
            <a:r>
              <a:rPr sz="2025" b="0">
                <a:solidFill>
                  <a:srgbClr val="596167"/>
                </a:solidFill>
                <a:latin typeface="Arial"/>
                <a:ea typeface="Arial"/>
                <a:cs typeface="Arial"/>
              </a:rPr>
              <a:t>C excerpt • demonstration input: a nonnegative integer</a:t>
            </a:r>
          </a:p>
        </p:txBody>
      </p:sp>
    </p:spTree>
    <p:extLst>
      <p:ext uri="{BB962C8B-B14F-4D97-AF65-F5344CB8AC3E}">
        <p14:creationId xmlns:p14="http://schemas.microsoft.com/office/powerpoint/2010/main" val="16506604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CURSION">
            <a:extLst xmlns:a="http://schemas.openxmlformats.org/drawingml/2006/main">
              <a:ext uri="{FF2B5EF4-FFF2-40B4-BE49-F238E27FC236}">
                <a16:creationId xmlns:a16="http://schemas.microsoft.com/office/drawing/2014/main" id="{5090F08E-10EF-475B-B24C-DE14C287D847}"/>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2D24A9E3-B6A1-4D80-9A21-86DC0D4FD44D}"/>
              </a:ext>
            </a:extLst>
          </p:cNvPr>
          <p:cNvPicPr>
            <a:picLocks xmlns:a="http://schemas.openxmlformats.org/drawingml/2006/main" noChangeAspect="1"/>
          </p:cNvPicPr>
          <p:nvPr/>
        </p:nvPicPr>
        <p:blipFill>
          <a:blip xmlns:r="http://schemas.openxmlformats.org/officeDocument/2006/relationships" xmlns:a="http://schemas.openxmlformats.org/drawingml/2006/main" r:embed="R533c78deb10b4386"/>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Tracing count_down(3)">
            <a:extLst xmlns:a="http://schemas.openxmlformats.org/drawingml/2006/main">
              <a:ext uri="{FF2B5EF4-FFF2-40B4-BE49-F238E27FC236}">
                <a16:creationId xmlns:a16="http://schemas.microsoft.com/office/drawing/2014/main" id="{7BAE4BF8-ED5B-4C20-BB1C-EDC263974CD6}"/>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Tracing count_down(3)</a:t>
            </a:r>
          </a:p>
        </p:txBody>
      </p:sp>
      <p:sp>
        <p:nvSpPr>
          <p:cNvPr id="4" name="">
            <a:extLst xmlns:a="http://schemas.openxmlformats.org/drawingml/2006/main">
              <a:ext uri="{FF2B5EF4-FFF2-40B4-BE49-F238E27FC236}">
                <a16:creationId xmlns:a16="http://schemas.microsoft.com/office/drawing/2014/main" id="{9DE086B1-1EA9-45F4-9F4C-43D005E33E0E}"/>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FA942F14-4D3A-4CFF-BB00-59F9D4EBAA2E}"/>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5">
            <a:extLst xmlns:a="http://schemas.openxmlformats.org/drawingml/2006/main">
              <a:ext uri="{FF2B5EF4-FFF2-40B4-BE49-F238E27FC236}">
                <a16:creationId xmlns:a16="http://schemas.microsoft.com/office/drawing/2014/main" id="{F0F440F8-8780-48E1-81FF-B04426A709C2}"/>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91CD7A5A-BEB0-44FB-A134-46AB63D9866D}"/>
              </a:ext>
            </a:extLst>
          </p:cNvPr>
          <p:cNvSpPr>
            <a:spLocks xmlns:a="http://schemas.openxmlformats.org/drawingml/2006/main" noGrp="1"/>
          </p:cNvSpPr>
          <p:nvPr/>
        </p:nvSpPr>
        <p:spPr>
          <a:xfrm xmlns:a="http://schemas.openxmlformats.org/drawingml/2006/main">
            <a:off x="914400" y="3333750"/>
            <a:ext cx="3743325" cy="257175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8" name="n = 3">
            <a:extLst xmlns:a="http://schemas.openxmlformats.org/drawingml/2006/main">
              <a:ext uri="{FF2B5EF4-FFF2-40B4-BE49-F238E27FC236}">
                <a16:creationId xmlns:a16="http://schemas.microsoft.com/office/drawing/2014/main" id="{DD4CF6F3-EAF5-41C9-BE2A-01A3DD402A09}"/>
              </a:ext>
            </a:extLst>
          </p:cNvPr>
          <p:cNvSpPr>
            <a:spLocks xmlns:a="http://schemas.openxmlformats.org/drawingml/2006/main" noGrp="1"/>
          </p:cNvSpPr>
          <p:nvPr/>
        </p:nvSpPr>
        <p:spPr>
          <a:xfrm xmlns:a="http://schemas.openxmlformats.org/drawingml/2006/main">
            <a:off x="1200150" y="3638550"/>
            <a:ext cx="31718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202426"/>
                </a:solidFill>
                <a:latin typeface="Courier New"/>
                <a:ea typeface="Courier New"/>
                <a:cs typeface="Courier New"/>
              </a:defRPr>
            </a:defPPr>
            <a:lvl1pPr algn="l">
              <a:defRPr sz="4125" b="1">
                <a:solidFill>
                  <a:srgbClr val="202426"/>
                </a:solidFill>
                <a:latin typeface="Courier New"/>
                <a:ea typeface="Courier New"/>
                <a:cs typeface="Courier New"/>
              </a:defRPr>
            </a:lvl1pPr>
            <a:lvl2pPr algn="l">
              <a:defRPr sz="4125" b="1">
                <a:solidFill>
                  <a:srgbClr val="202426"/>
                </a:solidFill>
                <a:latin typeface="Courier New"/>
                <a:ea typeface="Courier New"/>
                <a:cs typeface="Courier New"/>
              </a:defRPr>
            </a:lvl2pPr>
            <a:lvl3pPr algn="l">
              <a:defRPr sz="4125" b="1">
                <a:solidFill>
                  <a:srgbClr val="202426"/>
                </a:solidFill>
                <a:latin typeface="Courier New"/>
                <a:ea typeface="Courier New"/>
                <a:cs typeface="Courier New"/>
              </a:defRPr>
            </a:lvl3pPr>
            <a:lvl4pPr algn="l">
              <a:defRPr sz="4125" b="1">
                <a:solidFill>
                  <a:srgbClr val="202426"/>
                </a:solidFill>
                <a:latin typeface="Courier New"/>
                <a:ea typeface="Courier New"/>
                <a:cs typeface="Courier New"/>
              </a:defRPr>
            </a:lvl4pPr>
            <a:lvl5pPr algn="l">
              <a:defRPr sz="4125" b="1">
                <a:solidFill>
                  <a:srgbClr val="202426"/>
                </a:solidFill>
                <a:latin typeface="Courier New"/>
                <a:ea typeface="Courier New"/>
                <a:cs typeface="Courier New"/>
              </a:defRPr>
            </a:lvl5pPr>
            <a:lvl6pPr algn="l">
              <a:defRPr sz="4125" b="1">
                <a:solidFill>
                  <a:srgbClr val="202426"/>
                </a:solidFill>
                <a:latin typeface="Courier New"/>
                <a:ea typeface="Courier New"/>
                <a:cs typeface="Courier New"/>
              </a:defRPr>
            </a:lvl6pPr>
            <a:lvl7pPr algn="l">
              <a:defRPr sz="4125" b="1">
                <a:solidFill>
                  <a:srgbClr val="202426"/>
                </a:solidFill>
                <a:latin typeface="Courier New"/>
                <a:ea typeface="Courier New"/>
                <a:cs typeface="Courier New"/>
              </a:defRPr>
            </a:lvl7pPr>
            <a:lvl8pPr algn="l">
              <a:defRPr sz="4125" b="1">
                <a:solidFill>
                  <a:srgbClr val="202426"/>
                </a:solidFill>
                <a:latin typeface="Courier New"/>
                <a:ea typeface="Courier New"/>
                <a:cs typeface="Courier New"/>
              </a:defRPr>
            </a:lvl8pPr>
            <a:lvl9pPr algn="l">
              <a:defRPr sz="4125" b="1">
                <a:solidFill>
                  <a:srgbClr val="202426"/>
                </a:solidFill>
                <a:latin typeface="Courier New"/>
                <a:ea typeface="Courier New"/>
                <a:cs typeface="Courier New"/>
              </a:defRPr>
            </a:lvl9pPr>
          </a:lstStyle>
          <a:p xmlns:a="http://schemas.openxmlformats.org/drawingml/2006/main">
            <a:pPr algn="l">
              <a:lnSpc>
                <a:spcPct val="100000"/>
              </a:lnSpc>
              <a:buNone/>
              <a:defRPr sz="4125" b="1">
                <a:solidFill>
                  <a:srgbClr val="202426"/>
                </a:solidFill>
                <a:latin typeface="Courier New"/>
                <a:ea typeface="Courier New"/>
                <a:cs typeface="Courier New"/>
              </a:defRPr>
            </a:pPr>
            <a:r>
              <a:rPr sz="4125" b="1">
                <a:solidFill>
                  <a:srgbClr val="202426"/>
                </a:solidFill>
                <a:latin typeface="Courier New"/>
                <a:ea typeface="Courier New"/>
                <a:cs typeface="Courier New"/>
              </a:rPr>
              <a:t>n = 3</a:t>
            </a:r>
          </a:p>
        </p:txBody>
      </p:sp>
      <p:sp>
        <p:nvSpPr>
          <p:cNvPr id="9" name="print 3">
            <a:extLst xmlns:a="http://schemas.openxmlformats.org/drawingml/2006/main">
              <a:ext uri="{FF2B5EF4-FFF2-40B4-BE49-F238E27FC236}">
                <a16:creationId xmlns:a16="http://schemas.microsoft.com/office/drawing/2014/main" id="{2CF4F139-3E90-4634-9BFE-098F5D794F32}"/>
              </a:ext>
            </a:extLst>
          </p:cNvPr>
          <p:cNvSpPr>
            <a:spLocks xmlns:a="http://schemas.openxmlformats.org/drawingml/2006/main" noGrp="1"/>
          </p:cNvSpPr>
          <p:nvPr/>
        </p:nvSpPr>
        <p:spPr>
          <a:xfrm xmlns:a="http://schemas.openxmlformats.org/drawingml/2006/main">
            <a:off x="1200150" y="4619625"/>
            <a:ext cx="31718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print 3</a:t>
            </a:r>
          </a:p>
        </p:txBody>
      </p:sp>
      <p:cxnSp>
        <p:nvCxnSpPr>
          <p:cNvPr id="10" name="">
            <a:extLst xmlns:a="http://schemas.openxmlformats.org/drawingml/2006/main">
              <a:ext uri="{FF2B5EF4-FFF2-40B4-BE49-F238E27FC236}">
                <a16:creationId xmlns:a16="http://schemas.microsoft.com/office/drawing/2014/main" id="{1117CA34-872D-4D72-BC6C-205E8E181900}"/>
              </a:ext>
            </a:extLst>
          </p:cNvPr>
          <p:cNvCxnSpPr/>
          <p:nvPr/>
        </p:nvCxnSpPr>
        <p:spPr>
          <a:xfrm xmlns:a="http://schemas.openxmlformats.org/drawingml/2006/main">
            <a:off x="4733925" y="4552950"/>
            <a:ext cx="333375" cy="0"/>
          </a:xfrm>
          <a:prstGeom xmlns:a="http://schemas.openxmlformats.org/drawingml/2006/main" prst="straightConnector1">
            <a:avLst/>
          </a:prstGeom>
          <a:ln xmlns:a="http://schemas.openxmlformats.org/drawingml/2006/main" w="38100">
            <a:solidFill>
              <a:srgbClr val="E64519"/>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E9D97ECE-6678-4147-B9F9-131D0F146409}"/>
              </a:ext>
            </a:extLst>
          </p:cNvPr>
          <p:cNvSpPr>
            <a:spLocks xmlns:a="http://schemas.openxmlformats.org/drawingml/2006/main" noGrp="1"/>
          </p:cNvSpPr>
          <p:nvPr/>
        </p:nvSpPr>
        <p:spPr>
          <a:xfrm xmlns:a="http://schemas.openxmlformats.org/drawingml/2006/main">
            <a:off x="5153025" y="3333750"/>
            <a:ext cx="3743325" cy="257175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12" name="n = 2">
            <a:extLst xmlns:a="http://schemas.openxmlformats.org/drawingml/2006/main">
              <a:ext uri="{FF2B5EF4-FFF2-40B4-BE49-F238E27FC236}">
                <a16:creationId xmlns:a16="http://schemas.microsoft.com/office/drawing/2014/main" id="{E91A2D60-1B52-455A-A259-942869ED89AF}"/>
              </a:ext>
            </a:extLst>
          </p:cNvPr>
          <p:cNvSpPr>
            <a:spLocks xmlns:a="http://schemas.openxmlformats.org/drawingml/2006/main" noGrp="1"/>
          </p:cNvSpPr>
          <p:nvPr/>
        </p:nvSpPr>
        <p:spPr>
          <a:xfrm xmlns:a="http://schemas.openxmlformats.org/drawingml/2006/main">
            <a:off x="5438775" y="3638550"/>
            <a:ext cx="31718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202426"/>
                </a:solidFill>
                <a:latin typeface="Courier New"/>
                <a:ea typeface="Courier New"/>
                <a:cs typeface="Courier New"/>
              </a:defRPr>
            </a:defPPr>
            <a:lvl1pPr algn="l">
              <a:defRPr sz="4125" b="1">
                <a:solidFill>
                  <a:srgbClr val="202426"/>
                </a:solidFill>
                <a:latin typeface="Courier New"/>
                <a:ea typeface="Courier New"/>
                <a:cs typeface="Courier New"/>
              </a:defRPr>
            </a:lvl1pPr>
            <a:lvl2pPr algn="l">
              <a:defRPr sz="4125" b="1">
                <a:solidFill>
                  <a:srgbClr val="202426"/>
                </a:solidFill>
                <a:latin typeface="Courier New"/>
                <a:ea typeface="Courier New"/>
                <a:cs typeface="Courier New"/>
              </a:defRPr>
            </a:lvl2pPr>
            <a:lvl3pPr algn="l">
              <a:defRPr sz="4125" b="1">
                <a:solidFill>
                  <a:srgbClr val="202426"/>
                </a:solidFill>
                <a:latin typeface="Courier New"/>
                <a:ea typeface="Courier New"/>
                <a:cs typeface="Courier New"/>
              </a:defRPr>
            </a:lvl3pPr>
            <a:lvl4pPr algn="l">
              <a:defRPr sz="4125" b="1">
                <a:solidFill>
                  <a:srgbClr val="202426"/>
                </a:solidFill>
                <a:latin typeface="Courier New"/>
                <a:ea typeface="Courier New"/>
                <a:cs typeface="Courier New"/>
              </a:defRPr>
            </a:lvl4pPr>
            <a:lvl5pPr algn="l">
              <a:defRPr sz="4125" b="1">
                <a:solidFill>
                  <a:srgbClr val="202426"/>
                </a:solidFill>
                <a:latin typeface="Courier New"/>
                <a:ea typeface="Courier New"/>
                <a:cs typeface="Courier New"/>
              </a:defRPr>
            </a:lvl5pPr>
            <a:lvl6pPr algn="l">
              <a:defRPr sz="4125" b="1">
                <a:solidFill>
                  <a:srgbClr val="202426"/>
                </a:solidFill>
                <a:latin typeface="Courier New"/>
                <a:ea typeface="Courier New"/>
                <a:cs typeface="Courier New"/>
              </a:defRPr>
            </a:lvl6pPr>
            <a:lvl7pPr algn="l">
              <a:defRPr sz="4125" b="1">
                <a:solidFill>
                  <a:srgbClr val="202426"/>
                </a:solidFill>
                <a:latin typeface="Courier New"/>
                <a:ea typeface="Courier New"/>
                <a:cs typeface="Courier New"/>
              </a:defRPr>
            </a:lvl7pPr>
            <a:lvl8pPr algn="l">
              <a:defRPr sz="4125" b="1">
                <a:solidFill>
                  <a:srgbClr val="202426"/>
                </a:solidFill>
                <a:latin typeface="Courier New"/>
                <a:ea typeface="Courier New"/>
                <a:cs typeface="Courier New"/>
              </a:defRPr>
            </a:lvl8pPr>
            <a:lvl9pPr algn="l">
              <a:defRPr sz="4125" b="1">
                <a:solidFill>
                  <a:srgbClr val="202426"/>
                </a:solidFill>
                <a:latin typeface="Courier New"/>
                <a:ea typeface="Courier New"/>
                <a:cs typeface="Courier New"/>
              </a:defRPr>
            </a:lvl9pPr>
          </a:lstStyle>
          <a:p xmlns:a="http://schemas.openxmlformats.org/drawingml/2006/main">
            <a:pPr algn="l">
              <a:lnSpc>
                <a:spcPct val="100000"/>
              </a:lnSpc>
              <a:buNone/>
              <a:defRPr sz="4125" b="1">
                <a:solidFill>
                  <a:srgbClr val="202426"/>
                </a:solidFill>
                <a:latin typeface="Courier New"/>
                <a:ea typeface="Courier New"/>
                <a:cs typeface="Courier New"/>
              </a:defRPr>
            </a:pPr>
            <a:r>
              <a:rPr sz="4125" b="1">
                <a:solidFill>
                  <a:srgbClr val="202426"/>
                </a:solidFill>
                <a:latin typeface="Courier New"/>
                <a:ea typeface="Courier New"/>
                <a:cs typeface="Courier New"/>
              </a:rPr>
              <a:t>n = 2</a:t>
            </a:r>
          </a:p>
        </p:txBody>
      </p:sp>
      <p:sp>
        <p:nvSpPr>
          <p:cNvPr id="13" name="print 2">
            <a:extLst xmlns:a="http://schemas.openxmlformats.org/drawingml/2006/main">
              <a:ext uri="{FF2B5EF4-FFF2-40B4-BE49-F238E27FC236}">
                <a16:creationId xmlns:a16="http://schemas.microsoft.com/office/drawing/2014/main" id="{A8FC3D06-8BAD-4C79-91E9-E9A1580C3D2E}"/>
              </a:ext>
            </a:extLst>
          </p:cNvPr>
          <p:cNvSpPr>
            <a:spLocks xmlns:a="http://schemas.openxmlformats.org/drawingml/2006/main" noGrp="1"/>
          </p:cNvSpPr>
          <p:nvPr/>
        </p:nvSpPr>
        <p:spPr>
          <a:xfrm xmlns:a="http://schemas.openxmlformats.org/drawingml/2006/main">
            <a:off x="5438775" y="4619625"/>
            <a:ext cx="31718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print 2</a:t>
            </a:r>
          </a:p>
        </p:txBody>
      </p:sp>
      <p:cxnSp>
        <p:nvCxnSpPr>
          <p:cNvPr id="14" name="">
            <a:extLst xmlns:a="http://schemas.openxmlformats.org/drawingml/2006/main">
              <a:ext uri="{FF2B5EF4-FFF2-40B4-BE49-F238E27FC236}">
                <a16:creationId xmlns:a16="http://schemas.microsoft.com/office/drawing/2014/main" id="{13B91B8A-2DA7-4009-87C7-7AF80618A4E4}"/>
              </a:ext>
            </a:extLst>
          </p:cNvPr>
          <p:cNvCxnSpPr/>
          <p:nvPr/>
        </p:nvCxnSpPr>
        <p:spPr>
          <a:xfrm xmlns:a="http://schemas.openxmlformats.org/drawingml/2006/main">
            <a:off x="8972550" y="4552950"/>
            <a:ext cx="333375" cy="0"/>
          </a:xfrm>
          <a:prstGeom xmlns:a="http://schemas.openxmlformats.org/drawingml/2006/main" prst="straightConnector1">
            <a:avLst/>
          </a:prstGeom>
          <a:ln xmlns:a="http://schemas.openxmlformats.org/drawingml/2006/main" w="38100">
            <a:solidFill>
              <a:srgbClr val="E64519"/>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87B7A719-A84E-4539-9BB3-E9B9AC09A7B4}"/>
              </a:ext>
            </a:extLst>
          </p:cNvPr>
          <p:cNvSpPr>
            <a:spLocks xmlns:a="http://schemas.openxmlformats.org/drawingml/2006/main" noGrp="1"/>
          </p:cNvSpPr>
          <p:nvPr/>
        </p:nvSpPr>
        <p:spPr>
          <a:xfrm xmlns:a="http://schemas.openxmlformats.org/drawingml/2006/main">
            <a:off x="9391650" y="3333750"/>
            <a:ext cx="3743325" cy="257175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16" name="n = 1">
            <a:extLst xmlns:a="http://schemas.openxmlformats.org/drawingml/2006/main">
              <a:ext uri="{FF2B5EF4-FFF2-40B4-BE49-F238E27FC236}">
                <a16:creationId xmlns:a16="http://schemas.microsoft.com/office/drawing/2014/main" id="{3D68CAF2-2EC8-449A-9FB7-7D331C9B07A4}"/>
              </a:ext>
            </a:extLst>
          </p:cNvPr>
          <p:cNvSpPr>
            <a:spLocks xmlns:a="http://schemas.openxmlformats.org/drawingml/2006/main" noGrp="1"/>
          </p:cNvSpPr>
          <p:nvPr/>
        </p:nvSpPr>
        <p:spPr>
          <a:xfrm xmlns:a="http://schemas.openxmlformats.org/drawingml/2006/main">
            <a:off x="9677400" y="3638550"/>
            <a:ext cx="31718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202426"/>
                </a:solidFill>
                <a:latin typeface="Courier New"/>
                <a:ea typeface="Courier New"/>
                <a:cs typeface="Courier New"/>
              </a:defRPr>
            </a:defPPr>
            <a:lvl1pPr algn="l">
              <a:defRPr sz="4125" b="1">
                <a:solidFill>
                  <a:srgbClr val="202426"/>
                </a:solidFill>
                <a:latin typeface="Courier New"/>
                <a:ea typeface="Courier New"/>
                <a:cs typeface="Courier New"/>
              </a:defRPr>
            </a:lvl1pPr>
            <a:lvl2pPr algn="l">
              <a:defRPr sz="4125" b="1">
                <a:solidFill>
                  <a:srgbClr val="202426"/>
                </a:solidFill>
                <a:latin typeface="Courier New"/>
                <a:ea typeface="Courier New"/>
                <a:cs typeface="Courier New"/>
              </a:defRPr>
            </a:lvl2pPr>
            <a:lvl3pPr algn="l">
              <a:defRPr sz="4125" b="1">
                <a:solidFill>
                  <a:srgbClr val="202426"/>
                </a:solidFill>
                <a:latin typeface="Courier New"/>
                <a:ea typeface="Courier New"/>
                <a:cs typeface="Courier New"/>
              </a:defRPr>
            </a:lvl3pPr>
            <a:lvl4pPr algn="l">
              <a:defRPr sz="4125" b="1">
                <a:solidFill>
                  <a:srgbClr val="202426"/>
                </a:solidFill>
                <a:latin typeface="Courier New"/>
                <a:ea typeface="Courier New"/>
                <a:cs typeface="Courier New"/>
              </a:defRPr>
            </a:lvl4pPr>
            <a:lvl5pPr algn="l">
              <a:defRPr sz="4125" b="1">
                <a:solidFill>
                  <a:srgbClr val="202426"/>
                </a:solidFill>
                <a:latin typeface="Courier New"/>
                <a:ea typeface="Courier New"/>
                <a:cs typeface="Courier New"/>
              </a:defRPr>
            </a:lvl5pPr>
            <a:lvl6pPr algn="l">
              <a:defRPr sz="4125" b="1">
                <a:solidFill>
                  <a:srgbClr val="202426"/>
                </a:solidFill>
                <a:latin typeface="Courier New"/>
                <a:ea typeface="Courier New"/>
                <a:cs typeface="Courier New"/>
              </a:defRPr>
            </a:lvl6pPr>
            <a:lvl7pPr algn="l">
              <a:defRPr sz="4125" b="1">
                <a:solidFill>
                  <a:srgbClr val="202426"/>
                </a:solidFill>
                <a:latin typeface="Courier New"/>
                <a:ea typeface="Courier New"/>
                <a:cs typeface="Courier New"/>
              </a:defRPr>
            </a:lvl7pPr>
            <a:lvl8pPr algn="l">
              <a:defRPr sz="4125" b="1">
                <a:solidFill>
                  <a:srgbClr val="202426"/>
                </a:solidFill>
                <a:latin typeface="Courier New"/>
                <a:ea typeface="Courier New"/>
                <a:cs typeface="Courier New"/>
              </a:defRPr>
            </a:lvl8pPr>
            <a:lvl9pPr algn="l">
              <a:defRPr sz="4125" b="1">
                <a:solidFill>
                  <a:srgbClr val="202426"/>
                </a:solidFill>
                <a:latin typeface="Courier New"/>
                <a:ea typeface="Courier New"/>
                <a:cs typeface="Courier New"/>
              </a:defRPr>
            </a:lvl9pPr>
          </a:lstStyle>
          <a:p xmlns:a="http://schemas.openxmlformats.org/drawingml/2006/main">
            <a:pPr algn="l">
              <a:lnSpc>
                <a:spcPct val="100000"/>
              </a:lnSpc>
              <a:buNone/>
              <a:defRPr sz="4125" b="1">
                <a:solidFill>
                  <a:srgbClr val="202426"/>
                </a:solidFill>
                <a:latin typeface="Courier New"/>
                <a:ea typeface="Courier New"/>
                <a:cs typeface="Courier New"/>
              </a:defRPr>
            </a:pPr>
            <a:r>
              <a:rPr sz="4125" b="1">
                <a:solidFill>
                  <a:srgbClr val="202426"/>
                </a:solidFill>
                <a:latin typeface="Courier New"/>
                <a:ea typeface="Courier New"/>
                <a:cs typeface="Courier New"/>
              </a:rPr>
              <a:t>n = 1</a:t>
            </a:r>
          </a:p>
        </p:txBody>
      </p:sp>
      <p:sp>
        <p:nvSpPr>
          <p:cNvPr id="17" name="print 1">
            <a:extLst xmlns:a="http://schemas.openxmlformats.org/drawingml/2006/main">
              <a:ext uri="{FF2B5EF4-FFF2-40B4-BE49-F238E27FC236}">
                <a16:creationId xmlns:a16="http://schemas.microsoft.com/office/drawing/2014/main" id="{B47D871A-5849-410F-B51C-551D01BEF57F}"/>
              </a:ext>
            </a:extLst>
          </p:cNvPr>
          <p:cNvSpPr>
            <a:spLocks xmlns:a="http://schemas.openxmlformats.org/drawingml/2006/main" noGrp="1"/>
          </p:cNvSpPr>
          <p:nvPr/>
        </p:nvSpPr>
        <p:spPr>
          <a:xfrm xmlns:a="http://schemas.openxmlformats.org/drawingml/2006/main">
            <a:off x="9677400" y="4619625"/>
            <a:ext cx="31718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print 1</a:t>
            </a:r>
          </a:p>
        </p:txBody>
      </p:sp>
      <p:cxnSp>
        <p:nvCxnSpPr>
          <p:cNvPr id="18" name="">
            <a:extLst xmlns:a="http://schemas.openxmlformats.org/drawingml/2006/main">
              <a:ext uri="{FF2B5EF4-FFF2-40B4-BE49-F238E27FC236}">
                <a16:creationId xmlns:a16="http://schemas.microsoft.com/office/drawing/2014/main" id="{C6213EBE-7675-4874-B105-9D1C0C2F5037}"/>
              </a:ext>
            </a:extLst>
          </p:cNvPr>
          <p:cNvCxnSpPr/>
          <p:nvPr/>
        </p:nvCxnSpPr>
        <p:spPr>
          <a:xfrm xmlns:a="http://schemas.openxmlformats.org/drawingml/2006/main">
            <a:off x="13211175" y="4552950"/>
            <a:ext cx="333375" cy="0"/>
          </a:xfrm>
          <a:prstGeom xmlns:a="http://schemas.openxmlformats.org/drawingml/2006/main" prst="straightConnector1">
            <a:avLst/>
          </a:prstGeom>
          <a:ln xmlns:a="http://schemas.openxmlformats.org/drawingml/2006/main" w="38100">
            <a:solidFill>
              <a:srgbClr val="E64519"/>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E2BB6A10-67CD-4409-AED3-7843C9082D38}"/>
              </a:ext>
            </a:extLst>
          </p:cNvPr>
          <p:cNvSpPr>
            <a:spLocks xmlns:a="http://schemas.openxmlformats.org/drawingml/2006/main" noGrp="1"/>
          </p:cNvSpPr>
          <p:nvPr/>
        </p:nvSpPr>
        <p:spPr>
          <a:xfrm xmlns:a="http://schemas.openxmlformats.org/drawingml/2006/main">
            <a:off x="13630275" y="3333750"/>
            <a:ext cx="3743325" cy="25717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20" name="n = 0">
            <a:extLst xmlns:a="http://schemas.openxmlformats.org/drawingml/2006/main">
              <a:ext uri="{FF2B5EF4-FFF2-40B4-BE49-F238E27FC236}">
                <a16:creationId xmlns:a16="http://schemas.microsoft.com/office/drawing/2014/main" id="{FE2A5D25-8E4A-411C-A354-81EB87BDBE1C}"/>
              </a:ext>
            </a:extLst>
          </p:cNvPr>
          <p:cNvSpPr>
            <a:spLocks xmlns:a="http://schemas.openxmlformats.org/drawingml/2006/main" noGrp="1"/>
          </p:cNvSpPr>
          <p:nvPr/>
        </p:nvSpPr>
        <p:spPr>
          <a:xfrm xmlns:a="http://schemas.openxmlformats.org/drawingml/2006/main">
            <a:off x="13916025" y="3638550"/>
            <a:ext cx="31718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202426"/>
                </a:solidFill>
                <a:latin typeface="Courier New"/>
                <a:ea typeface="Courier New"/>
                <a:cs typeface="Courier New"/>
              </a:defRPr>
            </a:defPPr>
            <a:lvl1pPr algn="l">
              <a:defRPr sz="4125" b="1">
                <a:solidFill>
                  <a:srgbClr val="202426"/>
                </a:solidFill>
                <a:latin typeface="Courier New"/>
                <a:ea typeface="Courier New"/>
                <a:cs typeface="Courier New"/>
              </a:defRPr>
            </a:lvl1pPr>
            <a:lvl2pPr algn="l">
              <a:defRPr sz="4125" b="1">
                <a:solidFill>
                  <a:srgbClr val="202426"/>
                </a:solidFill>
                <a:latin typeface="Courier New"/>
                <a:ea typeface="Courier New"/>
                <a:cs typeface="Courier New"/>
              </a:defRPr>
            </a:lvl2pPr>
            <a:lvl3pPr algn="l">
              <a:defRPr sz="4125" b="1">
                <a:solidFill>
                  <a:srgbClr val="202426"/>
                </a:solidFill>
                <a:latin typeface="Courier New"/>
                <a:ea typeface="Courier New"/>
                <a:cs typeface="Courier New"/>
              </a:defRPr>
            </a:lvl3pPr>
            <a:lvl4pPr algn="l">
              <a:defRPr sz="4125" b="1">
                <a:solidFill>
                  <a:srgbClr val="202426"/>
                </a:solidFill>
                <a:latin typeface="Courier New"/>
                <a:ea typeface="Courier New"/>
                <a:cs typeface="Courier New"/>
              </a:defRPr>
            </a:lvl4pPr>
            <a:lvl5pPr algn="l">
              <a:defRPr sz="4125" b="1">
                <a:solidFill>
                  <a:srgbClr val="202426"/>
                </a:solidFill>
                <a:latin typeface="Courier New"/>
                <a:ea typeface="Courier New"/>
                <a:cs typeface="Courier New"/>
              </a:defRPr>
            </a:lvl5pPr>
            <a:lvl6pPr algn="l">
              <a:defRPr sz="4125" b="1">
                <a:solidFill>
                  <a:srgbClr val="202426"/>
                </a:solidFill>
                <a:latin typeface="Courier New"/>
                <a:ea typeface="Courier New"/>
                <a:cs typeface="Courier New"/>
              </a:defRPr>
            </a:lvl6pPr>
            <a:lvl7pPr algn="l">
              <a:defRPr sz="4125" b="1">
                <a:solidFill>
                  <a:srgbClr val="202426"/>
                </a:solidFill>
                <a:latin typeface="Courier New"/>
                <a:ea typeface="Courier New"/>
                <a:cs typeface="Courier New"/>
              </a:defRPr>
            </a:lvl7pPr>
            <a:lvl8pPr algn="l">
              <a:defRPr sz="4125" b="1">
                <a:solidFill>
                  <a:srgbClr val="202426"/>
                </a:solidFill>
                <a:latin typeface="Courier New"/>
                <a:ea typeface="Courier New"/>
                <a:cs typeface="Courier New"/>
              </a:defRPr>
            </a:lvl8pPr>
            <a:lvl9pPr algn="l">
              <a:defRPr sz="4125" b="1">
                <a:solidFill>
                  <a:srgbClr val="202426"/>
                </a:solidFill>
                <a:latin typeface="Courier New"/>
                <a:ea typeface="Courier New"/>
                <a:cs typeface="Courier New"/>
              </a:defRPr>
            </a:lvl9pPr>
          </a:lstStyle>
          <a:p xmlns:a="http://schemas.openxmlformats.org/drawingml/2006/main">
            <a:pPr algn="l">
              <a:lnSpc>
                <a:spcPct val="100000"/>
              </a:lnSpc>
              <a:buNone/>
              <a:defRPr sz="4125" b="1">
                <a:solidFill>
                  <a:srgbClr val="202426"/>
                </a:solidFill>
                <a:latin typeface="Courier New"/>
                <a:ea typeface="Courier New"/>
                <a:cs typeface="Courier New"/>
              </a:defRPr>
            </a:pPr>
            <a:r>
              <a:rPr sz="4125" b="1">
                <a:solidFill>
                  <a:srgbClr val="202426"/>
                </a:solidFill>
                <a:latin typeface="Courier New"/>
                <a:ea typeface="Courier New"/>
                <a:cs typeface="Courier New"/>
              </a:rPr>
              <a:t>n = 0</a:t>
            </a:r>
          </a:p>
        </p:txBody>
      </p:sp>
      <p:sp>
        <p:nvSpPr>
          <p:cNvPr id="21" name="return">
            <a:extLst xmlns:a="http://schemas.openxmlformats.org/drawingml/2006/main">
              <a:ext uri="{FF2B5EF4-FFF2-40B4-BE49-F238E27FC236}">
                <a16:creationId xmlns:a16="http://schemas.microsoft.com/office/drawing/2014/main" id="{92A30859-0EF0-4067-93B6-75B71B0038A9}"/>
              </a:ext>
            </a:extLst>
          </p:cNvPr>
          <p:cNvSpPr>
            <a:spLocks xmlns:a="http://schemas.openxmlformats.org/drawingml/2006/main" noGrp="1"/>
          </p:cNvSpPr>
          <p:nvPr/>
        </p:nvSpPr>
        <p:spPr>
          <a:xfrm xmlns:a="http://schemas.openxmlformats.org/drawingml/2006/main">
            <a:off x="13916025" y="4619625"/>
            <a:ext cx="31718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B73513"/>
                </a:solidFill>
                <a:latin typeface="Arial"/>
                <a:ea typeface="Arial"/>
                <a:cs typeface="Arial"/>
              </a:defRPr>
            </a:defPPr>
            <a:lvl1pPr algn="l">
              <a:defRPr sz="3000" b="0">
                <a:solidFill>
                  <a:srgbClr val="B73513"/>
                </a:solidFill>
                <a:latin typeface="Arial"/>
                <a:ea typeface="Arial"/>
                <a:cs typeface="Arial"/>
              </a:defRPr>
            </a:lvl1pPr>
            <a:lvl2pPr algn="l">
              <a:defRPr sz="3000" b="0">
                <a:solidFill>
                  <a:srgbClr val="B73513"/>
                </a:solidFill>
                <a:latin typeface="Arial"/>
                <a:ea typeface="Arial"/>
                <a:cs typeface="Arial"/>
              </a:defRPr>
            </a:lvl2pPr>
            <a:lvl3pPr algn="l">
              <a:defRPr sz="3000" b="0">
                <a:solidFill>
                  <a:srgbClr val="B73513"/>
                </a:solidFill>
                <a:latin typeface="Arial"/>
                <a:ea typeface="Arial"/>
                <a:cs typeface="Arial"/>
              </a:defRPr>
            </a:lvl3pPr>
            <a:lvl4pPr algn="l">
              <a:defRPr sz="3000" b="0">
                <a:solidFill>
                  <a:srgbClr val="B73513"/>
                </a:solidFill>
                <a:latin typeface="Arial"/>
                <a:ea typeface="Arial"/>
                <a:cs typeface="Arial"/>
              </a:defRPr>
            </a:lvl4pPr>
            <a:lvl5pPr algn="l">
              <a:defRPr sz="3000" b="0">
                <a:solidFill>
                  <a:srgbClr val="B73513"/>
                </a:solidFill>
                <a:latin typeface="Arial"/>
                <a:ea typeface="Arial"/>
                <a:cs typeface="Arial"/>
              </a:defRPr>
            </a:lvl5pPr>
            <a:lvl6pPr algn="l">
              <a:defRPr sz="3000" b="0">
                <a:solidFill>
                  <a:srgbClr val="B73513"/>
                </a:solidFill>
                <a:latin typeface="Arial"/>
                <a:ea typeface="Arial"/>
                <a:cs typeface="Arial"/>
              </a:defRPr>
            </a:lvl6pPr>
            <a:lvl7pPr algn="l">
              <a:defRPr sz="3000" b="0">
                <a:solidFill>
                  <a:srgbClr val="B73513"/>
                </a:solidFill>
                <a:latin typeface="Arial"/>
                <a:ea typeface="Arial"/>
                <a:cs typeface="Arial"/>
              </a:defRPr>
            </a:lvl7pPr>
            <a:lvl8pPr algn="l">
              <a:defRPr sz="3000" b="0">
                <a:solidFill>
                  <a:srgbClr val="B73513"/>
                </a:solidFill>
                <a:latin typeface="Arial"/>
                <a:ea typeface="Arial"/>
                <a:cs typeface="Arial"/>
              </a:defRPr>
            </a:lvl8pPr>
            <a:lvl9pPr algn="l">
              <a:defRPr sz="3000" b="0">
                <a:solidFill>
                  <a:srgbClr val="B73513"/>
                </a:solidFill>
                <a:latin typeface="Arial"/>
                <a:ea typeface="Arial"/>
                <a:cs typeface="Arial"/>
              </a:defRPr>
            </a:lvl9pPr>
          </a:lstStyle>
          <a:p xmlns:a="http://schemas.openxmlformats.org/drawingml/2006/main">
            <a:pPr algn="l">
              <a:lnSpc>
                <a:spcPct val="100000"/>
              </a:lnSpc>
              <a:buNone/>
              <a:defRPr sz="3000" b="0">
                <a:solidFill>
                  <a:srgbClr val="B73513"/>
                </a:solidFill>
                <a:latin typeface="Arial"/>
                <a:ea typeface="Arial"/>
                <a:cs typeface="Arial"/>
              </a:defRPr>
            </a:pPr>
            <a:r>
              <a:rPr sz="3000" b="0">
                <a:solidFill>
                  <a:srgbClr val="B73513"/>
                </a:solidFill>
                <a:latin typeface="Arial"/>
                <a:ea typeface="Arial"/>
                <a:cs typeface="Arial"/>
              </a:rPr>
              <a:t>return</a:t>
            </a:r>
          </a:p>
        </p:txBody>
      </p:sp>
      <p:sp>
        <p:nvSpPr>
          <p:cNvPr id="22" name="Output">
            <a:extLst xmlns:a="http://schemas.openxmlformats.org/drawingml/2006/main">
              <a:ext uri="{FF2B5EF4-FFF2-40B4-BE49-F238E27FC236}">
                <a16:creationId xmlns:a16="http://schemas.microsoft.com/office/drawing/2014/main" id="{81EC844A-DD97-418F-A36A-919C6AA706D9}"/>
              </a:ext>
            </a:extLst>
          </p:cNvPr>
          <p:cNvSpPr>
            <a:spLocks xmlns:a="http://schemas.openxmlformats.org/drawingml/2006/main" noGrp="1"/>
          </p:cNvSpPr>
          <p:nvPr/>
        </p:nvSpPr>
        <p:spPr>
          <a:xfrm xmlns:a="http://schemas.openxmlformats.org/drawingml/2006/main">
            <a:off x="914400" y="6829425"/>
            <a:ext cx="381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Output</a:t>
            </a:r>
          </a:p>
        </p:txBody>
      </p:sp>
      <p:sp>
        <p:nvSpPr>
          <p:cNvPr id="23" name="3   2   1">
            <a:extLst xmlns:a="http://schemas.openxmlformats.org/drawingml/2006/main">
              <a:ext uri="{FF2B5EF4-FFF2-40B4-BE49-F238E27FC236}">
                <a16:creationId xmlns:a16="http://schemas.microsoft.com/office/drawing/2014/main" id="{426A71A2-78C9-4317-8390-1F08EE73A667}"/>
              </a:ext>
            </a:extLst>
          </p:cNvPr>
          <p:cNvSpPr>
            <a:spLocks xmlns:a="http://schemas.openxmlformats.org/drawingml/2006/main" noGrp="1"/>
          </p:cNvSpPr>
          <p:nvPr/>
        </p:nvSpPr>
        <p:spPr>
          <a:xfrm xmlns:a="http://schemas.openxmlformats.org/drawingml/2006/main">
            <a:off x="914400" y="7391400"/>
            <a:ext cx="10096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202426"/>
                </a:solidFill>
                <a:latin typeface="Courier New"/>
                <a:ea typeface="Courier New"/>
                <a:cs typeface="Courier New"/>
              </a:defRPr>
            </a:defPPr>
            <a:lvl1pPr algn="l">
              <a:defRPr sz="5100" b="1">
                <a:solidFill>
                  <a:srgbClr val="202426"/>
                </a:solidFill>
                <a:latin typeface="Courier New"/>
                <a:ea typeface="Courier New"/>
                <a:cs typeface="Courier New"/>
              </a:defRPr>
            </a:lvl1pPr>
            <a:lvl2pPr algn="l">
              <a:defRPr sz="5100" b="1">
                <a:solidFill>
                  <a:srgbClr val="202426"/>
                </a:solidFill>
                <a:latin typeface="Courier New"/>
                <a:ea typeface="Courier New"/>
                <a:cs typeface="Courier New"/>
              </a:defRPr>
            </a:lvl2pPr>
            <a:lvl3pPr algn="l">
              <a:defRPr sz="5100" b="1">
                <a:solidFill>
                  <a:srgbClr val="202426"/>
                </a:solidFill>
                <a:latin typeface="Courier New"/>
                <a:ea typeface="Courier New"/>
                <a:cs typeface="Courier New"/>
              </a:defRPr>
            </a:lvl3pPr>
            <a:lvl4pPr algn="l">
              <a:defRPr sz="5100" b="1">
                <a:solidFill>
                  <a:srgbClr val="202426"/>
                </a:solidFill>
                <a:latin typeface="Courier New"/>
                <a:ea typeface="Courier New"/>
                <a:cs typeface="Courier New"/>
              </a:defRPr>
            </a:lvl4pPr>
            <a:lvl5pPr algn="l">
              <a:defRPr sz="5100" b="1">
                <a:solidFill>
                  <a:srgbClr val="202426"/>
                </a:solidFill>
                <a:latin typeface="Courier New"/>
                <a:ea typeface="Courier New"/>
                <a:cs typeface="Courier New"/>
              </a:defRPr>
            </a:lvl5pPr>
            <a:lvl6pPr algn="l">
              <a:defRPr sz="5100" b="1">
                <a:solidFill>
                  <a:srgbClr val="202426"/>
                </a:solidFill>
                <a:latin typeface="Courier New"/>
                <a:ea typeface="Courier New"/>
                <a:cs typeface="Courier New"/>
              </a:defRPr>
            </a:lvl6pPr>
            <a:lvl7pPr algn="l">
              <a:defRPr sz="5100" b="1">
                <a:solidFill>
                  <a:srgbClr val="202426"/>
                </a:solidFill>
                <a:latin typeface="Courier New"/>
                <a:ea typeface="Courier New"/>
                <a:cs typeface="Courier New"/>
              </a:defRPr>
            </a:lvl7pPr>
            <a:lvl8pPr algn="l">
              <a:defRPr sz="5100" b="1">
                <a:solidFill>
                  <a:srgbClr val="202426"/>
                </a:solidFill>
                <a:latin typeface="Courier New"/>
                <a:ea typeface="Courier New"/>
                <a:cs typeface="Courier New"/>
              </a:defRPr>
            </a:lvl8pPr>
            <a:lvl9pPr algn="l">
              <a:defRPr sz="5100" b="1">
                <a:solidFill>
                  <a:srgbClr val="202426"/>
                </a:solidFill>
                <a:latin typeface="Courier New"/>
                <a:ea typeface="Courier New"/>
                <a:cs typeface="Courier New"/>
              </a:defRPr>
            </a:lvl9pPr>
          </a:lstStyle>
          <a:p xmlns:a="http://schemas.openxmlformats.org/drawingml/2006/main">
            <a:pPr algn="l">
              <a:lnSpc>
                <a:spcPct val="100000"/>
              </a:lnSpc>
              <a:buNone/>
              <a:defRPr sz="5100" b="1">
                <a:solidFill>
                  <a:srgbClr val="202426"/>
                </a:solidFill>
                <a:latin typeface="Courier New"/>
                <a:ea typeface="Courier New"/>
                <a:cs typeface="Courier New"/>
              </a:defRPr>
            </a:pPr>
            <a:r>
              <a:rPr sz="5100" b="1">
                <a:solidFill>
                  <a:srgbClr val="202426"/>
                </a:solidFill>
                <a:latin typeface="Courier New"/>
                <a:ea typeface="Courier New"/>
                <a:cs typeface="Courier New"/>
              </a:rPr>
              <a:t>3   2   1</a:t>
            </a:r>
          </a:p>
        </p:txBody>
      </p:sp>
      <p:sp>
        <p:nvSpPr>
          <p:cNvPr id="24" name="Each number prints on its own line.">
            <a:extLst xmlns:a="http://schemas.openxmlformats.org/drawingml/2006/main">
              <a:ext uri="{FF2B5EF4-FFF2-40B4-BE49-F238E27FC236}">
                <a16:creationId xmlns:a16="http://schemas.microsoft.com/office/drawing/2014/main" id="{5CC0ED2C-13AF-4133-8740-866C224BE91E}"/>
              </a:ext>
            </a:extLst>
          </p:cNvPr>
          <p:cNvSpPr>
            <a:spLocks xmlns:a="http://schemas.openxmlformats.org/drawingml/2006/main" noGrp="1"/>
          </p:cNvSpPr>
          <p:nvPr/>
        </p:nvSpPr>
        <p:spPr>
          <a:xfrm xmlns:a="http://schemas.openxmlformats.org/drawingml/2006/main">
            <a:off x="9906000" y="7477125"/>
            <a:ext cx="74676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596167"/>
                </a:solidFill>
                <a:latin typeface="Arial"/>
                <a:ea typeface="Arial"/>
                <a:cs typeface="Arial"/>
              </a:defRPr>
            </a:defPPr>
            <a:lvl1pPr algn="l">
              <a:defRPr sz="2700" b="0">
                <a:solidFill>
                  <a:srgbClr val="596167"/>
                </a:solidFill>
                <a:latin typeface="Arial"/>
                <a:ea typeface="Arial"/>
                <a:cs typeface="Arial"/>
              </a:defRPr>
            </a:lvl1pPr>
            <a:lvl2pPr algn="l">
              <a:defRPr sz="2700" b="0">
                <a:solidFill>
                  <a:srgbClr val="596167"/>
                </a:solidFill>
                <a:latin typeface="Arial"/>
                <a:ea typeface="Arial"/>
                <a:cs typeface="Arial"/>
              </a:defRPr>
            </a:lvl2pPr>
            <a:lvl3pPr algn="l">
              <a:defRPr sz="2700" b="0">
                <a:solidFill>
                  <a:srgbClr val="596167"/>
                </a:solidFill>
                <a:latin typeface="Arial"/>
                <a:ea typeface="Arial"/>
                <a:cs typeface="Arial"/>
              </a:defRPr>
            </a:lvl3pPr>
            <a:lvl4pPr algn="l">
              <a:defRPr sz="2700" b="0">
                <a:solidFill>
                  <a:srgbClr val="596167"/>
                </a:solidFill>
                <a:latin typeface="Arial"/>
                <a:ea typeface="Arial"/>
                <a:cs typeface="Arial"/>
              </a:defRPr>
            </a:lvl4pPr>
            <a:lvl5pPr algn="l">
              <a:defRPr sz="2700" b="0">
                <a:solidFill>
                  <a:srgbClr val="596167"/>
                </a:solidFill>
                <a:latin typeface="Arial"/>
                <a:ea typeface="Arial"/>
                <a:cs typeface="Arial"/>
              </a:defRPr>
            </a:lvl5pPr>
            <a:lvl6pPr algn="l">
              <a:defRPr sz="2700" b="0">
                <a:solidFill>
                  <a:srgbClr val="596167"/>
                </a:solidFill>
                <a:latin typeface="Arial"/>
                <a:ea typeface="Arial"/>
                <a:cs typeface="Arial"/>
              </a:defRPr>
            </a:lvl6pPr>
            <a:lvl7pPr algn="l">
              <a:defRPr sz="2700" b="0">
                <a:solidFill>
                  <a:srgbClr val="596167"/>
                </a:solidFill>
                <a:latin typeface="Arial"/>
                <a:ea typeface="Arial"/>
                <a:cs typeface="Arial"/>
              </a:defRPr>
            </a:lvl7pPr>
            <a:lvl8pPr algn="l">
              <a:defRPr sz="2700" b="0">
                <a:solidFill>
                  <a:srgbClr val="596167"/>
                </a:solidFill>
                <a:latin typeface="Arial"/>
                <a:ea typeface="Arial"/>
                <a:cs typeface="Arial"/>
              </a:defRPr>
            </a:lvl8pPr>
            <a:lvl9pPr algn="l">
              <a:defRPr sz="2700" b="0">
                <a:solidFill>
                  <a:srgbClr val="596167"/>
                </a:solidFill>
                <a:latin typeface="Arial"/>
                <a:ea typeface="Arial"/>
                <a:cs typeface="Arial"/>
              </a:defRPr>
            </a:lvl9pPr>
          </a:lstStyle>
          <a:p xmlns:a="http://schemas.openxmlformats.org/drawingml/2006/main">
            <a:pPr algn="l">
              <a:lnSpc>
                <a:spcPct val="100000"/>
              </a:lnSpc>
              <a:buNone/>
              <a:defRPr sz="2700" b="0">
                <a:solidFill>
                  <a:srgbClr val="596167"/>
                </a:solidFill>
                <a:latin typeface="Arial"/>
                <a:ea typeface="Arial"/>
                <a:cs typeface="Arial"/>
              </a:defRPr>
            </a:pPr>
            <a:r>
              <a:rPr sz="2700" b="0">
                <a:solidFill>
                  <a:srgbClr val="596167"/>
                </a:solidFill>
                <a:latin typeface="Arial"/>
                <a:ea typeface="Arial"/>
                <a:cs typeface="Arial"/>
              </a:rPr>
              <a:t>Each number prints on its own line.</a:t>
            </a:r>
          </a:p>
        </p:txBody>
      </p:sp>
    </p:spTree>
    <p:extLst>
      <p:ext uri="{BB962C8B-B14F-4D97-AF65-F5344CB8AC3E}">
        <p14:creationId xmlns:p14="http://schemas.microsoft.com/office/powerpoint/2010/main" val="1071682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URSION">
            <a:extLst xmlns:a="http://schemas.openxmlformats.org/drawingml/2006/main">
              <a:ext uri="{FF2B5EF4-FFF2-40B4-BE49-F238E27FC236}">
                <a16:creationId xmlns:a16="http://schemas.microsoft.com/office/drawing/2014/main" id="{4A4D3A4E-96B2-4554-BB96-80EF20C4F75E}"/>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B0E1D886-8CA7-4F63-86E5-418A1ABC3E51}"/>
              </a:ext>
            </a:extLst>
          </p:cNvPr>
          <p:cNvPicPr>
            <a:picLocks xmlns:a="http://schemas.openxmlformats.org/drawingml/2006/main" noChangeAspect="1"/>
          </p:cNvPicPr>
          <p:nvPr/>
        </p:nvPicPr>
        <p:blipFill>
          <a:blip xmlns:r="http://schemas.openxmlformats.org/officeDocument/2006/relationships" xmlns:a="http://schemas.openxmlformats.org/drawingml/2006/main" r:embed="R5c4fd17c446d4ac2"/>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The ingredients of recursion">
            <a:extLst xmlns:a="http://schemas.openxmlformats.org/drawingml/2006/main">
              <a:ext uri="{FF2B5EF4-FFF2-40B4-BE49-F238E27FC236}">
                <a16:creationId xmlns:a16="http://schemas.microsoft.com/office/drawing/2014/main" id="{776AD705-7795-416E-97F3-D966A7C60A49}"/>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The ingredients of recursion</a:t>
            </a:r>
          </a:p>
        </p:txBody>
      </p:sp>
      <p:sp>
        <p:nvSpPr>
          <p:cNvPr id="4" name="">
            <a:extLst xmlns:a="http://schemas.openxmlformats.org/drawingml/2006/main">
              <a:ext uri="{FF2B5EF4-FFF2-40B4-BE49-F238E27FC236}">
                <a16:creationId xmlns:a16="http://schemas.microsoft.com/office/drawing/2014/main" id="{FB07628E-D024-4739-9121-0BE7577F51AB}"/>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E9666C11-C47C-4CF8-A98B-41838A15B924}"/>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6">
            <a:extLst xmlns:a="http://schemas.openxmlformats.org/drawingml/2006/main">
              <a:ext uri="{FF2B5EF4-FFF2-40B4-BE49-F238E27FC236}">
                <a16:creationId xmlns:a16="http://schemas.microsoft.com/office/drawing/2014/main" id="{9542C1FC-3CB6-4B33-BD81-EF554187DDD0}"/>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06</a:t>
            </a:r>
          </a:p>
        </p:txBody>
      </p:sp>
      <p:sp>
        <p:nvSpPr>
          <p:cNvPr id="7" name="1">
            <a:extLst xmlns:a="http://schemas.openxmlformats.org/drawingml/2006/main">
              <a:ext uri="{FF2B5EF4-FFF2-40B4-BE49-F238E27FC236}">
                <a16:creationId xmlns:a16="http://schemas.microsoft.com/office/drawing/2014/main" id="{1A62FE21-E3EF-46A7-8646-B99390B512AB}"/>
              </a:ext>
            </a:extLst>
          </p:cNvPr>
          <p:cNvSpPr>
            <a:spLocks xmlns:a="http://schemas.openxmlformats.org/drawingml/2006/main" noGrp="1"/>
          </p:cNvSpPr>
          <p:nvPr/>
        </p:nvSpPr>
        <p:spPr>
          <a:xfrm xmlns:a="http://schemas.openxmlformats.org/drawingml/2006/main">
            <a:off x="914400" y="31432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E64519"/>
                </a:solidFill>
                <a:latin typeface="Arial"/>
                <a:ea typeface="Arial"/>
                <a:cs typeface="Arial"/>
              </a:defRPr>
            </a:defPPr>
            <a:lvl1pPr algn="l">
              <a:defRPr sz="5100" b="1">
                <a:solidFill>
                  <a:srgbClr val="E64519"/>
                </a:solidFill>
                <a:latin typeface="Arial"/>
                <a:ea typeface="Arial"/>
                <a:cs typeface="Arial"/>
              </a:defRPr>
            </a:lvl1pPr>
            <a:lvl2pPr algn="l">
              <a:defRPr sz="5100" b="1">
                <a:solidFill>
                  <a:srgbClr val="E64519"/>
                </a:solidFill>
                <a:latin typeface="Arial"/>
                <a:ea typeface="Arial"/>
                <a:cs typeface="Arial"/>
              </a:defRPr>
            </a:lvl2pPr>
            <a:lvl3pPr algn="l">
              <a:defRPr sz="5100" b="1">
                <a:solidFill>
                  <a:srgbClr val="E64519"/>
                </a:solidFill>
                <a:latin typeface="Arial"/>
                <a:ea typeface="Arial"/>
                <a:cs typeface="Arial"/>
              </a:defRPr>
            </a:lvl3pPr>
            <a:lvl4pPr algn="l">
              <a:defRPr sz="5100" b="1">
                <a:solidFill>
                  <a:srgbClr val="E64519"/>
                </a:solidFill>
                <a:latin typeface="Arial"/>
                <a:ea typeface="Arial"/>
                <a:cs typeface="Arial"/>
              </a:defRPr>
            </a:lvl4pPr>
            <a:lvl5pPr algn="l">
              <a:defRPr sz="5100" b="1">
                <a:solidFill>
                  <a:srgbClr val="E64519"/>
                </a:solidFill>
                <a:latin typeface="Arial"/>
                <a:ea typeface="Arial"/>
                <a:cs typeface="Arial"/>
              </a:defRPr>
            </a:lvl5pPr>
            <a:lvl6pPr algn="l">
              <a:defRPr sz="5100" b="1">
                <a:solidFill>
                  <a:srgbClr val="E64519"/>
                </a:solidFill>
                <a:latin typeface="Arial"/>
                <a:ea typeface="Arial"/>
                <a:cs typeface="Arial"/>
              </a:defRPr>
            </a:lvl6pPr>
            <a:lvl7pPr algn="l">
              <a:defRPr sz="5100" b="1">
                <a:solidFill>
                  <a:srgbClr val="E64519"/>
                </a:solidFill>
                <a:latin typeface="Arial"/>
                <a:ea typeface="Arial"/>
                <a:cs typeface="Arial"/>
              </a:defRPr>
            </a:lvl7pPr>
            <a:lvl8pPr algn="l">
              <a:defRPr sz="5100" b="1">
                <a:solidFill>
                  <a:srgbClr val="E64519"/>
                </a:solidFill>
                <a:latin typeface="Arial"/>
                <a:ea typeface="Arial"/>
                <a:cs typeface="Arial"/>
              </a:defRPr>
            </a:lvl8pPr>
            <a:lvl9pPr algn="l">
              <a:defRPr sz="5100" b="1">
                <a:solidFill>
                  <a:srgbClr val="E64519"/>
                </a:solidFill>
                <a:latin typeface="Arial"/>
                <a:ea typeface="Arial"/>
                <a:cs typeface="Arial"/>
              </a:defRPr>
            </a:lvl9pPr>
          </a:lstStyle>
          <a:p xmlns:a="http://schemas.openxmlformats.org/drawingml/2006/main">
            <a:pPr algn="l">
              <a:lnSpc>
                <a:spcPct val="100000"/>
              </a:lnSpc>
              <a:buNone/>
              <a:defRPr sz="5100" b="1">
                <a:solidFill>
                  <a:srgbClr val="E64519"/>
                </a:solidFill>
                <a:latin typeface="Arial"/>
                <a:ea typeface="Arial"/>
                <a:cs typeface="Arial"/>
              </a:defRPr>
            </a:pPr>
            <a:r>
              <a:rPr sz="5100" b="1">
                <a:solidFill>
                  <a:srgbClr val="E64519"/>
                </a:solidFill>
                <a:latin typeface="Arial"/>
                <a:ea typeface="Arial"/>
                <a:cs typeface="Arial"/>
              </a:rPr>
              <a:t>1</a:t>
            </a:r>
          </a:p>
        </p:txBody>
      </p:sp>
      <p:sp>
        <p:nvSpPr>
          <p:cNvPr id="8" name="Base case">
            <a:extLst xmlns:a="http://schemas.openxmlformats.org/drawingml/2006/main">
              <a:ext uri="{FF2B5EF4-FFF2-40B4-BE49-F238E27FC236}">
                <a16:creationId xmlns:a16="http://schemas.microsoft.com/office/drawing/2014/main" id="{4A8D78A2-4225-4069-AA8D-7FD5621F2DEC}"/>
              </a:ext>
            </a:extLst>
          </p:cNvPr>
          <p:cNvSpPr>
            <a:spLocks xmlns:a="http://schemas.openxmlformats.org/drawingml/2006/main" noGrp="1"/>
          </p:cNvSpPr>
          <p:nvPr/>
        </p:nvSpPr>
        <p:spPr>
          <a:xfrm xmlns:a="http://schemas.openxmlformats.org/drawingml/2006/main">
            <a:off x="2095500" y="320992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02426"/>
                </a:solidFill>
                <a:latin typeface="Arial"/>
                <a:ea typeface="Arial"/>
                <a:cs typeface="Arial"/>
              </a:defRPr>
            </a:defPPr>
            <a:lvl1pPr algn="l">
              <a:defRPr sz="3300" b="1">
                <a:solidFill>
                  <a:srgbClr val="202426"/>
                </a:solidFill>
                <a:latin typeface="Arial"/>
                <a:ea typeface="Arial"/>
                <a:cs typeface="Arial"/>
              </a:defRPr>
            </a:lvl1pPr>
            <a:lvl2pPr algn="l">
              <a:defRPr sz="3300" b="1">
                <a:solidFill>
                  <a:srgbClr val="202426"/>
                </a:solidFill>
                <a:latin typeface="Arial"/>
                <a:ea typeface="Arial"/>
                <a:cs typeface="Arial"/>
              </a:defRPr>
            </a:lvl2pPr>
            <a:lvl3pPr algn="l">
              <a:defRPr sz="3300" b="1">
                <a:solidFill>
                  <a:srgbClr val="202426"/>
                </a:solidFill>
                <a:latin typeface="Arial"/>
                <a:ea typeface="Arial"/>
                <a:cs typeface="Arial"/>
              </a:defRPr>
            </a:lvl3pPr>
            <a:lvl4pPr algn="l">
              <a:defRPr sz="3300" b="1">
                <a:solidFill>
                  <a:srgbClr val="202426"/>
                </a:solidFill>
                <a:latin typeface="Arial"/>
                <a:ea typeface="Arial"/>
                <a:cs typeface="Arial"/>
              </a:defRPr>
            </a:lvl4pPr>
            <a:lvl5pPr algn="l">
              <a:defRPr sz="3300" b="1">
                <a:solidFill>
                  <a:srgbClr val="202426"/>
                </a:solidFill>
                <a:latin typeface="Arial"/>
                <a:ea typeface="Arial"/>
                <a:cs typeface="Arial"/>
              </a:defRPr>
            </a:lvl5pPr>
            <a:lvl6pPr algn="l">
              <a:defRPr sz="3300" b="1">
                <a:solidFill>
                  <a:srgbClr val="202426"/>
                </a:solidFill>
                <a:latin typeface="Arial"/>
                <a:ea typeface="Arial"/>
                <a:cs typeface="Arial"/>
              </a:defRPr>
            </a:lvl6pPr>
            <a:lvl7pPr algn="l">
              <a:defRPr sz="3300" b="1">
                <a:solidFill>
                  <a:srgbClr val="202426"/>
                </a:solidFill>
                <a:latin typeface="Arial"/>
                <a:ea typeface="Arial"/>
                <a:cs typeface="Arial"/>
              </a:defRPr>
            </a:lvl7pPr>
            <a:lvl8pPr algn="l">
              <a:defRPr sz="3300" b="1">
                <a:solidFill>
                  <a:srgbClr val="202426"/>
                </a:solidFill>
                <a:latin typeface="Arial"/>
                <a:ea typeface="Arial"/>
                <a:cs typeface="Arial"/>
              </a:defRPr>
            </a:lvl8pPr>
            <a:lvl9pPr algn="l">
              <a:defRPr sz="3300" b="1">
                <a:solidFill>
                  <a:srgbClr val="202426"/>
                </a:solidFill>
                <a:latin typeface="Arial"/>
                <a:ea typeface="Arial"/>
                <a:cs typeface="Arial"/>
              </a:defRPr>
            </a:lvl9pPr>
          </a:lstStyle>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Base case</a:t>
            </a:r>
          </a:p>
        </p:txBody>
      </p:sp>
      <p:sp>
        <p:nvSpPr>
          <p:cNvPr id="9" name="An answer without another call">
            <a:extLst xmlns:a="http://schemas.openxmlformats.org/drawingml/2006/main">
              <a:ext uri="{FF2B5EF4-FFF2-40B4-BE49-F238E27FC236}">
                <a16:creationId xmlns:a16="http://schemas.microsoft.com/office/drawing/2014/main" id="{7BE9245B-3020-496F-B6C5-FFEA9ADF59F7}"/>
              </a:ext>
            </a:extLst>
          </p:cNvPr>
          <p:cNvSpPr>
            <a:spLocks xmlns:a="http://schemas.openxmlformats.org/drawingml/2006/main" noGrp="1"/>
          </p:cNvSpPr>
          <p:nvPr/>
        </p:nvSpPr>
        <p:spPr>
          <a:xfrm xmlns:a="http://schemas.openxmlformats.org/drawingml/2006/main">
            <a:off x="6762750" y="3238500"/>
            <a:ext cx="10610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An answer without another call</a:t>
            </a:r>
          </a:p>
        </p:txBody>
      </p:sp>
      <p:sp>
        <p:nvSpPr>
          <p:cNvPr id="10" name="n == 0">
            <a:extLst xmlns:a="http://schemas.openxmlformats.org/drawingml/2006/main">
              <a:ext uri="{FF2B5EF4-FFF2-40B4-BE49-F238E27FC236}">
                <a16:creationId xmlns:a16="http://schemas.microsoft.com/office/drawing/2014/main" id="{C4094227-689A-4BA0-92DD-01CD91E99685}"/>
              </a:ext>
            </a:extLst>
          </p:cNvPr>
          <p:cNvSpPr>
            <a:spLocks xmlns:a="http://schemas.openxmlformats.org/drawingml/2006/main" noGrp="1"/>
          </p:cNvSpPr>
          <p:nvPr/>
        </p:nvSpPr>
        <p:spPr>
          <a:xfrm xmlns:a="http://schemas.openxmlformats.org/drawingml/2006/main">
            <a:off x="6762750" y="3876675"/>
            <a:ext cx="1061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596167"/>
                </a:solidFill>
                <a:latin typeface="Courier New"/>
                <a:ea typeface="Courier New"/>
                <a:cs typeface="Courier New"/>
              </a:defRPr>
            </a:defPPr>
            <a:lvl1pPr algn="l">
              <a:defRPr sz="2550" b="0">
                <a:solidFill>
                  <a:srgbClr val="596167"/>
                </a:solidFill>
                <a:latin typeface="Courier New"/>
                <a:ea typeface="Courier New"/>
                <a:cs typeface="Courier New"/>
              </a:defRPr>
            </a:lvl1pPr>
            <a:lvl2pPr algn="l">
              <a:defRPr sz="2550" b="0">
                <a:solidFill>
                  <a:srgbClr val="596167"/>
                </a:solidFill>
                <a:latin typeface="Courier New"/>
                <a:ea typeface="Courier New"/>
                <a:cs typeface="Courier New"/>
              </a:defRPr>
            </a:lvl2pPr>
            <a:lvl3pPr algn="l">
              <a:defRPr sz="2550" b="0">
                <a:solidFill>
                  <a:srgbClr val="596167"/>
                </a:solidFill>
                <a:latin typeface="Courier New"/>
                <a:ea typeface="Courier New"/>
                <a:cs typeface="Courier New"/>
              </a:defRPr>
            </a:lvl3pPr>
            <a:lvl4pPr algn="l">
              <a:defRPr sz="2550" b="0">
                <a:solidFill>
                  <a:srgbClr val="596167"/>
                </a:solidFill>
                <a:latin typeface="Courier New"/>
                <a:ea typeface="Courier New"/>
                <a:cs typeface="Courier New"/>
              </a:defRPr>
            </a:lvl4pPr>
            <a:lvl5pPr algn="l">
              <a:defRPr sz="2550" b="0">
                <a:solidFill>
                  <a:srgbClr val="596167"/>
                </a:solidFill>
                <a:latin typeface="Courier New"/>
                <a:ea typeface="Courier New"/>
                <a:cs typeface="Courier New"/>
              </a:defRPr>
            </a:lvl5pPr>
            <a:lvl6pPr algn="l">
              <a:defRPr sz="2550" b="0">
                <a:solidFill>
                  <a:srgbClr val="596167"/>
                </a:solidFill>
                <a:latin typeface="Courier New"/>
                <a:ea typeface="Courier New"/>
                <a:cs typeface="Courier New"/>
              </a:defRPr>
            </a:lvl6pPr>
            <a:lvl7pPr algn="l">
              <a:defRPr sz="2550" b="0">
                <a:solidFill>
                  <a:srgbClr val="596167"/>
                </a:solidFill>
                <a:latin typeface="Courier New"/>
                <a:ea typeface="Courier New"/>
                <a:cs typeface="Courier New"/>
              </a:defRPr>
            </a:lvl7pPr>
            <a:lvl8pPr algn="l">
              <a:defRPr sz="2550" b="0">
                <a:solidFill>
                  <a:srgbClr val="596167"/>
                </a:solidFill>
                <a:latin typeface="Courier New"/>
                <a:ea typeface="Courier New"/>
                <a:cs typeface="Courier New"/>
              </a:defRPr>
            </a:lvl8pPr>
            <a:lvl9pPr algn="l">
              <a:defRPr sz="2550" b="0">
                <a:solidFill>
                  <a:srgbClr val="596167"/>
                </a:solidFill>
                <a:latin typeface="Courier New"/>
                <a:ea typeface="Courier New"/>
                <a:cs typeface="Courier New"/>
              </a:defRPr>
            </a:lvl9pPr>
          </a:lstStyle>
          <a:p xmlns:a="http://schemas.openxmlformats.org/drawingml/2006/main">
            <a:pPr algn="l">
              <a:lnSpc>
                <a:spcPct val="100000"/>
              </a:lnSpc>
              <a:buNone/>
              <a:defRPr sz="2550" b="0">
                <a:solidFill>
                  <a:srgbClr val="596167"/>
                </a:solidFill>
                <a:latin typeface="Courier New"/>
                <a:ea typeface="Courier New"/>
                <a:cs typeface="Courier New"/>
              </a:defRPr>
            </a:pPr>
            <a:r>
              <a:rPr sz="2550" b="0">
                <a:solidFill>
                  <a:srgbClr val="596167"/>
                </a:solidFill>
                <a:latin typeface="Courier New"/>
                <a:ea typeface="Courier New"/>
                <a:cs typeface="Courier New"/>
              </a:rPr>
              <a:t>n == 0</a:t>
            </a:r>
          </a:p>
        </p:txBody>
      </p:sp>
      <p:sp>
        <p:nvSpPr>
          <p:cNvPr id="11" name="">
            <a:extLst xmlns:a="http://schemas.openxmlformats.org/drawingml/2006/main">
              <a:ext uri="{FF2B5EF4-FFF2-40B4-BE49-F238E27FC236}">
                <a16:creationId xmlns:a16="http://schemas.microsoft.com/office/drawing/2014/main" id="{EF266B89-5BC3-4519-958B-0698C9A57FFB}"/>
              </a:ext>
            </a:extLst>
          </p:cNvPr>
          <p:cNvSpPr>
            <a:spLocks xmlns:a="http://schemas.openxmlformats.org/drawingml/2006/main" noGrp="1"/>
          </p:cNvSpPr>
          <p:nvPr/>
        </p:nvSpPr>
        <p:spPr>
          <a:xfrm xmlns:a="http://schemas.openxmlformats.org/drawingml/2006/main">
            <a:off x="2095500" y="4543425"/>
            <a:ext cx="152781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2" name="2">
            <a:extLst xmlns:a="http://schemas.openxmlformats.org/drawingml/2006/main">
              <a:ext uri="{FF2B5EF4-FFF2-40B4-BE49-F238E27FC236}">
                <a16:creationId xmlns:a16="http://schemas.microsoft.com/office/drawing/2014/main" id="{FB70C91D-1526-4DC0-B79C-7EDD1695F788}"/>
              </a:ext>
            </a:extLst>
          </p:cNvPr>
          <p:cNvSpPr>
            <a:spLocks xmlns:a="http://schemas.openxmlformats.org/drawingml/2006/main" noGrp="1"/>
          </p:cNvSpPr>
          <p:nvPr/>
        </p:nvSpPr>
        <p:spPr>
          <a:xfrm xmlns:a="http://schemas.openxmlformats.org/drawingml/2006/main">
            <a:off x="914400" y="4905375"/>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E64519"/>
                </a:solidFill>
                <a:latin typeface="Arial"/>
                <a:ea typeface="Arial"/>
                <a:cs typeface="Arial"/>
              </a:defRPr>
            </a:defPPr>
            <a:lvl1pPr algn="l">
              <a:defRPr sz="5100" b="1">
                <a:solidFill>
                  <a:srgbClr val="E64519"/>
                </a:solidFill>
                <a:latin typeface="Arial"/>
                <a:ea typeface="Arial"/>
                <a:cs typeface="Arial"/>
              </a:defRPr>
            </a:lvl1pPr>
            <a:lvl2pPr algn="l">
              <a:defRPr sz="5100" b="1">
                <a:solidFill>
                  <a:srgbClr val="E64519"/>
                </a:solidFill>
                <a:latin typeface="Arial"/>
                <a:ea typeface="Arial"/>
                <a:cs typeface="Arial"/>
              </a:defRPr>
            </a:lvl2pPr>
            <a:lvl3pPr algn="l">
              <a:defRPr sz="5100" b="1">
                <a:solidFill>
                  <a:srgbClr val="E64519"/>
                </a:solidFill>
                <a:latin typeface="Arial"/>
                <a:ea typeface="Arial"/>
                <a:cs typeface="Arial"/>
              </a:defRPr>
            </a:lvl3pPr>
            <a:lvl4pPr algn="l">
              <a:defRPr sz="5100" b="1">
                <a:solidFill>
                  <a:srgbClr val="E64519"/>
                </a:solidFill>
                <a:latin typeface="Arial"/>
                <a:ea typeface="Arial"/>
                <a:cs typeface="Arial"/>
              </a:defRPr>
            </a:lvl4pPr>
            <a:lvl5pPr algn="l">
              <a:defRPr sz="5100" b="1">
                <a:solidFill>
                  <a:srgbClr val="E64519"/>
                </a:solidFill>
                <a:latin typeface="Arial"/>
                <a:ea typeface="Arial"/>
                <a:cs typeface="Arial"/>
              </a:defRPr>
            </a:lvl5pPr>
            <a:lvl6pPr algn="l">
              <a:defRPr sz="5100" b="1">
                <a:solidFill>
                  <a:srgbClr val="E64519"/>
                </a:solidFill>
                <a:latin typeface="Arial"/>
                <a:ea typeface="Arial"/>
                <a:cs typeface="Arial"/>
              </a:defRPr>
            </a:lvl6pPr>
            <a:lvl7pPr algn="l">
              <a:defRPr sz="5100" b="1">
                <a:solidFill>
                  <a:srgbClr val="E64519"/>
                </a:solidFill>
                <a:latin typeface="Arial"/>
                <a:ea typeface="Arial"/>
                <a:cs typeface="Arial"/>
              </a:defRPr>
            </a:lvl7pPr>
            <a:lvl8pPr algn="l">
              <a:defRPr sz="5100" b="1">
                <a:solidFill>
                  <a:srgbClr val="E64519"/>
                </a:solidFill>
                <a:latin typeface="Arial"/>
                <a:ea typeface="Arial"/>
                <a:cs typeface="Arial"/>
              </a:defRPr>
            </a:lvl8pPr>
            <a:lvl9pPr algn="l">
              <a:defRPr sz="5100" b="1">
                <a:solidFill>
                  <a:srgbClr val="E64519"/>
                </a:solidFill>
                <a:latin typeface="Arial"/>
                <a:ea typeface="Arial"/>
                <a:cs typeface="Arial"/>
              </a:defRPr>
            </a:lvl9pPr>
          </a:lstStyle>
          <a:p xmlns:a="http://schemas.openxmlformats.org/drawingml/2006/main">
            <a:pPr algn="l">
              <a:lnSpc>
                <a:spcPct val="100000"/>
              </a:lnSpc>
              <a:buNone/>
              <a:defRPr sz="5100" b="1">
                <a:solidFill>
                  <a:srgbClr val="E64519"/>
                </a:solidFill>
                <a:latin typeface="Arial"/>
                <a:ea typeface="Arial"/>
                <a:cs typeface="Arial"/>
              </a:defRPr>
            </a:pPr>
            <a:r>
              <a:rPr sz="5100" b="1">
                <a:solidFill>
                  <a:srgbClr val="E64519"/>
                </a:solidFill>
                <a:latin typeface="Arial"/>
                <a:ea typeface="Arial"/>
                <a:cs typeface="Arial"/>
              </a:rPr>
              <a:t>2</a:t>
            </a:r>
          </a:p>
        </p:txBody>
      </p:sp>
      <p:sp>
        <p:nvSpPr>
          <p:cNvPr id="13" name="Smaller task">
            <a:extLst xmlns:a="http://schemas.openxmlformats.org/drawingml/2006/main">
              <a:ext uri="{FF2B5EF4-FFF2-40B4-BE49-F238E27FC236}">
                <a16:creationId xmlns:a16="http://schemas.microsoft.com/office/drawing/2014/main" id="{2258EC0A-8F09-42C8-8A80-2ABCAD00F01E}"/>
              </a:ext>
            </a:extLst>
          </p:cNvPr>
          <p:cNvSpPr>
            <a:spLocks xmlns:a="http://schemas.openxmlformats.org/drawingml/2006/main" noGrp="1"/>
          </p:cNvSpPr>
          <p:nvPr/>
        </p:nvSpPr>
        <p:spPr>
          <a:xfrm xmlns:a="http://schemas.openxmlformats.org/drawingml/2006/main">
            <a:off x="2095500" y="497205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02426"/>
                </a:solidFill>
                <a:latin typeface="Arial"/>
                <a:ea typeface="Arial"/>
                <a:cs typeface="Arial"/>
              </a:defRPr>
            </a:defPPr>
            <a:lvl1pPr algn="l">
              <a:defRPr sz="3300" b="1">
                <a:solidFill>
                  <a:srgbClr val="202426"/>
                </a:solidFill>
                <a:latin typeface="Arial"/>
                <a:ea typeface="Arial"/>
                <a:cs typeface="Arial"/>
              </a:defRPr>
            </a:lvl1pPr>
            <a:lvl2pPr algn="l">
              <a:defRPr sz="3300" b="1">
                <a:solidFill>
                  <a:srgbClr val="202426"/>
                </a:solidFill>
                <a:latin typeface="Arial"/>
                <a:ea typeface="Arial"/>
                <a:cs typeface="Arial"/>
              </a:defRPr>
            </a:lvl2pPr>
            <a:lvl3pPr algn="l">
              <a:defRPr sz="3300" b="1">
                <a:solidFill>
                  <a:srgbClr val="202426"/>
                </a:solidFill>
                <a:latin typeface="Arial"/>
                <a:ea typeface="Arial"/>
                <a:cs typeface="Arial"/>
              </a:defRPr>
            </a:lvl3pPr>
            <a:lvl4pPr algn="l">
              <a:defRPr sz="3300" b="1">
                <a:solidFill>
                  <a:srgbClr val="202426"/>
                </a:solidFill>
                <a:latin typeface="Arial"/>
                <a:ea typeface="Arial"/>
                <a:cs typeface="Arial"/>
              </a:defRPr>
            </a:lvl4pPr>
            <a:lvl5pPr algn="l">
              <a:defRPr sz="3300" b="1">
                <a:solidFill>
                  <a:srgbClr val="202426"/>
                </a:solidFill>
                <a:latin typeface="Arial"/>
                <a:ea typeface="Arial"/>
                <a:cs typeface="Arial"/>
              </a:defRPr>
            </a:lvl5pPr>
            <a:lvl6pPr algn="l">
              <a:defRPr sz="3300" b="1">
                <a:solidFill>
                  <a:srgbClr val="202426"/>
                </a:solidFill>
                <a:latin typeface="Arial"/>
                <a:ea typeface="Arial"/>
                <a:cs typeface="Arial"/>
              </a:defRPr>
            </a:lvl6pPr>
            <a:lvl7pPr algn="l">
              <a:defRPr sz="3300" b="1">
                <a:solidFill>
                  <a:srgbClr val="202426"/>
                </a:solidFill>
                <a:latin typeface="Arial"/>
                <a:ea typeface="Arial"/>
                <a:cs typeface="Arial"/>
              </a:defRPr>
            </a:lvl7pPr>
            <a:lvl8pPr algn="l">
              <a:defRPr sz="3300" b="1">
                <a:solidFill>
                  <a:srgbClr val="202426"/>
                </a:solidFill>
                <a:latin typeface="Arial"/>
                <a:ea typeface="Arial"/>
                <a:cs typeface="Arial"/>
              </a:defRPr>
            </a:lvl8pPr>
            <a:lvl9pPr algn="l">
              <a:defRPr sz="3300" b="1">
                <a:solidFill>
                  <a:srgbClr val="202426"/>
                </a:solidFill>
                <a:latin typeface="Arial"/>
                <a:ea typeface="Arial"/>
                <a:cs typeface="Arial"/>
              </a:defRPr>
            </a:lvl9pPr>
          </a:lstStyle>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Smaller task</a:t>
            </a:r>
          </a:p>
        </p:txBody>
      </p:sp>
      <p:sp>
        <p:nvSpPr>
          <p:cNvPr id="14" name="The same function, simpler input">
            <a:extLst xmlns:a="http://schemas.openxmlformats.org/drawingml/2006/main">
              <a:ext uri="{FF2B5EF4-FFF2-40B4-BE49-F238E27FC236}">
                <a16:creationId xmlns:a16="http://schemas.microsoft.com/office/drawing/2014/main" id="{D85CCA8F-BE9B-4E1B-ADE2-67E505B74285}"/>
              </a:ext>
            </a:extLst>
          </p:cNvPr>
          <p:cNvSpPr>
            <a:spLocks xmlns:a="http://schemas.openxmlformats.org/drawingml/2006/main" noGrp="1"/>
          </p:cNvSpPr>
          <p:nvPr/>
        </p:nvSpPr>
        <p:spPr>
          <a:xfrm xmlns:a="http://schemas.openxmlformats.org/drawingml/2006/main">
            <a:off x="6762750" y="5000625"/>
            <a:ext cx="10610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The same function, simpler input</a:t>
            </a:r>
          </a:p>
        </p:txBody>
      </p:sp>
      <p:sp>
        <p:nvSpPr>
          <p:cNvPr id="15" name="count_down(n - 1)">
            <a:extLst xmlns:a="http://schemas.openxmlformats.org/drawingml/2006/main">
              <a:ext uri="{FF2B5EF4-FFF2-40B4-BE49-F238E27FC236}">
                <a16:creationId xmlns:a16="http://schemas.microsoft.com/office/drawing/2014/main" id="{FD73B2F9-748D-45DA-8343-D2CED45E168B}"/>
              </a:ext>
            </a:extLst>
          </p:cNvPr>
          <p:cNvSpPr>
            <a:spLocks xmlns:a="http://schemas.openxmlformats.org/drawingml/2006/main" noGrp="1"/>
          </p:cNvSpPr>
          <p:nvPr/>
        </p:nvSpPr>
        <p:spPr>
          <a:xfrm xmlns:a="http://schemas.openxmlformats.org/drawingml/2006/main">
            <a:off x="6762750" y="5638800"/>
            <a:ext cx="1061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596167"/>
                </a:solidFill>
                <a:latin typeface="Courier New"/>
                <a:ea typeface="Courier New"/>
                <a:cs typeface="Courier New"/>
              </a:defRPr>
            </a:defPPr>
            <a:lvl1pPr algn="l">
              <a:defRPr sz="2550" b="0">
                <a:solidFill>
                  <a:srgbClr val="596167"/>
                </a:solidFill>
                <a:latin typeface="Courier New"/>
                <a:ea typeface="Courier New"/>
                <a:cs typeface="Courier New"/>
              </a:defRPr>
            </a:lvl1pPr>
            <a:lvl2pPr algn="l">
              <a:defRPr sz="2550" b="0">
                <a:solidFill>
                  <a:srgbClr val="596167"/>
                </a:solidFill>
                <a:latin typeface="Courier New"/>
                <a:ea typeface="Courier New"/>
                <a:cs typeface="Courier New"/>
              </a:defRPr>
            </a:lvl2pPr>
            <a:lvl3pPr algn="l">
              <a:defRPr sz="2550" b="0">
                <a:solidFill>
                  <a:srgbClr val="596167"/>
                </a:solidFill>
                <a:latin typeface="Courier New"/>
                <a:ea typeface="Courier New"/>
                <a:cs typeface="Courier New"/>
              </a:defRPr>
            </a:lvl3pPr>
            <a:lvl4pPr algn="l">
              <a:defRPr sz="2550" b="0">
                <a:solidFill>
                  <a:srgbClr val="596167"/>
                </a:solidFill>
                <a:latin typeface="Courier New"/>
                <a:ea typeface="Courier New"/>
                <a:cs typeface="Courier New"/>
              </a:defRPr>
            </a:lvl4pPr>
            <a:lvl5pPr algn="l">
              <a:defRPr sz="2550" b="0">
                <a:solidFill>
                  <a:srgbClr val="596167"/>
                </a:solidFill>
                <a:latin typeface="Courier New"/>
                <a:ea typeface="Courier New"/>
                <a:cs typeface="Courier New"/>
              </a:defRPr>
            </a:lvl5pPr>
            <a:lvl6pPr algn="l">
              <a:defRPr sz="2550" b="0">
                <a:solidFill>
                  <a:srgbClr val="596167"/>
                </a:solidFill>
                <a:latin typeface="Courier New"/>
                <a:ea typeface="Courier New"/>
                <a:cs typeface="Courier New"/>
              </a:defRPr>
            </a:lvl6pPr>
            <a:lvl7pPr algn="l">
              <a:defRPr sz="2550" b="0">
                <a:solidFill>
                  <a:srgbClr val="596167"/>
                </a:solidFill>
                <a:latin typeface="Courier New"/>
                <a:ea typeface="Courier New"/>
                <a:cs typeface="Courier New"/>
              </a:defRPr>
            </a:lvl7pPr>
            <a:lvl8pPr algn="l">
              <a:defRPr sz="2550" b="0">
                <a:solidFill>
                  <a:srgbClr val="596167"/>
                </a:solidFill>
                <a:latin typeface="Courier New"/>
                <a:ea typeface="Courier New"/>
                <a:cs typeface="Courier New"/>
              </a:defRPr>
            </a:lvl8pPr>
            <a:lvl9pPr algn="l">
              <a:defRPr sz="2550" b="0">
                <a:solidFill>
                  <a:srgbClr val="596167"/>
                </a:solidFill>
                <a:latin typeface="Courier New"/>
                <a:ea typeface="Courier New"/>
                <a:cs typeface="Courier New"/>
              </a:defRPr>
            </a:lvl9pPr>
          </a:lstStyle>
          <a:p xmlns:a="http://schemas.openxmlformats.org/drawingml/2006/main">
            <a:pPr algn="l">
              <a:lnSpc>
                <a:spcPct val="100000"/>
              </a:lnSpc>
              <a:buNone/>
              <a:defRPr sz="2550" b="0">
                <a:solidFill>
                  <a:srgbClr val="596167"/>
                </a:solidFill>
                <a:latin typeface="Courier New"/>
                <a:ea typeface="Courier New"/>
                <a:cs typeface="Courier New"/>
              </a:defRPr>
            </a:pPr>
            <a:r>
              <a:rPr sz="2550" b="0">
                <a:solidFill>
                  <a:srgbClr val="596167"/>
                </a:solidFill>
                <a:latin typeface="Courier New"/>
                <a:ea typeface="Courier New"/>
                <a:cs typeface="Courier New"/>
              </a:rPr>
              <a:t>count_down(n - 1)</a:t>
            </a:r>
          </a:p>
        </p:txBody>
      </p:sp>
      <p:sp>
        <p:nvSpPr>
          <p:cNvPr id="16" name="">
            <a:extLst xmlns:a="http://schemas.openxmlformats.org/drawingml/2006/main">
              <a:ext uri="{FF2B5EF4-FFF2-40B4-BE49-F238E27FC236}">
                <a16:creationId xmlns:a16="http://schemas.microsoft.com/office/drawing/2014/main" id="{EB0629E8-7CEB-43D4-B842-FA07ED7EB038}"/>
              </a:ext>
            </a:extLst>
          </p:cNvPr>
          <p:cNvSpPr>
            <a:spLocks xmlns:a="http://schemas.openxmlformats.org/drawingml/2006/main" noGrp="1"/>
          </p:cNvSpPr>
          <p:nvPr/>
        </p:nvSpPr>
        <p:spPr>
          <a:xfrm xmlns:a="http://schemas.openxmlformats.org/drawingml/2006/main">
            <a:off x="2095500" y="6305550"/>
            <a:ext cx="152781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7" name="3">
            <a:extLst xmlns:a="http://schemas.openxmlformats.org/drawingml/2006/main">
              <a:ext uri="{FF2B5EF4-FFF2-40B4-BE49-F238E27FC236}">
                <a16:creationId xmlns:a16="http://schemas.microsoft.com/office/drawing/2014/main" id="{6BDBAD56-4D71-4DBB-AE98-076A0903D57C}"/>
              </a:ext>
            </a:extLst>
          </p:cNvPr>
          <p:cNvSpPr>
            <a:spLocks xmlns:a="http://schemas.openxmlformats.org/drawingml/2006/main" noGrp="1"/>
          </p:cNvSpPr>
          <p:nvPr/>
        </p:nvSpPr>
        <p:spPr>
          <a:xfrm xmlns:a="http://schemas.openxmlformats.org/drawingml/2006/main">
            <a:off x="914400" y="666750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E64519"/>
                </a:solidFill>
                <a:latin typeface="Arial"/>
                <a:ea typeface="Arial"/>
                <a:cs typeface="Arial"/>
              </a:defRPr>
            </a:defPPr>
            <a:lvl1pPr algn="l">
              <a:defRPr sz="5100" b="1">
                <a:solidFill>
                  <a:srgbClr val="E64519"/>
                </a:solidFill>
                <a:latin typeface="Arial"/>
                <a:ea typeface="Arial"/>
                <a:cs typeface="Arial"/>
              </a:defRPr>
            </a:lvl1pPr>
            <a:lvl2pPr algn="l">
              <a:defRPr sz="5100" b="1">
                <a:solidFill>
                  <a:srgbClr val="E64519"/>
                </a:solidFill>
                <a:latin typeface="Arial"/>
                <a:ea typeface="Arial"/>
                <a:cs typeface="Arial"/>
              </a:defRPr>
            </a:lvl2pPr>
            <a:lvl3pPr algn="l">
              <a:defRPr sz="5100" b="1">
                <a:solidFill>
                  <a:srgbClr val="E64519"/>
                </a:solidFill>
                <a:latin typeface="Arial"/>
                <a:ea typeface="Arial"/>
                <a:cs typeface="Arial"/>
              </a:defRPr>
            </a:lvl3pPr>
            <a:lvl4pPr algn="l">
              <a:defRPr sz="5100" b="1">
                <a:solidFill>
                  <a:srgbClr val="E64519"/>
                </a:solidFill>
                <a:latin typeface="Arial"/>
                <a:ea typeface="Arial"/>
                <a:cs typeface="Arial"/>
              </a:defRPr>
            </a:lvl4pPr>
            <a:lvl5pPr algn="l">
              <a:defRPr sz="5100" b="1">
                <a:solidFill>
                  <a:srgbClr val="E64519"/>
                </a:solidFill>
                <a:latin typeface="Arial"/>
                <a:ea typeface="Arial"/>
                <a:cs typeface="Arial"/>
              </a:defRPr>
            </a:lvl5pPr>
            <a:lvl6pPr algn="l">
              <a:defRPr sz="5100" b="1">
                <a:solidFill>
                  <a:srgbClr val="E64519"/>
                </a:solidFill>
                <a:latin typeface="Arial"/>
                <a:ea typeface="Arial"/>
                <a:cs typeface="Arial"/>
              </a:defRPr>
            </a:lvl6pPr>
            <a:lvl7pPr algn="l">
              <a:defRPr sz="5100" b="1">
                <a:solidFill>
                  <a:srgbClr val="E64519"/>
                </a:solidFill>
                <a:latin typeface="Arial"/>
                <a:ea typeface="Arial"/>
                <a:cs typeface="Arial"/>
              </a:defRPr>
            </a:lvl7pPr>
            <a:lvl8pPr algn="l">
              <a:defRPr sz="5100" b="1">
                <a:solidFill>
                  <a:srgbClr val="E64519"/>
                </a:solidFill>
                <a:latin typeface="Arial"/>
                <a:ea typeface="Arial"/>
                <a:cs typeface="Arial"/>
              </a:defRPr>
            </a:lvl8pPr>
            <a:lvl9pPr algn="l">
              <a:defRPr sz="5100" b="1">
                <a:solidFill>
                  <a:srgbClr val="E64519"/>
                </a:solidFill>
                <a:latin typeface="Arial"/>
                <a:ea typeface="Arial"/>
                <a:cs typeface="Arial"/>
              </a:defRPr>
            </a:lvl9pPr>
          </a:lstStyle>
          <a:p xmlns:a="http://schemas.openxmlformats.org/drawingml/2006/main">
            <a:pPr algn="l">
              <a:lnSpc>
                <a:spcPct val="100000"/>
              </a:lnSpc>
              <a:buNone/>
              <a:defRPr sz="5100" b="1">
                <a:solidFill>
                  <a:srgbClr val="E64519"/>
                </a:solidFill>
                <a:latin typeface="Arial"/>
                <a:ea typeface="Arial"/>
                <a:cs typeface="Arial"/>
              </a:defRPr>
            </a:pPr>
            <a:r>
              <a:rPr sz="5100" b="1">
                <a:solidFill>
                  <a:srgbClr val="E64519"/>
                </a:solidFill>
                <a:latin typeface="Arial"/>
                <a:ea typeface="Arial"/>
                <a:cs typeface="Arial"/>
              </a:rPr>
              <a:t>3</a:t>
            </a:r>
          </a:p>
        </p:txBody>
      </p:sp>
      <p:sp>
        <p:nvSpPr>
          <p:cNvPr id="18" name="Progress">
            <a:extLst xmlns:a="http://schemas.openxmlformats.org/drawingml/2006/main">
              <a:ext uri="{FF2B5EF4-FFF2-40B4-BE49-F238E27FC236}">
                <a16:creationId xmlns:a16="http://schemas.microsoft.com/office/drawing/2014/main" id="{ED234592-83AF-4653-9D11-334880C21C3E}"/>
              </a:ext>
            </a:extLst>
          </p:cNvPr>
          <p:cNvSpPr>
            <a:spLocks xmlns:a="http://schemas.openxmlformats.org/drawingml/2006/main" noGrp="1"/>
          </p:cNvSpPr>
          <p:nvPr/>
        </p:nvSpPr>
        <p:spPr>
          <a:xfrm xmlns:a="http://schemas.openxmlformats.org/drawingml/2006/main">
            <a:off x="2095500" y="673417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02426"/>
                </a:solidFill>
                <a:latin typeface="Arial"/>
                <a:ea typeface="Arial"/>
                <a:cs typeface="Arial"/>
              </a:defRPr>
            </a:defPPr>
            <a:lvl1pPr algn="l">
              <a:defRPr sz="3300" b="1">
                <a:solidFill>
                  <a:srgbClr val="202426"/>
                </a:solidFill>
                <a:latin typeface="Arial"/>
                <a:ea typeface="Arial"/>
                <a:cs typeface="Arial"/>
              </a:defRPr>
            </a:lvl1pPr>
            <a:lvl2pPr algn="l">
              <a:defRPr sz="3300" b="1">
                <a:solidFill>
                  <a:srgbClr val="202426"/>
                </a:solidFill>
                <a:latin typeface="Arial"/>
                <a:ea typeface="Arial"/>
                <a:cs typeface="Arial"/>
              </a:defRPr>
            </a:lvl2pPr>
            <a:lvl3pPr algn="l">
              <a:defRPr sz="3300" b="1">
                <a:solidFill>
                  <a:srgbClr val="202426"/>
                </a:solidFill>
                <a:latin typeface="Arial"/>
                <a:ea typeface="Arial"/>
                <a:cs typeface="Arial"/>
              </a:defRPr>
            </a:lvl3pPr>
            <a:lvl4pPr algn="l">
              <a:defRPr sz="3300" b="1">
                <a:solidFill>
                  <a:srgbClr val="202426"/>
                </a:solidFill>
                <a:latin typeface="Arial"/>
                <a:ea typeface="Arial"/>
                <a:cs typeface="Arial"/>
              </a:defRPr>
            </a:lvl4pPr>
            <a:lvl5pPr algn="l">
              <a:defRPr sz="3300" b="1">
                <a:solidFill>
                  <a:srgbClr val="202426"/>
                </a:solidFill>
                <a:latin typeface="Arial"/>
                <a:ea typeface="Arial"/>
                <a:cs typeface="Arial"/>
              </a:defRPr>
            </a:lvl5pPr>
            <a:lvl6pPr algn="l">
              <a:defRPr sz="3300" b="1">
                <a:solidFill>
                  <a:srgbClr val="202426"/>
                </a:solidFill>
                <a:latin typeface="Arial"/>
                <a:ea typeface="Arial"/>
                <a:cs typeface="Arial"/>
              </a:defRPr>
            </a:lvl6pPr>
            <a:lvl7pPr algn="l">
              <a:defRPr sz="3300" b="1">
                <a:solidFill>
                  <a:srgbClr val="202426"/>
                </a:solidFill>
                <a:latin typeface="Arial"/>
                <a:ea typeface="Arial"/>
                <a:cs typeface="Arial"/>
              </a:defRPr>
            </a:lvl7pPr>
            <a:lvl8pPr algn="l">
              <a:defRPr sz="3300" b="1">
                <a:solidFill>
                  <a:srgbClr val="202426"/>
                </a:solidFill>
                <a:latin typeface="Arial"/>
                <a:ea typeface="Arial"/>
                <a:cs typeface="Arial"/>
              </a:defRPr>
            </a:lvl8pPr>
            <a:lvl9pPr algn="l">
              <a:defRPr sz="3300" b="1">
                <a:solidFill>
                  <a:srgbClr val="202426"/>
                </a:solidFill>
                <a:latin typeface="Arial"/>
                <a:ea typeface="Arial"/>
                <a:cs typeface="Arial"/>
              </a:defRPr>
            </a:lvl9pPr>
          </a:lstStyle>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Progress</a:t>
            </a:r>
          </a:p>
        </p:txBody>
      </p:sp>
      <p:sp>
        <p:nvSpPr>
          <p:cNvPr id="19" name="Each step moves toward the base case">
            <a:extLst xmlns:a="http://schemas.openxmlformats.org/drawingml/2006/main">
              <a:ext uri="{FF2B5EF4-FFF2-40B4-BE49-F238E27FC236}">
                <a16:creationId xmlns:a16="http://schemas.microsoft.com/office/drawing/2014/main" id="{6E3E4457-67AB-41C1-9618-29F246A58B3C}"/>
              </a:ext>
            </a:extLst>
          </p:cNvPr>
          <p:cNvSpPr>
            <a:spLocks xmlns:a="http://schemas.openxmlformats.org/drawingml/2006/main" noGrp="1"/>
          </p:cNvSpPr>
          <p:nvPr/>
        </p:nvSpPr>
        <p:spPr>
          <a:xfrm xmlns:a="http://schemas.openxmlformats.org/drawingml/2006/main">
            <a:off x="6762750" y="6762750"/>
            <a:ext cx="10610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Each step moves toward the base case</a:t>
            </a:r>
          </a:p>
        </p:txBody>
      </p:sp>
      <p:sp>
        <p:nvSpPr>
          <p:cNvPr id="20" name="3, 2, 1, 0">
            <a:extLst xmlns:a="http://schemas.openxmlformats.org/drawingml/2006/main">
              <a:ext uri="{FF2B5EF4-FFF2-40B4-BE49-F238E27FC236}">
                <a16:creationId xmlns:a16="http://schemas.microsoft.com/office/drawing/2014/main" id="{99EC596E-FF24-4692-B8E4-F697F85FD257}"/>
              </a:ext>
            </a:extLst>
          </p:cNvPr>
          <p:cNvSpPr>
            <a:spLocks xmlns:a="http://schemas.openxmlformats.org/drawingml/2006/main" noGrp="1"/>
          </p:cNvSpPr>
          <p:nvPr/>
        </p:nvSpPr>
        <p:spPr>
          <a:xfrm xmlns:a="http://schemas.openxmlformats.org/drawingml/2006/main">
            <a:off x="6762750" y="7400925"/>
            <a:ext cx="1061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596167"/>
                </a:solidFill>
                <a:latin typeface="Courier New"/>
                <a:ea typeface="Courier New"/>
                <a:cs typeface="Courier New"/>
              </a:defRPr>
            </a:defPPr>
            <a:lvl1pPr algn="l">
              <a:defRPr sz="2550" b="0">
                <a:solidFill>
                  <a:srgbClr val="596167"/>
                </a:solidFill>
                <a:latin typeface="Courier New"/>
                <a:ea typeface="Courier New"/>
                <a:cs typeface="Courier New"/>
              </a:defRPr>
            </a:lvl1pPr>
            <a:lvl2pPr algn="l">
              <a:defRPr sz="2550" b="0">
                <a:solidFill>
                  <a:srgbClr val="596167"/>
                </a:solidFill>
                <a:latin typeface="Courier New"/>
                <a:ea typeface="Courier New"/>
                <a:cs typeface="Courier New"/>
              </a:defRPr>
            </a:lvl2pPr>
            <a:lvl3pPr algn="l">
              <a:defRPr sz="2550" b="0">
                <a:solidFill>
                  <a:srgbClr val="596167"/>
                </a:solidFill>
                <a:latin typeface="Courier New"/>
                <a:ea typeface="Courier New"/>
                <a:cs typeface="Courier New"/>
              </a:defRPr>
            </a:lvl3pPr>
            <a:lvl4pPr algn="l">
              <a:defRPr sz="2550" b="0">
                <a:solidFill>
                  <a:srgbClr val="596167"/>
                </a:solidFill>
                <a:latin typeface="Courier New"/>
                <a:ea typeface="Courier New"/>
                <a:cs typeface="Courier New"/>
              </a:defRPr>
            </a:lvl4pPr>
            <a:lvl5pPr algn="l">
              <a:defRPr sz="2550" b="0">
                <a:solidFill>
                  <a:srgbClr val="596167"/>
                </a:solidFill>
                <a:latin typeface="Courier New"/>
                <a:ea typeface="Courier New"/>
                <a:cs typeface="Courier New"/>
              </a:defRPr>
            </a:lvl5pPr>
            <a:lvl6pPr algn="l">
              <a:defRPr sz="2550" b="0">
                <a:solidFill>
                  <a:srgbClr val="596167"/>
                </a:solidFill>
                <a:latin typeface="Courier New"/>
                <a:ea typeface="Courier New"/>
                <a:cs typeface="Courier New"/>
              </a:defRPr>
            </a:lvl6pPr>
            <a:lvl7pPr algn="l">
              <a:defRPr sz="2550" b="0">
                <a:solidFill>
                  <a:srgbClr val="596167"/>
                </a:solidFill>
                <a:latin typeface="Courier New"/>
                <a:ea typeface="Courier New"/>
                <a:cs typeface="Courier New"/>
              </a:defRPr>
            </a:lvl7pPr>
            <a:lvl8pPr algn="l">
              <a:defRPr sz="2550" b="0">
                <a:solidFill>
                  <a:srgbClr val="596167"/>
                </a:solidFill>
                <a:latin typeface="Courier New"/>
                <a:ea typeface="Courier New"/>
                <a:cs typeface="Courier New"/>
              </a:defRPr>
            </a:lvl8pPr>
            <a:lvl9pPr algn="l">
              <a:defRPr sz="2550" b="0">
                <a:solidFill>
                  <a:srgbClr val="596167"/>
                </a:solidFill>
                <a:latin typeface="Courier New"/>
                <a:ea typeface="Courier New"/>
                <a:cs typeface="Courier New"/>
              </a:defRPr>
            </a:lvl9pPr>
          </a:lstStyle>
          <a:p xmlns:a="http://schemas.openxmlformats.org/drawingml/2006/main">
            <a:pPr algn="l">
              <a:lnSpc>
                <a:spcPct val="100000"/>
              </a:lnSpc>
              <a:buNone/>
              <a:defRPr sz="2550" b="0">
                <a:solidFill>
                  <a:srgbClr val="596167"/>
                </a:solidFill>
                <a:latin typeface="Courier New"/>
                <a:ea typeface="Courier New"/>
                <a:cs typeface="Courier New"/>
              </a:defRPr>
            </a:pPr>
            <a:r>
              <a:rPr sz="2550" b="0">
                <a:solidFill>
                  <a:srgbClr val="596167"/>
                </a:solidFill>
                <a:latin typeface="Courier New"/>
                <a:ea typeface="Courier New"/>
                <a:cs typeface="Courier New"/>
              </a:rPr>
              <a:t>3, 2, 1, 0</a:t>
            </a:r>
          </a:p>
        </p:txBody>
      </p:sp>
    </p:spTree>
    <p:extLst>
      <p:ext uri="{BB962C8B-B14F-4D97-AF65-F5344CB8AC3E}">
        <p14:creationId xmlns:p14="http://schemas.microsoft.com/office/powerpoint/2010/main" val="13000148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URSION">
            <a:extLst xmlns:a="http://schemas.openxmlformats.org/drawingml/2006/main">
              <a:ext uri="{FF2B5EF4-FFF2-40B4-BE49-F238E27FC236}">
                <a16:creationId xmlns:a16="http://schemas.microsoft.com/office/drawing/2014/main" id="{A54D0049-213D-4F39-A760-A71FA3B079CE}"/>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C22EA5A7-4950-45A1-B346-A6A28E575385}"/>
              </a:ext>
            </a:extLst>
          </p:cNvPr>
          <p:cNvPicPr>
            <a:picLocks xmlns:a="http://schemas.openxmlformats.org/drawingml/2006/main" noChangeAspect="1"/>
          </p:cNvPicPr>
          <p:nvPr/>
        </p:nvPicPr>
        <p:blipFill>
          <a:blip xmlns:r="http://schemas.openxmlformats.org/officeDocument/2006/relationships" xmlns:a="http://schemas.openxmlformats.org/drawingml/2006/main" r:embed="R55728ce860404bc6"/>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Factorial: a smaller answer inside">
            <a:extLst xmlns:a="http://schemas.openxmlformats.org/drawingml/2006/main">
              <a:ext uri="{FF2B5EF4-FFF2-40B4-BE49-F238E27FC236}">
                <a16:creationId xmlns:a16="http://schemas.microsoft.com/office/drawing/2014/main" id="{1955DC92-C3A6-415E-8384-CF7294DC7173}"/>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Factorial: a smaller answer inside</a:t>
            </a:r>
          </a:p>
        </p:txBody>
      </p:sp>
      <p:sp>
        <p:nvSpPr>
          <p:cNvPr id="4" name="">
            <a:extLst xmlns:a="http://schemas.openxmlformats.org/drawingml/2006/main">
              <a:ext uri="{FF2B5EF4-FFF2-40B4-BE49-F238E27FC236}">
                <a16:creationId xmlns:a16="http://schemas.microsoft.com/office/drawing/2014/main" id="{20462395-8469-44C0-9005-83C5599FA8B1}"/>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544A634F-1023-4B68-A621-B44FCB300DB0}"/>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7">
            <a:extLst xmlns:a="http://schemas.openxmlformats.org/drawingml/2006/main">
              <a:ext uri="{FF2B5EF4-FFF2-40B4-BE49-F238E27FC236}">
                <a16:creationId xmlns:a16="http://schemas.microsoft.com/office/drawing/2014/main" id="{9C252E22-7149-4703-B7F6-2BC56C3321F6}"/>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07</a:t>
            </a:r>
          </a:p>
        </p:txBody>
      </p:sp>
      <p:sp>
        <p:nvSpPr>
          <p:cNvPr id="7" name="3! = 3 × 2 × 1 = 6">
            <a:extLst xmlns:a="http://schemas.openxmlformats.org/drawingml/2006/main">
              <a:ext uri="{FF2B5EF4-FFF2-40B4-BE49-F238E27FC236}">
                <a16:creationId xmlns:a16="http://schemas.microsoft.com/office/drawing/2014/main" id="{04E87F81-7048-4007-8AEF-7D8F9672965A}"/>
              </a:ext>
            </a:extLst>
          </p:cNvPr>
          <p:cNvSpPr>
            <a:spLocks xmlns:a="http://schemas.openxmlformats.org/drawingml/2006/main" noGrp="1"/>
          </p:cNvSpPr>
          <p:nvPr/>
        </p:nvSpPr>
        <p:spPr>
          <a:xfrm xmlns:a="http://schemas.openxmlformats.org/drawingml/2006/main">
            <a:off x="914400" y="3114675"/>
            <a:ext cx="164592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202426"/>
                </a:solidFill>
                <a:latin typeface="Arial"/>
                <a:ea typeface="Arial"/>
                <a:cs typeface="Arial"/>
              </a:defRPr>
            </a:defPPr>
            <a:lvl1pPr algn="l">
              <a:defRPr sz="6000" b="1">
                <a:solidFill>
                  <a:srgbClr val="202426"/>
                </a:solidFill>
                <a:latin typeface="Arial"/>
                <a:ea typeface="Arial"/>
                <a:cs typeface="Arial"/>
              </a:defRPr>
            </a:lvl1pPr>
            <a:lvl2pPr algn="l">
              <a:defRPr sz="6000" b="1">
                <a:solidFill>
                  <a:srgbClr val="202426"/>
                </a:solidFill>
                <a:latin typeface="Arial"/>
                <a:ea typeface="Arial"/>
                <a:cs typeface="Arial"/>
              </a:defRPr>
            </a:lvl2pPr>
            <a:lvl3pPr algn="l">
              <a:defRPr sz="6000" b="1">
                <a:solidFill>
                  <a:srgbClr val="202426"/>
                </a:solidFill>
                <a:latin typeface="Arial"/>
                <a:ea typeface="Arial"/>
                <a:cs typeface="Arial"/>
              </a:defRPr>
            </a:lvl3pPr>
            <a:lvl4pPr algn="l">
              <a:defRPr sz="6000" b="1">
                <a:solidFill>
                  <a:srgbClr val="202426"/>
                </a:solidFill>
                <a:latin typeface="Arial"/>
                <a:ea typeface="Arial"/>
                <a:cs typeface="Arial"/>
              </a:defRPr>
            </a:lvl4pPr>
            <a:lvl5pPr algn="l">
              <a:defRPr sz="6000" b="1">
                <a:solidFill>
                  <a:srgbClr val="202426"/>
                </a:solidFill>
                <a:latin typeface="Arial"/>
                <a:ea typeface="Arial"/>
                <a:cs typeface="Arial"/>
              </a:defRPr>
            </a:lvl5pPr>
            <a:lvl6pPr algn="l">
              <a:defRPr sz="6000" b="1">
                <a:solidFill>
                  <a:srgbClr val="202426"/>
                </a:solidFill>
                <a:latin typeface="Arial"/>
                <a:ea typeface="Arial"/>
                <a:cs typeface="Arial"/>
              </a:defRPr>
            </a:lvl6pPr>
            <a:lvl7pPr algn="l">
              <a:defRPr sz="6000" b="1">
                <a:solidFill>
                  <a:srgbClr val="202426"/>
                </a:solidFill>
                <a:latin typeface="Arial"/>
                <a:ea typeface="Arial"/>
                <a:cs typeface="Arial"/>
              </a:defRPr>
            </a:lvl7pPr>
            <a:lvl8pPr algn="l">
              <a:defRPr sz="6000" b="1">
                <a:solidFill>
                  <a:srgbClr val="202426"/>
                </a:solidFill>
                <a:latin typeface="Arial"/>
                <a:ea typeface="Arial"/>
                <a:cs typeface="Arial"/>
              </a:defRPr>
            </a:lvl8pPr>
            <a:lvl9pPr algn="l">
              <a:defRPr sz="6000" b="1">
                <a:solidFill>
                  <a:srgbClr val="202426"/>
                </a:solidFill>
                <a:latin typeface="Arial"/>
                <a:ea typeface="Arial"/>
                <a:cs typeface="Arial"/>
              </a:defRPr>
            </a:lvl9pPr>
          </a:lstStyle>
          <a:p xmlns:a="http://schemas.openxmlformats.org/drawingml/2006/main">
            <a:pPr algn="l">
              <a:lnSpc>
                <a:spcPct val="100000"/>
              </a:lnSpc>
              <a:buNone/>
              <a:defRPr sz="6000" b="1">
                <a:solidFill>
                  <a:srgbClr val="202426"/>
                </a:solidFill>
                <a:latin typeface="Arial"/>
                <a:ea typeface="Arial"/>
                <a:cs typeface="Arial"/>
              </a:defRPr>
            </a:pPr>
            <a:r>
              <a:rPr sz="6000" b="1">
                <a:solidFill>
                  <a:srgbClr val="202426"/>
                </a:solidFill>
                <a:latin typeface="Arial"/>
                <a:ea typeface="Arial"/>
                <a:cs typeface="Arial"/>
              </a:rPr>
              <a:t>3! = 3 × 2 × 1 = 6</a:t>
            </a:r>
          </a:p>
        </p:txBody>
      </p:sp>
      <p:sp>
        <p:nvSpPr>
          <p:cNvPr id="8" name="">
            <a:extLst xmlns:a="http://schemas.openxmlformats.org/drawingml/2006/main">
              <a:ext uri="{FF2B5EF4-FFF2-40B4-BE49-F238E27FC236}">
                <a16:creationId xmlns:a16="http://schemas.microsoft.com/office/drawing/2014/main" id="{0106AFF5-3F7C-45DD-B5C3-137E69FB184C}"/>
              </a:ext>
            </a:extLst>
          </p:cNvPr>
          <p:cNvSpPr>
            <a:spLocks xmlns:a="http://schemas.openxmlformats.org/drawingml/2006/main" noGrp="1"/>
          </p:cNvSpPr>
          <p:nvPr/>
        </p:nvSpPr>
        <p:spPr>
          <a:xfrm xmlns:a="http://schemas.openxmlformats.org/drawingml/2006/main">
            <a:off x="914400" y="480060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9" name="3! = 3 × 2!">
            <a:extLst xmlns:a="http://schemas.openxmlformats.org/drawingml/2006/main">
              <a:ext uri="{FF2B5EF4-FFF2-40B4-BE49-F238E27FC236}">
                <a16:creationId xmlns:a16="http://schemas.microsoft.com/office/drawing/2014/main" id="{C876BAF9-C8B4-4614-9080-454114AEC2B4}"/>
              </a:ext>
            </a:extLst>
          </p:cNvPr>
          <p:cNvSpPr>
            <a:spLocks xmlns:a="http://schemas.openxmlformats.org/drawingml/2006/main" noGrp="1"/>
          </p:cNvSpPr>
          <p:nvPr/>
        </p:nvSpPr>
        <p:spPr>
          <a:xfrm xmlns:a="http://schemas.openxmlformats.org/drawingml/2006/main">
            <a:off x="914400" y="5410200"/>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850" b="1">
                <a:solidFill>
                  <a:srgbClr val="202426"/>
                </a:solidFill>
                <a:latin typeface="Arial"/>
                <a:ea typeface="Arial"/>
                <a:cs typeface="Arial"/>
              </a:defRPr>
            </a:defPPr>
            <a:lvl1pPr algn="l">
              <a:defRPr sz="5850" b="1">
                <a:solidFill>
                  <a:srgbClr val="202426"/>
                </a:solidFill>
                <a:latin typeface="Arial"/>
                <a:ea typeface="Arial"/>
                <a:cs typeface="Arial"/>
              </a:defRPr>
            </a:lvl1pPr>
            <a:lvl2pPr algn="l">
              <a:defRPr sz="5850" b="1">
                <a:solidFill>
                  <a:srgbClr val="202426"/>
                </a:solidFill>
                <a:latin typeface="Arial"/>
                <a:ea typeface="Arial"/>
                <a:cs typeface="Arial"/>
              </a:defRPr>
            </a:lvl2pPr>
            <a:lvl3pPr algn="l">
              <a:defRPr sz="5850" b="1">
                <a:solidFill>
                  <a:srgbClr val="202426"/>
                </a:solidFill>
                <a:latin typeface="Arial"/>
                <a:ea typeface="Arial"/>
                <a:cs typeface="Arial"/>
              </a:defRPr>
            </a:lvl3pPr>
            <a:lvl4pPr algn="l">
              <a:defRPr sz="5850" b="1">
                <a:solidFill>
                  <a:srgbClr val="202426"/>
                </a:solidFill>
                <a:latin typeface="Arial"/>
                <a:ea typeface="Arial"/>
                <a:cs typeface="Arial"/>
              </a:defRPr>
            </a:lvl4pPr>
            <a:lvl5pPr algn="l">
              <a:defRPr sz="5850" b="1">
                <a:solidFill>
                  <a:srgbClr val="202426"/>
                </a:solidFill>
                <a:latin typeface="Arial"/>
                <a:ea typeface="Arial"/>
                <a:cs typeface="Arial"/>
              </a:defRPr>
            </a:lvl5pPr>
            <a:lvl6pPr algn="l">
              <a:defRPr sz="5850" b="1">
                <a:solidFill>
                  <a:srgbClr val="202426"/>
                </a:solidFill>
                <a:latin typeface="Arial"/>
                <a:ea typeface="Arial"/>
                <a:cs typeface="Arial"/>
              </a:defRPr>
            </a:lvl6pPr>
            <a:lvl7pPr algn="l">
              <a:defRPr sz="5850" b="1">
                <a:solidFill>
                  <a:srgbClr val="202426"/>
                </a:solidFill>
                <a:latin typeface="Arial"/>
                <a:ea typeface="Arial"/>
                <a:cs typeface="Arial"/>
              </a:defRPr>
            </a:lvl7pPr>
            <a:lvl8pPr algn="l">
              <a:defRPr sz="5850" b="1">
                <a:solidFill>
                  <a:srgbClr val="202426"/>
                </a:solidFill>
                <a:latin typeface="Arial"/>
                <a:ea typeface="Arial"/>
                <a:cs typeface="Arial"/>
              </a:defRPr>
            </a:lvl8pPr>
            <a:lvl9pPr algn="l">
              <a:defRPr sz="5850" b="1">
                <a:solidFill>
                  <a:srgbClr val="202426"/>
                </a:solidFill>
                <a:latin typeface="Arial"/>
                <a:ea typeface="Arial"/>
                <a:cs typeface="Arial"/>
              </a:defRPr>
            </a:lvl9pPr>
          </a:lstStyle>
          <a:p xmlns:a="http://schemas.openxmlformats.org/drawingml/2006/main">
            <a:pPr algn="l">
              <a:lnSpc>
                <a:spcPct val="100000"/>
              </a:lnSpc>
              <a:buNone/>
              <a:defRPr sz="5850" b="1">
                <a:solidFill>
                  <a:srgbClr val="202426"/>
                </a:solidFill>
                <a:latin typeface="Arial"/>
                <a:ea typeface="Arial"/>
                <a:cs typeface="Arial"/>
              </a:defRPr>
            </a:pPr>
            <a:r>
              <a:rPr sz="5850" b="1">
                <a:solidFill>
                  <a:srgbClr val="202426"/>
                </a:solidFill>
                <a:latin typeface="Arial"/>
                <a:ea typeface="Arial"/>
                <a:cs typeface="Arial"/>
              </a:rPr>
              <a:t>3! = 3 × 2!</a:t>
            </a:r>
          </a:p>
        </p:txBody>
      </p:sp>
      <p:sp>
        <p:nvSpPr>
          <p:cNvPr id="10" name="The smaller answer">
            <a:extLst xmlns:a="http://schemas.openxmlformats.org/drawingml/2006/main">
              <a:ext uri="{FF2B5EF4-FFF2-40B4-BE49-F238E27FC236}">
                <a16:creationId xmlns:a16="http://schemas.microsoft.com/office/drawing/2014/main" id="{A41B9AD6-35D2-4197-A967-8612F86EE5D0}"/>
              </a:ext>
            </a:extLst>
          </p:cNvPr>
          <p:cNvSpPr>
            <a:spLocks xmlns:a="http://schemas.openxmlformats.org/drawingml/2006/main" noGrp="1"/>
          </p:cNvSpPr>
          <p:nvPr/>
        </p:nvSpPr>
        <p:spPr>
          <a:xfrm xmlns:a="http://schemas.openxmlformats.org/drawingml/2006/main">
            <a:off x="11049000" y="5600700"/>
            <a:ext cx="609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B73513"/>
                </a:solidFill>
                <a:latin typeface="Arial"/>
                <a:ea typeface="Arial"/>
                <a:cs typeface="Arial"/>
              </a:defRPr>
            </a:defPPr>
            <a:lvl1pPr algn="l">
              <a:defRPr sz="3000" b="1">
                <a:solidFill>
                  <a:srgbClr val="B73513"/>
                </a:solidFill>
                <a:latin typeface="Arial"/>
                <a:ea typeface="Arial"/>
                <a:cs typeface="Arial"/>
              </a:defRPr>
            </a:lvl1pPr>
            <a:lvl2pPr algn="l">
              <a:defRPr sz="3000" b="1">
                <a:solidFill>
                  <a:srgbClr val="B73513"/>
                </a:solidFill>
                <a:latin typeface="Arial"/>
                <a:ea typeface="Arial"/>
                <a:cs typeface="Arial"/>
              </a:defRPr>
            </a:lvl2pPr>
            <a:lvl3pPr algn="l">
              <a:defRPr sz="3000" b="1">
                <a:solidFill>
                  <a:srgbClr val="B73513"/>
                </a:solidFill>
                <a:latin typeface="Arial"/>
                <a:ea typeface="Arial"/>
                <a:cs typeface="Arial"/>
              </a:defRPr>
            </a:lvl3pPr>
            <a:lvl4pPr algn="l">
              <a:defRPr sz="3000" b="1">
                <a:solidFill>
                  <a:srgbClr val="B73513"/>
                </a:solidFill>
                <a:latin typeface="Arial"/>
                <a:ea typeface="Arial"/>
                <a:cs typeface="Arial"/>
              </a:defRPr>
            </a:lvl4pPr>
            <a:lvl5pPr algn="l">
              <a:defRPr sz="3000" b="1">
                <a:solidFill>
                  <a:srgbClr val="B73513"/>
                </a:solidFill>
                <a:latin typeface="Arial"/>
                <a:ea typeface="Arial"/>
                <a:cs typeface="Arial"/>
              </a:defRPr>
            </a:lvl5pPr>
            <a:lvl6pPr algn="l">
              <a:defRPr sz="3000" b="1">
                <a:solidFill>
                  <a:srgbClr val="B73513"/>
                </a:solidFill>
                <a:latin typeface="Arial"/>
                <a:ea typeface="Arial"/>
                <a:cs typeface="Arial"/>
              </a:defRPr>
            </a:lvl6pPr>
            <a:lvl7pPr algn="l">
              <a:defRPr sz="3000" b="1">
                <a:solidFill>
                  <a:srgbClr val="B73513"/>
                </a:solidFill>
                <a:latin typeface="Arial"/>
                <a:ea typeface="Arial"/>
                <a:cs typeface="Arial"/>
              </a:defRPr>
            </a:lvl7pPr>
            <a:lvl8pPr algn="l">
              <a:defRPr sz="3000" b="1">
                <a:solidFill>
                  <a:srgbClr val="B73513"/>
                </a:solidFill>
                <a:latin typeface="Arial"/>
                <a:ea typeface="Arial"/>
                <a:cs typeface="Arial"/>
              </a:defRPr>
            </a:lvl8pPr>
            <a:lvl9pPr algn="l">
              <a:defRPr sz="3000" b="1">
                <a:solidFill>
                  <a:srgbClr val="B73513"/>
                </a:solidFill>
                <a:latin typeface="Arial"/>
                <a:ea typeface="Arial"/>
                <a:cs typeface="Arial"/>
              </a:defRPr>
            </a:lvl9pPr>
          </a:lstStyle>
          <a:p xmlns:a="http://schemas.openxmlformats.org/drawingml/2006/main">
            <a:pPr algn="l">
              <a:lnSpc>
                <a:spcPct val="100000"/>
              </a:lnSpc>
              <a:buNone/>
              <a:defRPr sz="3000" b="1">
                <a:solidFill>
                  <a:srgbClr val="B73513"/>
                </a:solidFill>
                <a:latin typeface="Arial"/>
                <a:ea typeface="Arial"/>
                <a:cs typeface="Arial"/>
              </a:defRPr>
            </a:pPr>
            <a:r>
              <a:rPr sz="3000" b="1">
                <a:solidFill>
                  <a:srgbClr val="B73513"/>
                </a:solidFill>
                <a:latin typeface="Arial"/>
                <a:ea typeface="Arial"/>
                <a:cs typeface="Arial"/>
              </a:rPr>
              <a:t>The smaller answer</a:t>
            </a:r>
          </a:p>
        </p:txBody>
      </p:sp>
      <p:sp>
        <p:nvSpPr>
          <p:cNvPr id="11" name="0! = 1">
            <a:extLst xmlns:a="http://schemas.openxmlformats.org/drawingml/2006/main">
              <a:ext uri="{FF2B5EF4-FFF2-40B4-BE49-F238E27FC236}">
                <a16:creationId xmlns:a16="http://schemas.microsoft.com/office/drawing/2014/main" id="{7AF59A79-23E5-46D2-A05A-4317B84B23AA}"/>
              </a:ext>
            </a:extLst>
          </p:cNvPr>
          <p:cNvSpPr>
            <a:spLocks xmlns:a="http://schemas.openxmlformats.org/drawingml/2006/main" noGrp="1"/>
          </p:cNvSpPr>
          <p:nvPr/>
        </p:nvSpPr>
        <p:spPr>
          <a:xfrm xmlns:a="http://schemas.openxmlformats.org/drawingml/2006/main">
            <a:off x="914400" y="7296150"/>
            <a:ext cx="857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B73513"/>
                </a:solidFill>
                <a:latin typeface="Arial"/>
                <a:ea typeface="Arial"/>
                <a:cs typeface="Arial"/>
              </a:defRPr>
            </a:defPPr>
            <a:lvl1pPr algn="l">
              <a:defRPr sz="5700" b="1">
                <a:solidFill>
                  <a:srgbClr val="B73513"/>
                </a:solidFill>
                <a:latin typeface="Arial"/>
                <a:ea typeface="Arial"/>
                <a:cs typeface="Arial"/>
              </a:defRPr>
            </a:lvl1pPr>
            <a:lvl2pPr algn="l">
              <a:defRPr sz="5700" b="1">
                <a:solidFill>
                  <a:srgbClr val="B73513"/>
                </a:solidFill>
                <a:latin typeface="Arial"/>
                <a:ea typeface="Arial"/>
                <a:cs typeface="Arial"/>
              </a:defRPr>
            </a:lvl2pPr>
            <a:lvl3pPr algn="l">
              <a:defRPr sz="5700" b="1">
                <a:solidFill>
                  <a:srgbClr val="B73513"/>
                </a:solidFill>
                <a:latin typeface="Arial"/>
                <a:ea typeface="Arial"/>
                <a:cs typeface="Arial"/>
              </a:defRPr>
            </a:lvl3pPr>
            <a:lvl4pPr algn="l">
              <a:defRPr sz="5700" b="1">
                <a:solidFill>
                  <a:srgbClr val="B73513"/>
                </a:solidFill>
                <a:latin typeface="Arial"/>
                <a:ea typeface="Arial"/>
                <a:cs typeface="Arial"/>
              </a:defRPr>
            </a:lvl4pPr>
            <a:lvl5pPr algn="l">
              <a:defRPr sz="5700" b="1">
                <a:solidFill>
                  <a:srgbClr val="B73513"/>
                </a:solidFill>
                <a:latin typeface="Arial"/>
                <a:ea typeface="Arial"/>
                <a:cs typeface="Arial"/>
              </a:defRPr>
            </a:lvl5pPr>
            <a:lvl6pPr algn="l">
              <a:defRPr sz="5700" b="1">
                <a:solidFill>
                  <a:srgbClr val="B73513"/>
                </a:solidFill>
                <a:latin typeface="Arial"/>
                <a:ea typeface="Arial"/>
                <a:cs typeface="Arial"/>
              </a:defRPr>
            </a:lvl6pPr>
            <a:lvl7pPr algn="l">
              <a:defRPr sz="5700" b="1">
                <a:solidFill>
                  <a:srgbClr val="B73513"/>
                </a:solidFill>
                <a:latin typeface="Arial"/>
                <a:ea typeface="Arial"/>
                <a:cs typeface="Arial"/>
              </a:defRPr>
            </a:lvl7pPr>
            <a:lvl8pPr algn="l">
              <a:defRPr sz="5700" b="1">
                <a:solidFill>
                  <a:srgbClr val="B73513"/>
                </a:solidFill>
                <a:latin typeface="Arial"/>
                <a:ea typeface="Arial"/>
                <a:cs typeface="Arial"/>
              </a:defRPr>
            </a:lvl8pPr>
            <a:lvl9pPr algn="l">
              <a:defRPr sz="5700" b="1">
                <a:solidFill>
                  <a:srgbClr val="B73513"/>
                </a:solidFill>
                <a:latin typeface="Arial"/>
                <a:ea typeface="Arial"/>
                <a:cs typeface="Arial"/>
              </a:defRPr>
            </a:lvl9pPr>
          </a:lstStyle>
          <a:p xmlns:a="http://schemas.openxmlformats.org/drawingml/2006/main">
            <a:pPr algn="l">
              <a:lnSpc>
                <a:spcPct val="100000"/>
              </a:lnSpc>
              <a:buNone/>
              <a:defRPr sz="5700" b="1">
                <a:solidFill>
                  <a:srgbClr val="B73513"/>
                </a:solidFill>
                <a:latin typeface="Arial"/>
                <a:ea typeface="Arial"/>
                <a:cs typeface="Arial"/>
              </a:defRPr>
            </a:pPr>
            <a:r>
              <a:rPr sz="5700" b="1">
                <a:solidFill>
                  <a:srgbClr val="B73513"/>
                </a:solidFill>
                <a:latin typeface="Arial"/>
                <a:ea typeface="Arial"/>
                <a:cs typeface="Arial"/>
              </a:rPr>
              <a:t>0! = 1</a:t>
            </a:r>
          </a:p>
        </p:txBody>
      </p:sp>
      <p:sp>
        <p:nvSpPr>
          <p:cNvPr id="12" name="The base case">
            <a:extLst xmlns:a="http://schemas.openxmlformats.org/drawingml/2006/main">
              <a:ext uri="{FF2B5EF4-FFF2-40B4-BE49-F238E27FC236}">
                <a16:creationId xmlns:a16="http://schemas.microsoft.com/office/drawing/2014/main" id="{B468CB95-079A-4FA1-A680-8035C2A613B5}"/>
              </a:ext>
            </a:extLst>
          </p:cNvPr>
          <p:cNvSpPr>
            <a:spLocks xmlns:a="http://schemas.openxmlformats.org/drawingml/2006/main" noGrp="1"/>
          </p:cNvSpPr>
          <p:nvPr/>
        </p:nvSpPr>
        <p:spPr>
          <a:xfrm xmlns:a="http://schemas.openxmlformats.org/drawingml/2006/main">
            <a:off x="11049000" y="7553325"/>
            <a:ext cx="609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202426"/>
                </a:solidFill>
                <a:latin typeface="Arial"/>
                <a:ea typeface="Arial"/>
                <a:cs typeface="Arial"/>
              </a:defRPr>
            </a:defPPr>
            <a:lvl1pPr algn="l">
              <a:defRPr sz="3000" b="1">
                <a:solidFill>
                  <a:srgbClr val="202426"/>
                </a:solidFill>
                <a:latin typeface="Arial"/>
                <a:ea typeface="Arial"/>
                <a:cs typeface="Arial"/>
              </a:defRPr>
            </a:lvl1pPr>
            <a:lvl2pPr algn="l">
              <a:defRPr sz="3000" b="1">
                <a:solidFill>
                  <a:srgbClr val="202426"/>
                </a:solidFill>
                <a:latin typeface="Arial"/>
                <a:ea typeface="Arial"/>
                <a:cs typeface="Arial"/>
              </a:defRPr>
            </a:lvl2pPr>
            <a:lvl3pPr algn="l">
              <a:defRPr sz="3000" b="1">
                <a:solidFill>
                  <a:srgbClr val="202426"/>
                </a:solidFill>
                <a:latin typeface="Arial"/>
                <a:ea typeface="Arial"/>
                <a:cs typeface="Arial"/>
              </a:defRPr>
            </a:lvl3pPr>
            <a:lvl4pPr algn="l">
              <a:defRPr sz="3000" b="1">
                <a:solidFill>
                  <a:srgbClr val="202426"/>
                </a:solidFill>
                <a:latin typeface="Arial"/>
                <a:ea typeface="Arial"/>
                <a:cs typeface="Arial"/>
              </a:defRPr>
            </a:lvl4pPr>
            <a:lvl5pPr algn="l">
              <a:defRPr sz="3000" b="1">
                <a:solidFill>
                  <a:srgbClr val="202426"/>
                </a:solidFill>
                <a:latin typeface="Arial"/>
                <a:ea typeface="Arial"/>
                <a:cs typeface="Arial"/>
              </a:defRPr>
            </a:lvl5pPr>
            <a:lvl6pPr algn="l">
              <a:defRPr sz="3000" b="1">
                <a:solidFill>
                  <a:srgbClr val="202426"/>
                </a:solidFill>
                <a:latin typeface="Arial"/>
                <a:ea typeface="Arial"/>
                <a:cs typeface="Arial"/>
              </a:defRPr>
            </a:lvl6pPr>
            <a:lvl7pPr algn="l">
              <a:defRPr sz="3000" b="1">
                <a:solidFill>
                  <a:srgbClr val="202426"/>
                </a:solidFill>
                <a:latin typeface="Arial"/>
                <a:ea typeface="Arial"/>
                <a:cs typeface="Arial"/>
              </a:defRPr>
            </a:lvl7pPr>
            <a:lvl8pPr algn="l">
              <a:defRPr sz="3000" b="1">
                <a:solidFill>
                  <a:srgbClr val="202426"/>
                </a:solidFill>
                <a:latin typeface="Arial"/>
                <a:ea typeface="Arial"/>
                <a:cs typeface="Arial"/>
              </a:defRPr>
            </a:lvl8pPr>
            <a:lvl9pPr algn="l">
              <a:defRPr sz="3000" b="1">
                <a:solidFill>
                  <a:srgbClr val="202426"/>
                </a:solidFill>
                <a:latin typeface="Arial"/>
                <a:ea typeface="Arial"/>
                <a:cs typeface="Arial"/>
              </a:defRPr>
            </a:lvl9pPr>
          </a:lstStyle>
          <a:p xmlns:a="http://schemas.openxmlformats.org/drawingml/2006/main">
            <a:pPr algn="l">
              <a:lnSpc>
                <a:spcPct val="100000"/>
              </a:lnSpc>
              <a:buNone/>
              <a:defRPr sz="3000" b="1">
                <a:solidFill>
                  <a:srgbClr val="202426"/>
                </a:solidFill>
                <a:latin typeface="Arial"/>
                <a:ea typeface="Arial"/>
                <a:cs typeface="Arial"/>
              </a:defRPr>
            </a:pPr>
            <a:r>
              <a:rPr sz="3000" b="1">
                <a:solidFill>
                  <a:srgbClr val="202426"/>
                </a:solidFill>
                <a:latin typeface="Arial"/>
                <a:ea typeface="Arial"/>
                <a:cs typeface="Arial"/>
              </a:rPr>
              <a:t>The base case</a:t>
            </a:r>
          </a:p>
        </p:txBody>
      </p:sp>
    </p:spTree>
    <p:extLst>
      <p:ext uri="{BB962C8B-B14F-4D97-AF65-F5344CB8AC3E}">
        <p14:creationId xmlns:p14="http://schemas.microsoft.com/office/powerpoint/2010/main" val="15506233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URSION">
            <a:extLst xmlns:a="http://schemas.openxmlformats.org/drawingml/2006/main">
              <a:ext uri="{FF2B5EF4-FFF2-40B4-BE49-F238E27FC236}">
                <a16:creationId xmlns:a16="http://schemas.microsoft.com/office/drawing/2014/main" id="{3B09C920-6930-477F-9BB7-95677D2348D7}"/>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8E846782-5635-4B7D-A743-331335CE2903}"/>
              </a:ext>
            </a:extLst>
          </p:cNvPr>
          <p:cNvPicPr>
            <a:picLocks xmlns:a="http://schemas.openxmlformats.org/drawingml/2006/main" noChangeAspect="1"/>
          </p:cNvPicPr>
          <p:nvPr/>
        </p:nvPicPr>
        <p:blipFill>
          <a:blip xmlns:r="http://schemas.openxmlformats.org/officeDocument/2006/relationships" xmlns:a="http://schemas.openxmlformats.org/drawingml/2006/main" r:embed="R347fd003705f429a"/>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Factorial in C">
            <a:extLst xmlns:a="http://schemas.openxmlformats.org/drawingml/2006/main">
              <a:ext uri="{FF2B5EF4-FFF2-40B4-BE49-F238E27FC236}">
                <a16:creationId xmlns:a16="http://schemas.microsoft.com/office/drawing/2014/main" id="{6BAB84FE-605B-423C-AB7A-D9C6CD19D066}"/>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Factorial in C</a:t>
            </a:r>
          </a:p>
        </p:txBody>
      </p:sp>
      <p:sp>
        <p:nvSpPr>
          <p:cNvPr id="4" name="">
            <a:extLst xmlns:a="http://schemas.openxmlformats.org/drawingml/2006/main">
              <a:ext uri="{FF2B5EF4-FFF2-40B4-BE49-F238E27FC236}">
                <a16:creationId xmlns:a16="http://schemas.microsoft.com/office/drawing/2014/main" id="{C5E02074-9986-4B54-9544-0A3645AD2621}"/>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7CDA648D-1E9E-4FA3-A87A-BB9D997A834C}"/>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8">
            <a:extLst xmlns:a="http://schemas.openxmlformats.org/drawingml/2006/main">
              <a:ext uri="{FF2B5EF4-FFF2-40B4-BE49-F238E27FC236}">
                <a16:creationId xmlns:a16="http://schemas.microsoft.com/office/drawing/2014/main" id="{E92BA020-13AE-4913-BDD1-FBE778A1C144}"/>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CD687B30-F3D1-44D5-B213-A808E68ECE47}"/>
              </a:ext>
            </a:extLst>
          </p:cNvPr>
          <p:cNvSpPr>
            <a:spLocks xmlns:a="http://schemas.openxmlformats.org/drawingml/2006/main" noGrp="1"/>
          </p:cNvSpPr>
          <p:nvPr/>
        </p:nvSpPr>
        <p:spPr>
          <a:xfrm xmlns:a="http://schemas.openxmlformats.org/drawingml/2006/main">
            <a:off x="914400" y="2914650"/>
            <a:ext cx="11858625" cy="476250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E68219-331E-4DC9-88B2-A7A3870BFEAA}"/>
              </a:ext>
            </a:extLst>
          </p:cNvPr>
          <p:cNvSpPr>
            <a:spLocks xmlns:a="http://schemas.openxmlformats.org/drawingml/2006/main" noGrp="1"/>
          </p:cNvSpPr>
          <p:nvPr/>
        </p:nvSpPr>
        <p:spPr>
          <a:xfrm xmlns:a="http://schemas.openxmlformats.org/drawingml/2006/main">
            <a:off x="1028700" y="4171950"/>
            <a:ext cx="11630025"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081876-64DA-4DBA-94C1-0BF361AD1BD8}"/>
              </a:ext>
            </a:extLst>
          </p:cNvPr>
          <p:cNvSpPr>
            <a:spLocks xmlns:a="http://schemas.openxmlformats.org/drawingml/2006/main" noGrp="1"/>
          </p:cNvSpPr>
          <p:nvPr/>
        </p:nvSpPr>
        <p:spPr>
          <a:xfrm xmlns:a="http://schemas.openxmlformats.org/drawingml/2006/main">
            <a:off x="1028700" y="4714875"/>
            <a:ext cx="11630025"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8353A9-2DF9-41A3-A4AB-7AAD3D4AA8EE}"/>
              </a:ext>
            </a:extLst>
          </p:cNvPr>
          <p:cNvSpPr>
            <a:spLocks xmlns:a="http://schemas.openxmlformats.org/drawingml/2006/main" noGrp="1"/>
          </p:cNvSpPr>
          <p:nvPr/>
        </p:nvSpPr>
        <p:spPr>
          <a:xfrm xmlns:a="http://schemas.openxmlformats.org/drawingml/2006/main">
            <a:off x="1028700" y="5800725"/>
            <a:ext cx="11630025"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0692399-9A85-4454-B88F-780CE92194FC}"/>
              </a:ext>
            </a:extLst>
          </p:cNvPr>
          <p:cNvSpPr>
            <a:spLocks xmlns:a="http://schemas.openxmlformats.org/drawingml/2006/main" noGrp="1"/>
          </p:cNvSpPr>
          <p:nvPr/>
        </p:nvSpPr>
        <p:spPr>
          <a:xfrm xmlns:a="http://schemas.openxmlformats.org/drawingml/2006/main">
            <a:off x="1028700" y="6343650"/>
            <a:ext cx="11630025" cy="5429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2" name="int factorial(int n)">
            <a:extLst xmlns:a="http://schemas.openxmlformats.org/drawingml/2006/main">
              <a:ext uri="{FF2B5EF4-FFF2-40B4-BE49-F238E27FC236}">
                <a16:creationId xmlns:a16="http://schemas.microsoft.com/office/drawing/2014/main" id="{713D7871-D955-459F-876B-43E49F39B6DE}"/>
              </a:ext>
            </a:extLst>
          </p:cNvPr>
          <p:cNvSpPr>
            <a:spLocks xmlns:a="http://schemas.openxmlformats.org/drawingml/2006/main" noGrp="1"/>
          </p:cNvSpPr>
          <p:nvPr/>
        </p:nvSpPr>
        <p:spPr>
          <a:xfrm xmlns:a="http://schemas.openxmlformats.org/drawingml/2006/main">
            <a:off x="1162050" y="3114675"/>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int factorial(int n)</a:t>
            </a:r>
          </a:p>
        </p:txBody>
      </p:sp>
      <p:sp>
        <p:nvSpPr>
          <p:cNvPr id="13" name="{">
            <a:extLst xmlns:a="http://schemas.openxmlformats.org/drawingml/2006/main">
              <a:ext uri="{FF2B5EF4-FFF2-40B4-BE49-F238E27FC236}">
                <a16:creationId xmlns:a16="http://schemas.microsoft.com/office/drawing/2014/main" id="{2DAFAB1D-E84A-4C23-BB98-D1A4EC8D01DC}"/>
              </a:ext>
            </a:extLst>
          </p:cNvPr>
          <p:cNvSpPr>
            <a:spLocks xmlns:a="http://schemas.openxmlformats.org/drawingml/2006/main" noGrp="1"/>
          </p:cNvSpPr>
          <p:nvPr/>
        </p:nvSpPr>
        <p:spPr>
          <a:xfrm xmlns:a="http://schemas.openxmlformats.org/drawingml/2006/main">
            <a:off x="1162050" y="3657600"/>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a:t>
            </a:r>
          </a:p>
        </p:txBody>
      </p:sp>
      <p:sp>
        <p:nvSpPr>
          <p:cNvPr id="14" name="    if (n == 0)">
            <a:extLst xmlns:a="http://schemas.openxmlformats.org/drawingml/2006/main">
              <a:ext uri="{FF2B5EF4-FFF2-40B4-BE49-F238E27FC236}">
                <a16:creationId xmlns:a16="http://schemas.microsoft.com/office/drawing/2014/main" id="{C6D2301A-03B9-41BD-A960-3C67B57B00B9}"/>
              </a:ext>
            </a:extLst>
          </p:cNvPr>
          <p:cNvSpPr>
            <a:spLocks xmlns:a="http://schemas.openxmlformats.org/drawingml/2006/main" noGrp="1"/>
          </p:cNvSpPr>
          <p:nvPr/>
        </p:nvSpPr>
        <p:spPr>
          <a:xfrm xmlns:a="http://schemas.openxmlformats.org/drawingml/2006/main">
            <a:off x="1162050" y="4200525"/>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if (n == 0)</a:t>
            </a:r>
          </a:p>
        </p:txBody>
      </p:sp>
      <p:sp>
        <p:nvSpPr>
          <p:cNvPr id="15" name="        return 1;">
            <a:extLst xmlns:a="http://schemas.openxmlformats.org/drawingml/2006/main">
              <a:ext uri="{FF2B5EF4-FFF2-40B4-BE49-F238E27FC236}">
                <a16:creationId xmlns:a16="http://schemas.microsoft.com/office/drawing/2014/main" id="{C6C77A2C-3022-421B-8807-AC896D5E00EB}"/>
              </a:ext>
            </a:extLst>
          </p:cNvPr>
          <p:cNvSpPr>
            <a:spLocks xmlns:a="http://schemas.openxmlformats.org/drawingml/2006/main" noGrp="1"/>
          </p:cNvSpPr>
          <p:nvPr/>
        </p:nvSpPr>
        <p:spPr>
          <a:xfrm xmlns:a="http://schemas.openxmlformats.org/drawingml/2006/main">
            <a:off x="1162050" y="4743450"/>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return 1;</a:t>
            </a:r>
          </a:p>
        </p:txBody>
      </p:sp>
      <p:sp>
        <p:nvSpPr>
          <p:cNvPr id="16" name="">
            <a:extLst xmlns:a="http://schemas.openxmlformats.org/drawingml/2006/main">
              <a:ext uri="{FF2B5EF4-FFF2-40B4-BE49-F238E27FC236}">
                <a16:creationId xmlns:a16="http://schemas.microsoft.com/office/drawing/2014/main" id="{CD1A71DC-F976-49A7-9C97-FE0EE4D02401}"/>
              </a:ext>
            </a:extLst>
          </p:cNvPr>
          <p:cNvSpPr>
            <a:spLocks xmlns:a="http://schemas.openxmlformats.org/drawingml/2006/main" noGrp="1"/>
          </p:cNvSpPr>
          <p:nvPr/>
        </p:nvSpPr>
        <p:spPr>
          <a:xfrm xmlns:a="http://schemas.openxmlformats.org/drawingml/2006/main">
            <a:off x="1162050" y="5286375"/>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r>
              <a:t/>
            </a:r>
          </a:p>
        </p:txBody>
      </p:sp>
      <p:sp>
        <p:nvSpPr>
          <p:cNvPr id="17" name="    int smaller = factorial(n - 1);">
            <a:extLst xmlns:a="http://schemas.openxmlformats.org/drawingml/2006/main">
              <a:ext uri="{FF2B5EF4-FFF2-40B4-BE49-F238E27FC236}">
                <a16:creationId xmlns:a16="http://schemas.microsoft.com/office/drawing/2014/main" id="{AB873B4A-0850-45E4-AE95-AAD7B71052DB}"/>
              </a:ext>
            </a:extLst>
          </p:cNvPr>
          <p:cNvSpPr>
            <a:spLocks xmlns:a="http://schemas.openxmlformats.org/drawingml/2006/main" noGrp="1"/>
          </p:cNvSpPr>
          <p:nvPr/>
        </p:nvSpPr>
        <p:spPr>
          <a:xfrm xmlns:a="http://schemas.openxmlformats.org/drawingml/2006/main">
            <a:off x="1162050" y="5829300"/>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int smaller = factorial(n - 1);</a:t>
            </a:r>
          </a:p>
        </p:txBody>
      </p:sp>
      <p:sp>
        <p:nvSpPr>
          <p:cNvPr id="18" name="    return n * smaller;">
            <a:extLst xmlns:a="http://schemas.openxmlformats.org/drawingml/2006/main">
              <a:ext uri="{FF2B5EF4-FFF2-40B4-BE49-F238E27FC236}">
                <a16:creationId xmlns:a16="http://schemas.microsoft.com/office/drawing/2014/main" id="{CC8C9C24-3E5B-424F-97C9-722CC4C73E3A}"/>
              </a:ext>
            </a:extLst>
          </p:cNvPr>
          <p:cNvSpPr>
            <a:spLocks xmlns:a="http://schemas.openxmlformats.org/drawingml/2006/main" noGrp="1"/>
          </p:cNvSpPr>
          <p:nvPr/>
        </p:nvSpPr>
        <p:spPr>
          <a:xfrm xmlns:a="http://schemas.openxmlformats.org/drawingml/2006/main">
            <a:off x="1162050" y="6372225"/>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return n * smaller;</a:t>
            </a:r>
          </a:p>
        </p:txBody>
      </p:sp>
      <p:sp>
        <p:nvSpPr>
          <p:cNvPr id="19" name="}">
            <a:extLst xmlns:a="http://schemas.openxmlformats.org/drawingml/2006/main">
              <a:ext uri="{FF2B5EF4-FFF2-40B4-BE49-F238E27FC236}">
                <a16:creationId xmlns:a16="http://schemas.microsoft.com/office/drawing/2014/main" id="{2033F512-3CCB-461D-AE00-5C8F18B9D274}"/>
              </a:ext>
            </a:extLst>
          </p:cNvPr>
          <p:cNvSpPr>
            <a:spLocks xmlns:a="http://schemas.openxmlformats.org/drawingml/2006/main" noGrp="1"/>
          </p:cNvSpPr>
          <p:nvPr/>
        </p:nvSpPr>
        <p:spPr>
          <a:xfrm xmlns:a="http://schemas.openxmlformats.org/drawingml/2006/main">
            <a:off x="1162050" y="6915150"/>
            <a:ext cx="11363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a:t>
            </a:r>
          </a:p>
        </p:txBody>
      </p:sp>
      <p:sp>
        <p:nvSpPr>
          <p:cNvPr id="20" name="Stop">
            <a:extLst xmlns:a="http://schemas.openxmlformats.org/drawingml/2006/main">
              <a:ext uri="{FF2B5EF4-FFF2-40B4-BE49-F238E27FC236}">
                <a16:creationId xmlns:a16="http://schemas.microsoft.com/office/drawing/2014/main" id="{9C923E7E-6529-4156-B3F0-2FCE5B2E354F}"/>
              </a:ext>
            </a:extLst>
          </p:cNvPr>
          <p:cNvSpPr>
            <a:spLocks xmlns:a="http://schemas.openxmlformats.org/drawingml/2006/main" noGrp="1"/>
          </p:cNvSpPr>
          <p:nvPr/>
        </p:nvSpPr>
        <p:spPr>
          <a:xfrm xmlns:a="http://schemas.openxmlformats.org/drawingml/2006/main">
            <a:off x="13544550" y="40290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B73513"/>
                </a:solidFill>
                <a:latin typeface="Arial"/>
                <a:ea typeface="Arial"/>
                <a:cs typeface="Arial"/>
              </a:defRPr>
            </a:defPPr>
            <a:lvl1pPr algn="l">
              <a:defRPr sz="3150" b="1">
                <a:solidFill>
                  <a:srgbClr val="B73513"/>
                </a:solidFill>
                <a:latin typeface="Arial"/>
                <a:ea typeface="Arial"/>
                <a:cs typeface="Arial"/>
              </a:defRPr>
            </a:lvl1pPr>
            <a:lvl2pPr algn="l">
              <a:defRPr sz="3150" b="1">
                <a:solidFill>
                  <a:srgbClr val="B73513"/>
                </a:solidFill>
                <a:latin typeface="Arial"/>
                <a:ea typeface="Arial"/>
                <a:cs typeface="Arial"/>
              </a:defRPr>
            </a:lvl2pPr>
            <a:lvl3pPr algn="l">
              <a:defRPr sz="3150" b="1">
                <a:solidFill>
                  <a:srgbClr val="B73513"/>
                </a:solidFill>
                <a:latin typeface="Arial"/>
                <a:ea typeface="Arial"/>
                <a:cs typeface="Arial"/>
              </a:defRPr>
            </a:lvl3pPr>
            <a:lvl4pPr algn="l">
              <a:defRPr sz="3150" b="1">
                <a:solidFill>
                  <a:srgbClr val="B73513"/>
                </a:solidFill>
                <a:latin typeface="Arial"/>
                <a:ea typeface="Arial"/>
                <a:cs typeface="Arial"/>
              </a:defRPr>
            </a:lvl4pPr>
            <a:lvl5pPr algn="l">
              <a:defRPr sz="3150" b="1">
                <a:solidFill>
                  <a:srgbClr val="B73513"/>
                </a:solidFill>
                <a:latin typeface="Arial"/>
                <a:ea typeface="Arial"/>
                <a:cs typeface="Arial"/>
              </a:defRPr>
            </a:lvl5pPr>
            <a:lvl6pPr algn="l">
              <a:defRPr sz="3150" b="1">
                <a:solidFill>
                  <a:srgbClr val="B73513"/>
                </a:solidFill>
                <a:latin typeface="Arial"/>
                <a:ea typeface="Arial"/>
                <a:cs typeface="Arial"/>
              </a:defRPr>
            </a:lvl6pPr>
            <a:lvl7pPr algn="l">
              <a:defRPr sz="3150" b="1">
                <a:solidFill>
                  <a:srgbClr val="B73513"/>
                </a:solidFill>
                <a:latin typeface="Arial"/>
                <a:ea typeface="Arial"/>
                <a:cs typeface="Arial"/>
              </a:defRPr>
            </a:lvl7pPr>
            <a:lvl8pPr algn="l">
              <a:defRPr sz="3150" b="1">
                <a:solidFill>
                  <a:srgbClr val="B73513"/>
                </a:solidFill>
                <a:latin typeface="Arial"/>
                <a:ea typeface="Arial"/>
                <a:cs typeface="Arial"/>
              </a:defRPr>
            </a:lvl8pPr>
            <a:lvl9pPr algn="l">
              <a:defRPr sz="3150" b="1">
                <a:solidFill>
                  <a:srgbClr val="B73513"/>
                </a:solidFill>
                <a:latin typeface="Arial"/>
                <a:ea typeface="Arial"/>
                <a:cs typeface="Arial"/>
              </a:defRPr>
            </a:lvl9pPr>
          </a:lstStyle>
          <a:p xmlns:a="http://schemas.openxmlformats.org/drawingml/2006/main">
            <a:pPr algn="l">
              <a:lnSpc>
                <a:spcPct val="100000"/>
              </a:lnSpc>
              <a:buNone/>
              <a:defRPr sz="3150" b="1">
                <a:solidFill>
                  <a:srgbClr val="B73513"/>
                </a:solidFill>
                <a:latin typeface="Arial"/>
                <a:ea typeface="Arial"/>
                <a:cs typeface="Arial"/>
              </a:defRPr>
            </a:pPr>
            <a:r>
              <a:rPr sz="3150" b="1">
                <a:solidFill>
                  <a:srgbClr val="B73513"/>
                </a:solidFill>
                <a:latin typeface="Arial"/>
                <a:ea typeface="Arial"/>
                <a:cs typeface="Arial"/>
              </a:rPr>
              <a:t>Stop</a:t>
            </a:r>
          </a:p>
        </p:txBody>
      </p:sp>
      <p:sp>
        <p:nvSpPr>
          <p:cNvPr id="21" name="Wait">
            <a:extLst xmlns:a="http://schemas.openxmlformats.org/drawingml/2006/main">
              <a:ext uri="{FF2B5EF4-FFF2-40B4-BE49-F238E27FC236}">
                <a16:creationId xmlns:a16="http://schemas.microsoft.com/office/drawing/2014/main" id="{1FF48EDA-0450-407B-BAF0-5EB861AD52CF}"/>
              </a:ext>
            </a:extLst>
          </p:cNvPr>
          <p:cNvSpPr>
            <a:spLocks xmlns:a="http://schemas.openxmlformats.org/drawingml/2006/main" noGrp="1"/>
          </p:cNvSpPr>
          <p:nvPr/>
        </p:nvSpPr>
        <p:spPr>
          <a:xfrm xmlns:a="http://schemas.openxmlformats.org/drawingml/2006/main">
            <a:off x="13544550" y="5657850"/>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B73513"/>
                </a:solidFill>
                <a:latin typeface="Arial"/>
                <a:ea typeface="Arial"/>
                <a:cs typeface="Arial"/>
              </a:defRPr>
            </a:defPPr>
            <a:lvl1pPr algn="l">
              <a:defRPr sz="3150" b="1">
                <a:solidFill>
                  <a:srgbClr val="B73513"/>
                </a:solidFill>
                <a:latin typeface="Arial"/>
                <a:ea typeface="Arial"/>
                <a:cs typeface="Arial"/>
              </a:defRPr>
            </a:lvl1pPr>
            <a:lvl2pPr algn="l">
              <a:defRPr sz="3150" b="1">
                <a:solidFill>
                  <a:srgbClr val="B73513"/>
                </a:solidFill>
                <a:latin typeface="Arial"/>
                <a:ea typeface="Arial"/>
                <a:cs typeface="Arial"/>
              </a:defRPr>
            </a:lvl2pPr>
            <a:lvl3pPr algn="l">
              <a:defRPr sz="3150" b="1">
                <a:solidFill>
                  <a:srgbClr val="B73513"/>
                </a:solidFill>
                <a:latin typeface="Arial"/>
                <a:ea typeface="Arial"/>
                <a:cs typeface="Arial"/>
              </a:defRPr>
            </a:lvl3pPr>
            <a:lvl4pPr algn="l">
              <a:defRPr sz="3150" b="1">
                <a:solidFill>
                  <a:srgbClr val="B73513"/>
                </a:solidFill>
                <a:latin typeface="Arial"/>
                <a:ea typeface="Arial"/>
                <a:cs typeface="Arial"/>
              </a:defRPr>
            </a:lvl4pPr>
            <a:lvl5pPr algn="l">
              <a:defRPr sz="3150" b="1">
                <a:solidFill>
                  <a:srgbClr val="B73513"/>
                </a:solidFill>
                <a:latin typeface="Arial"/>
                <a:ea typeface="Arial"/>
                <a:cs typeface="Arial"/>
              </a:defRPr>
            </a:lvl5pPr>
            <a:lvl6pPr algn="l">
              <a:defRPr sz="3150" b="1">
                <a:solidFill>
                  <a:srgbClr val="B73513"/>
                </a:solidFill>
                <a:latin typeface="Arial"/>
                <a:ea typeface="Arial"/>
                <a:cs typeface="Arial"/>
              </a:defRPr>
            </a:lvl6pPr>
            <a:lvl7pPr algn="l">
              <a:defRPr sz="3150" b="1">
                <a:solidFill>
                  <a:srgbClr val="B73513"/>
                </a:solidFill>
                <a:latin typeface="Arial"/>
                <a:ea typeface="Arial"/>
                <a:cs typeface="Arial"/>
              </a:defRPr>
            </a:lvl7pPr>
            <a:lvl8pPr algn="l">
              <a:defRPr sz="3150" b="1">
                <a:solidFill>
                  <a:srgbClr val="B73513"/>
                </a:solidFill>
                <a:latin typeface="Arial"/>
                <a:ea typeface="Arial"/>
                <a:cs typeface="Arial"/>
              </a:defRPr>
            </a:lvl8pPr>
            <a:lvl9pPr algn="l">
              <a:defRPr sz="3150" b="1">
                <a:solidFill>
                  <a:srgbClr val="B73513"/>
                </a:solidFill>
                <a:latin typeface="Arial"/>
                <a:ea typeface="Arial"/>
                <a:cs typeface="Arial"/>
              </a:defRPr>
            </a:lvl9pPr>
          </a:lstStyle>
          <a:p xmlns:a="http://schemas.openxmlformats.org/drawingml/2006/main">
            <a:pPr algn="l">
              <a:lnSpc>
                <a:spcPct val="100000"/>
              </a:lnSpc>
              <a:buNone/>
              <a:defRPr sz="3150" b="1">
                <a:solidFill>
                  <a:srgbClr val="B73513"/>
                </a:solidFill>
                <a:latin typeface="Arial"/>
                <a:ea typeface="Arial"/>
                <a:cs typeface="Arial"/>
              </a:defRPr>
            </a:pPr>
            <a:r>
              <a:rPr sz="3150" b="1">
                <a:solidFill>
                  <a:srgbClr val="B73513"/>
                </a:solidFill>
                <a:latin typeface="Arial"/>
                <a:ea typeface="Arial"/>
                <a:cs typeface="Arial"/>
              </a:rPr>
              <a:t>Wait</a:t>
            </a:r>
          </a:p>
        </p:txBody>
      </p:sp>
      <p:sp>
        <p:nvSpPr>
          <p:cNvPr id="22" name="Resume">
            <a:extLst xmlns:a="http://schemas.openxmlformats.org/drawingml/2006/main">
              <a:ext uri="{FF2B5EF4-FFF2-40B4-BE49-F238E27FC236}">
                <a16:creationId xmlns:a16="http://schemas.microsoft.com/office/drawing/2014/main" id="{0FDE5493-DA2A-4981-A268-5E08C84EF540}"/>
              </a:ext>
            </a:extLst>
          </p:cNvPr>
          <p:cNvSpPr>
            <a:spLocks xmlns:a="http://schemas.openxmlformats.org/drawingml/2006/main" noGrp="1"/>
          </p:cNvSpPr>
          <p:nvPr/>
        </p:nvSpPr>
        <p:spPr>
          <a:xfrm xmlns:a="http://schemas.openxmlformats.org/drawingml/2006/main">
            <a:off x="13544550" y="62007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B73513"/>
                </a:solidFill>
                <a:latin typeface="Arial"/>
                <a:ea typeface="Arial"/>
                <a:cs typeface="Arial"/>
              </a:defRPr>
            </a:defPPr>
            <a:lvl1pPr algn="l">
              <a:defRPr sz="3150" b="1">
                <a:solidFill>
                  <a:srgbClr val="B73513"/>
                </a:solidFill>
                <a:latin typeface="Arial"/>
                <a:ea typeface="Arial"/>
                <a:cs typeface="Arial"/>
              </a:defRPr>
            </a:lvl1pPr>
            <a:lvl2pPr algn="l">
              <a:defRPr sz="3150" b="1">
                <a:solidFill>
                  <a:srgbClr val="B73513"/>
                </a:solidFill>
                <a:latin typeface="Arial"/>
                <a:ea typeface="Arial"/>
                <a:cs typeface="Arial"/>
              </a:defRPr>
            </a:lvl2pPr>
            <a:lvl3pPr algn="l">
              <a:defRPr sz="3150" b="1">
                <a:solidFill>
                  <a:srgbClr val="B73513"/>
                </a:solidFill>
                <a:latin typeface="Arial"/>
                <a:ea typeface="Arial"/>
                <a:cs typeface="Arial"/>
              </a:defRPr>
            </a:lvl3pPr>
            <a:lvl4pPr algn="l">
              <a:defRPr sz="3150" b="1">
                <a:solidFill>
                  <a:srgbClr val="B73513"/>
                </a:solidFill>
                <a:latin typeface="Arial"/>
                <a:ea typeface="Arial"/>
                <a:cs typeface="Arial"/>
              </a:defRPr>
            </a:lvl4pPr>
            <a:lvl5pPr algn="l">
              <a:defRPr sz="3150" b="1">
                <a:solidFill>
                  <a:srgbClr val="B73513"/>
                </a:solidFill>
                <a:latin typeface="Arial"/>
                <a:ea typeface="Arial"/>
                <a:cs typeface="Arial"/>
              </a:defRPr>
            </a:lvl5pPr>
            <a:lvl6pPr algn="l">
              <a:defRPr sz="3150" b="1">
                <a:solidFill>
                  <a:srgbClr val="B73513"/>
                </a:solidFill>
                <a:latin typeface="Arial"/>
                <a:ea typeface="Arial"/>
                <a:cs typeface="Arial"/>
              </a:defRPr>
            </a:lvl6pPr>
            <a:lvl7pPr algn="l">
              <a:defRPr sz="3150" b="1">
                <a:solidFill>
                  <a:srgbClr val="B73513"/>
                </a:solidFill>
                <a:latin typeface="Arial"/>
                <a:ea typeface="Arial"/>
                <a:cs typeface="Arial"/>
              </a:defRPr>
            </a:lvl7pPr>
            <a:lvl8pPr algn="l">
              <a:defRPr sz="3150" b="1">
                <a:solidFill>
                  <a:srgbClr val="B73513"/>
                </a:solidFill>
                <a:latin typeface="Arial"/>
                <a:ea typeface="Arial"/>
                <a:cs typeface="Arial"/>
              </a:defRPr>
            </a:lvl8pPr>
            <a:lvl9pPr algn="l">
              <a:defRPr sz="3150" b="1">
                <a:solidFill>
                  <a:srgbClr val="B73513"/>
                </a:solidFill>
                <a:latin typeface="Arial"/>
                <a:ea typeface="Arial"/>
                <a:cs typeface="Arial"/>
              </a:defRPr>
            </a:lvl9pPr>
          </a:lstStyle>
          <a:p xmlns:a="http://schemas.openxmlformats.org/drawingml/2006/main">
            <a:pPr algn="l">
              <a:lnSpc>
                <a:spcPct val="100000"/>
              </a:lnSpc>
              <a:buNone/>
              <a:defRPr sz="3150" b="1">
                <a:solidFill>
                  <a:srgbClr val="B73513"/>
                </a:solidFill>
                <a:latin typeface="Arial"/>
                <a:ea typeface="Arial"/>
                <a:cs typeface="Arial"/>
              </a:defRPr>
            </a:pPr>
            <a:r>
              <a:rPr sz="3150" b="1">
                <a:solidFill>
                  <a:srgbClr val="B73513"/>
                </a:solidFill>
                <a:latin typeface="Arial"/>
                <a:ea typeface="Arial"/>
                <a:cs typeface="Arial"/>
              </a:rPr>
              <a:t>Resume</a:t>
            </a:r>
          </a:p>
        </p:txBody>
      </p:sp>
      <p:sp>
        <p:nvSpPr>
          <p:cNvPr id="23" name="C excerpt • demonstration inputs: integers 0 to 7">
            <a:extLst xmlns:a="http://schemas.openxmlformats.org/drawingml/2006/main">
              <a:ext uri="{FF2B5EF4-FFF2-40B4-BE49-F238E27FC236}">
                <a16:creationId xmlns:a16="http://schemas.microsoft.com/office/drawing/2014/main" id="{CBC8F4B9-CE3C-4193-BD12-E43202E60854}"/>
              </a:ext>
            </a:extLst>
          </p:cNvPr>
          <p:cNvSpPr>
            <a:spLocks xmlns:a="http://schemas.openxmlformats.org/drawingml/2006/main" noGrp="1"/>
          </p:cNvSpPr>
          <p:nvPr/>
        </p:nvSpPr>
        <p:spPr>
          <a:xfrm xmlns:a="http://schemas.openxmlformats.org/drawingml/2006/main">
            <a:off x="914400" y="8448675"/>
            <a:ext cx="1619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96167"/>
                </a:solidFill>
                <a:latin typeface="Arial"/>
                <a:ea typeface="Arial"/>
                <a:cs typeface="Arial"/>
              </a:defRPr>
            </a:defPPr>
            <a:lvl1pPr algn="l">
              <a:defRPr sz="2025" b="0">
                <a:solidFill>
                  <a:srgbClr val="596167"/>
                </a:solidFill>
                <a:latin typeface="Arial"/>
                <a:ea typeface="Arial"/>
                <a:cs typeface="Arial"/>
              </a:defRPr>
            </a:lvl1pPr>
            <a:lvl2pPr algn="l">
              <a:defRPr sz="2025" b="0">
                <a:solidFill>
                  <a:srgbClr val="596167"/>
                </a:solidFill>
                <a:latin typeface="Arial"/>
                <a:ea typeface="Arial"/>
                <a:cs typeface="Arial"/>
              </a:defRPr>
            </a:lvl2pPr>
            <a:lvl3pPr algn="l">
              <a:defRPr sz="2025" b="0">
                <a:solidFill>
                  <a:srgbClr val="596167"/>
                </a:solidFill>
                <a:latin typeface="Arial"/>
                <a:ea typeface="Arial"/>
                <a:cs typeface="Arial"/>
              </a:defRPr>
            </a:lvl3pPr>
            <a:lvl4pPr algn="l">
              <a:defRPr sz="2025" b="0">
                <a:solidFill>
                  <a:srgbClr val="596167"/>
                </a:solidFill>
                <a:latin typeface="Arial"/>
                <a:ea typeface="Arial"/>
                <a:cs typeface="Arial"/>
              </a:defRPr>
            </a:lvl4pPr>
            <a:lvl5pPr algn="l">
              <a:defRPr sz="2025" b="0">
                <a:solidFill>
                  <a:srgbClr val="596167"/>
                </a:solidFill>
                <a:latin typeface="Arial"/>
                <a:ea typeface="Arial"/>
                <a:cs typeface="Arial"/>
              </a:defRPr>
            </a:lvl5pPr>
            <a:lvl6pPr algn="l">
              <a:defRPr sz="2025" b="0">
                <a:solidFill>
                  <a:srgbClr val="596167"/>
                </a:solidFill>
                <a:latin typeface="Arial"/>
                <a:ea typeface="Arial"/>
                <a:cs typeface="Arial"/>
              </a:defRPr>
            </a:lvl6pPr>
            <a:lvl7pPr algn="l">
              <a:defRPr sz="2025" b="0">
                <a:solidFill>
                  <a:srgbClr val="596167"/>
                </a:solidFill>
                <a:latin typeface="Arial"/>
                <a:ea typeface="Arial"/>
                <a:cs typeface="Arial"/>
              </a:defRPr>
            </a:lvl7pPr>
            <a:lvl8pPr algn="l">
              <a:defRPr sz="2025" b="0">
                <a:solidFill>
                  <a:srgbClr val="596167"/>
                </a:solidFill>
                <a:latin typeface="Arial"/>
                <a:ea typeface="Arial"/>
                <a:cs typeface="Arial"/>
              </a:defRPr>
            </a:lvl8pPr>
            <a:lvl9pPr algn="l">
              <a:defRPr sz="2025" b="0">
                <a:solidFill>
                  <a:srgbClr val="596167"/>
                </a:solidFill>
                <a:latin typeface="Arial"/>
                <a:ea typeface="Arial"/>
                <a:cs typeface="Arial"/>
              </a:defRPr>
            </a:lvl9pPr>
          </a:lstStyle>
          <a:p xmlns:a="http://schemas.openxmlformats.org/drawingml/2006/main">
            <a:pPr algn="l">
              <a:lnSpc>
                <a:spcPct val="100000"/>
              </a:lnSpc>
              <a:buNone/>
              <a:defRPr sz="2025" b="0">
                <a:solidFill>
                  <a:srgbClr val="596167"/>
                </a:solidFill>
                <a:latin typeface="Arial"/>
                <a:ea typeface="Arial"/>
                <a:cs typeface="Arial"/>
              </a:defRPr>
            </a:pPr>
            <a:r>
              <a:rPr sz="2025" b="0">
                <a:solidFill>
                  <a:srgbClr val="596167"/>
                </a:solidFill>
                <a:latin typeface="Arial"/>
                <a:ea typeface="Arial"/>
                <a:cs typeface="Arial"/>
              </a:rPr>
              <a:t>C excerpt • demonstration inputs: integers 0 to 7</a:t>
            </a:r>
          </a:p>
        </p:txBody>
      </p:sp>
    </p:spTree>
    <p:extLst>
      <p:ext uri="{BB962C8B-B14F-4D97-AF65-F5344CB8AC3E}">
        <p14:creationId xmlns:p14="http://schemas.microsoft.com/office/powerpoint/2010/main" val="15078524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ECURSION">
            <a:extLst xmlns:a="http://schemas.openxmlformats.org/drawingml/2006/main">
              <a:ext uri="{FF2B5EF4-FFF2-40B4-BE49-F238E27FC236}">
                <a16:creationId xmlns:a16="http://schemas.microsoft.com/office/drawing/2014/main" id="{70AEE537-4641-48CD-BBE2-6237F4C36D42}"/>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C82CE1B7-658A-4539-A254-EE170E636338}"/>
              </a:ext>
            </a:extLst>
          </p:cNvPr>
          <p:cNvPicPr>
            <a:picLocks xmlns:a="http://schemas.openxmlformats.org/drawingml/2006/main" noChangeAspect="1"/>
          </p:cNvPicPr>
          <p:nvPr/>
        </p:nvPicPr>
        <p:blipFill>
          <a:blip xmlns:r="http://schemas.openxmlformats.org/officeDocument/2006/relationships" xmlns:a="http://schemas.openxmlformats.org/drawingml/2006/main" r:embed="Rccddf33fd47c4f8c"/>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Each call has its own stack frame">
            <a:extLst xmlns:a="http://schemas.openxmlformats.org/drawingml/2006/main">
              <a:ext uri="{FF2B5EF4-FFF2-40B4-BE49-F238E27FC236}">
                <a16:creationId xmlns:a16="http://schemas.microsoft.com/office/drawing/2014/main" id="{3E1118EF-D713-4995-A174-899C0DDAC1A9}"/>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Each call has its own stack frame</a:t>
            </a:r>
          </a:p>
        </p:txBody>
      </p:sp>
      <p:sp>
        <p:nvSpPr>
          <p:cNvPr id="4" name="">
            <a:extLst xmlns:a="http://schemas.openxmlformats.org/drawingml/2006/main">
              <a:ext uri="{FF2B5EF4-FFF2-40B4-BE49-F238E27FC236}">
                <a16:creationId xmlns:a16="http://schemas.microsoft.com/office/drawing/2014/main" id="{BF599FA6-EA14-46F8-9694-B5CBDA6A8F45}"/>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01A25C67-D912-4462-939F-7B9D4A8CC851}"/>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09">
            <a:extLst xmlns:a="http://schemas.openxmlformats.org/drawingml/2006/main">
              <a:ext uri="{FF2B5EF4-FFF2-40B4-BE49-F238E27FC236}">
                <a16:creationId xmlns:a16="http://schemas.microsoft.com/office/drawing/2014/main" id="{18DAE9C2-6D40-4BF8-A9F7-D92BBF1A6205}"/>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09</a:t>
            </a:r>
          </a:p>
        </p:txBody>
      </p:sp>
      <p:sp>
        <p:nvSpPr>
          <p:cNvPr id="7" name="Conceptual frame for factorial(3)">
            <a:extLst xmlns:a="http://schemas.openxmlformats.org/drawingml/2006/main">
              <a:ext uri="{FF2B5EF4-FFF2-40B4-BE49-F238E27FC236}">
                <a16:creationId xmlns:a16="http://schemas.microsoft.com/office/drawing/2014/main" id="{012F4C96-7956-412B-A154-6F7A1B8D075C}"/>
              </a:ext>
            </a:extLst>
          </p:cNvPr>
          <p:cNvSpPr>
            <a:spLocks xmlns:a="http://schemas.openxmlformats.org/drawingml/2006/main" noGrp="1"/>
          </p:cNvSpPr>
          <p:nvPr/>
        </p:nvSpPr>
        <p:spPr>
          <a:xfrm xmlns:a="http://schemas.openxmlformats.org/drawingml/2006/main">
            <a:off x="914400" y="2809875"/>
            <a:ext cx="16459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96167"/>
                </a:solidFill>
                <a:latin typeface="Arial"/>
                <a:ea typeface="Arial"/>
                <a:cs typeface="Arial"/>
              </a:defRPr>
            </a:defPPr>
            <a:lvl1pPr algn="l">
              <a:defRPr sz="2175" b="0">
                <a:solidFill>
                  <a:srgbClr val="596167"/>
                </a:solidFill>
                <a:latin typeface="Arial"/>
                <a:ea typeface="Arial"/>
                <a:cs typeface="Arial"/>
              </a:defRPr>
            </a:lvl1pPr>
            <a:lvl2pPr algn="l">
              <a:defRPr sz="2175" b="0">
                <a:solidFill>
                  <a:srgbClr val="596167"/>
                </a:solidFill>
                <a:latin typeface="Arial"/>
                <a:ea typeface="Arial"/>
                <a:cs typeface="Arial"/>
              </a:defRPr>
            </a:lvl2pPr>
            <a:lvl3pPr algn="l">
              <a:defRPr sz="2175" b="0">
                <a:solidFill>
                  <a:srgbClr val="596167"/>
                </a:solidFill>
                <a:latin typeface="Arial"/>
                <a:ea typeface="Arial"/>
                <a:cs typeface="Arial"/>
              </a:defRPr>
            </a:lvl3pPr>
            <a:lvl4pPr algn="l">
              <a:defRPr sz="2175" b="0">
                <a:solidFill>
                  <a:srgbClr val="596167"/>
                </a:solidFill>
                <a:latin typeface="Arial"/>
                <a:ea typeface="Arial"/>
                <a:cs typeface="Arial"/>
              </a:defRPr>
            </a:lvl4pPr>
            <a:lvl5pPr algn="l">
              <a:defRPr sz="2175" b="0">
                <a:solidFill>
                  <a:srgbClr val="596167"/>
                </a:solidFill>
                <a:latin typeface="Arial"/>
                <a:ea typeface="Arial"/>
                <a:cs typeface="Arial"/>
              </a:defRPr>
            </a:lvl5pPr>
            <a:lvl6pPr algn="l">
              <a:defRPr sz="2175" b="0">
                <a:solidFill>
                  <a:srgbClr val="596167"/>
                </a:solidFill>
                <a:latin typeface="Arial"/>
                <a:ea typeface="Arial"/>
                <a:cs typeface="Arial"/>
              </a:defRPr>
            </a:lvl6pPr>
            <a:lvl7pPr algn="l">
              <a:defRPr sz="2175" b="0">
                <a:solidFill>
                  <a:srgbClr val="596167"/>
                </a:solidFill>
                <a:latin typeface="Arial"/>
                <a:ea typeface="Arial"/>
                <a:cs typeface="Arial"/>
              </a:defRPr>
            </a:lvl7pPr>
            <a:lvl8pPr algn="l">
              <a:defRPr sz="2175" b="0">
                <a:solidFill>
                  <a:srgbClr val="596167"/>
                </a:solidFill>
                <a:latin typeface="Arial"/>
                <a:ea typeface="Arial"/>
                <a:cs typeface="Arial"/>
              </a:defRPr>
            </a:lvl8pPr>
            <a:lvl9pPr algn="l">
              <a:defRPr sz="2175" b="0">
                <a:solidFill>
                  <a:srgbClr val="596167"/>
                </a:solidFill>
                <a:latin typeface="Arial"/>
                <a:ea typeface="Arial"/>
                <a:cs typeface="Arial"/>
              </a:defRPr>
            </a:lvl9pPr>
          </a:lstStyle>
          <a:p xmlns:a="http://schemas.openxmlformats.org/drawingml/2006/main">
            <a:pPr algn="l">
              <a:lnSpc>
                <a:spcPct val="100000"/>
              </a:lnSpc>
              <a:buNone/>
              <a:defRPr sz="2175" b="0">
                <a:solidFill>
                  <a:srgbClr val="596167"/>
                </a:solidFill>
                <a:latin typeface="Arial"/>
                <a:ea typeface="Arial"/>
                <a:cs typeface="Arial"/>
              </a:defRPr>
            </a:pPr>
            <a:r>
              <a:rPr sz="2175" b="0">
                <a:solidFill>
                  <a:srgbClr val="596167"/>
                </a:solidFill>
                <a:latin typeface="Arial"/>
                <a:ea typeface="Arial"/>
                <a:cs typeface="Arial"/>
              </a:rPr>
              <a:t>Conceptual frame for factorial(3)</a:t>
            </a:r>
          </a:p>
        </p:txBody>
      </p:sp>
      <p:sp>
        <p:nvSpPr>
          <p:cNvPr id="8" name="">
            <a:extLst xmlns:a="http://schemas.openxmlformats.org/drawingml/2006/main">
              <a:ext uri="{FF2B5EF4-FFF2-40B4-BE49-F238E27FC236}">
                <a16:creationId xmlns:a16="http://schemas.microsoft.com/office/drawing/2014/main" id="{32BA4259-AF5F-4CF2-BB7B-55E3DC189952}"/>
              </a:ext>
            </a:extLst>
          </p:cNvPr>
          <p:cNvSpPr>
            <a:spLocks xmlns:a="http://schemas.openxmlformats.org/drawingml/2006/main" noGrp="1"/>
          </p:cNvSpPr>
          <p:nvPr/>
        </p:nvSpPr>
        <p:spPr>
          <a:xfrm xmlns:a="http://schemas.openxmlformats.org/drawingml/2006/main">
            <a:off x="914400" y="3667125"/>
            <a:ext cx="10668000" cy="4429125"/>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9" name="">
            <a:extLst xmlns:a="http://schemas.openxmlformats.org/drawingml/2006/main">
              <a:ext uri="{FF2B5EF4-FFF2-40B4-BE49-F238E27FC236}">
                <a16:creationId xmlns:a16="http://schemas.microsoft.com/office/drawing/2014/main" id="{E1C8D512-3C8F-49D6-B5C4-64CB2D15640B}"/>
              </a:ext>
            </a:extLst>
          </p:cNvPr>
          <p:cNvSpPr>
            <a:spLocks xmlns:a="http://schemas.openxmlformats.org/drawingml/2006/main" noGrp="1"/>
          </p:cNvSpPr>
          <p:nvPr/>
        </p:nvSpPr>
        <p:spPr>
          <a:xfrm xmlns:a="http://schemas.openxmlformats.org/drawingml/2006/main">
            <a:off x="914400" y="3667125"/>
            <a:ext cx="85725" cy="4429125"/>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0" name="factorial(3)">
            <a:extLst xmlns:a="http://schemas.openxmlformats.org/drawingml/2006/main">
              <a:ext uri="{FF2B5EF4-FFF2-40B4-BE49-F238E27FC236}">
                <a16:creationId xmlns:a16="http://schemas.microsoft.com/office/drawing/2014/main" id="{93B5C3E8-C497-4606-BC6F-BE85418D2644}"/>
              </a:ext>
            </a:extLst>
          </p:cNvPr>
          <p:cNvSpPr>
            <a:spLocks xmlns:a="http://schemas.openxmlformats.org/drawingml/2006/main" noGrp="1"/>
          </p:cNvSpPr>
          <p:nvPr/>
        </p:nvSpPr>
        <p:spPr>
          <a:xfrm xmlns:a="http://schemas.openxmlformats.org/drawingml/2006/main">
            <a:off x="1285875" y="4000500"/>
            <a:ext cx="981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202426"/>
                </a:solidFill>
                <a:latin typeface="Arial"/>
                <a:ea typeface="Arial"/>
                <a:cs typeface="Arial"/>
              </a:defRPr>
            </a:defPPr>
            <a:lvl1pPr algn="l">
              <a:defRPr sz="4050" b="1">
                <a:solidFill>
                  <a:srgbClr val="202426"/>
                </a:solidFill>
                <a:latin typeface="Arial"/>
                <a:ea typeface="Arial"/>
                <a:cs typeface="Arial"/>
              </a:defRPr>
            </a:lvl1pPr>
            <a:lvl2pPr algn="l">
              <a:defRPr sz="4050" b="1">
                <a:solidFill>
                  <a:srgbClr val="202426"/>
                </a:solidFill>
                <a:latin typeface="Arial"/>
                <a:ea typeface="Arial"/>
                <a:cs typeface="Arial"/>
              </a:defRPr>
            </a:lvl2pPr>
            <a:lvl3pPr algn="l">
              <a:defRPr sz="4050" b="1">
                <a:solidFill>
                  <a:srgbClr val="202426"/>
                </a:solidFill>
                <a:latin typeface="Arial"/>
                <a:ea typeface="Arial"/>
                <a:cs typeface="Arial"/>
              </a:defRPr>
            </a:lvl3pPr>
            <a:lvl4pPr algn="l">
              <a:defRPr sz="4050" b="1">
                <a:solidFill>
                  <a:srgbClr val="202426"/>
                </a:solidFill>
                <a:latin typeface="Arial"/>
                <a:ea typeface="Arial"/>
                <a:cs typeface="Arial"/>
              </a:defRPr>
            </a:lvl4pPr>
            <a:lvl5pPr algn="l">
              <a:defRPr sz="4050" b="1">
                <a:solidFill>
                  <a:srgbClr val="202426"/>
                </a:solidFill>
                <a:latin typeface="Arial"/>
                <a:ea typeface="Arial"/>
                <a:cs typeface="Arial"/>
              </a:defRPr>
            </a:lvl5pPr>
            <a:lvl6pPr algn="l">
              <a:defRPr sz="4050" b="1">
                <a:solidFill>
                  <a:srgbClr val="202426"/>
                </a:solidFill>
                <a:latin typeface="Arial"/>
                <a:ea typeface="Arial"/>
                <a:cs typeface="Arial"/>
              </a:defRPr>
            </a:lvl6pPr>
            <a:lvl7pPr algn="l">
              <a:defRPr sz="4050" b="1">
                <a:solidFill>
                  <a:srgbClr val="202426"/>
                </a:solidFill>
                <a:latin typeface="Arial"/>
                <a:ea typeface="Arial"/>
                <a:cs typeface="Arial"/>
              </a:defRPr>
            </a:lvl7pPr>
            <a:lvl8pPr algn="l">
              <a:defRPr sz="4050" b="1">
                <a:solidFill>
                  <a:srgbClr val="202426"/>
                </a:solidFill>
                <a:latin typeface="Arial"/>
                <a:ea typeface="Arial"/>
                <a:cs typeface="Arial"/>
              </a:defRPr>
            </a:lvl8pPr>
            <a:lvl9pPr algn="l">
              <a:defRPr sz="4050" b="1">
                <a:solidFill>
                  <a:srgbClr val="202426"/>
                </a:solidFill>
                <a:latin typeface="Arial"/>
                <a:ea typeface="Arial"/>
                <a:cs typeface="Arial"/>
              </a:defRPr>
            </a:lvl9pPr>
          </a:lstStyle>
          <a:p xmlns:a="http://schemas.openxmlformats.org/drawingml/2006/main">
            <a:pPr algn="l">
              <a:lnSpc>
                <a:spcPct val="100000"/>
              </a:lnSpc>
              <a:buNone/>
              <a:defRPr sz="4050" b="1">
                <a:solidFill>
                  <a:srgbClr val="202426"/>
                </a:solidFill>
                <a:latin typeface="Arial"/>
                <a:ea typeface="Arial"/>
                <a:cs typeface="Arial"/>
              </a:defRPr>
            </a:pPr>
            <a:r>
              <a:rPr sz="4050" b="1">
                <a:solidFill>
                  <a:srgbClr val="202426"/>
                </a:solidFill>
                <a:latin typeface="Arial"/>
                <a:ea typeface="Arial"/>
                <a:cs typeface="Arial"/>
              </a:rPr>
              <a:t>factorial(3)</a:t>
            </a:r>
          </a:p>
        </p:txBody>
      </p:sp>
      <p:sp>
        <p:nvSpPr>
          <p:cNvPr id="11" name="">
            <a:extLst xmlns:a="http://schemas.openxmlformats.org/drawingml/2006/main">
              <a:ext uri="{FF2B5EF4-FFF2-40B4-BE49-F238E27FC236}">
                <a16:creationId xmlns:a16="http://schemas.microsoft.com/office/drawing/2014/main" id="{210372A5-ED5B-43E8-B356-24F99877849D}"/>
              </a:ext>
            </a:extLst>
          </p:cNvPr>
          <p:cNvSpPr>
            <a:spLocks xmlns:a="http://schemas.openxmlformats.org/drawingml/2006/main" noGrp="1"/>
          </p:cNvSpPr>
          <p:nvPr/>
        </p:nvSpPr>
        <p:spPr>
          <a:xfrm xmlns:a="http://schemas.openxmlformats.org/drawingml/2006/main">
            <a:off x="1285875" y="5019675"/>
            <a:ext cx="99060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2" name="Own parameter">
            <a:extLst xmlns:a="http://schemas.openxmlformats.org/drawingml/2006/main">
              <a:ext uri="{FF2B5EF4-FFF2-40B4-BE49-F238E27FC236}">
                <a16:creationId xmlns:a16="http://schemas.microsoft.com/office/drawing/2014/main" id="{30539B9F-FE21-46C4-B985-6AA37D829848}"/>
              </a:ext>
            </a:extLst>
          </p:cNvPr>
          <p:cNvSpPr>
            <a:spLocks xmlns:a="http://schemas.openxmlformats.org/drawingml/2006/main" noGrp="1"/>
          </p:cNvSpPr>
          <p:nvPr/>
        </p:nvSpPr>
        <p:spPr>
          <a:xfrm xmlns:a="http://schemas.openxmlformats.org/drawingml/2006/main">
            <a:off x="1285875" y="5391150"/>
            <a:ext cx="4143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202426"/>
                </a:solidFill>
                <a:latin typeface="Arial"/>
                <a:ea typeface="Arial"/>
                <a:cs typeface="Arial"/>
              </a:defRPr>
            </a:defPPr>
            <a:lvl1pPr algn="l">
              <a:defRPr sz="2775" b="1">
                <a:solidFill>
                  <a:srgbClr val="202426"/>
                </a:solidFill>
                <a:latin typeface="Arial"/>
                <a:ea typeface="Arial"/>
                <a:cs typeface="Arial"/>
              </a:defRPr>
            </a:lvl1pPr>
            <a:lvl2pPr algn="l">
              <a:defRPr sz="2775" b="1">
                <a:solidFill>
                  <a:srgbClr val="202426"/>
                </a:solidFill>
                <a:latin typeface="Arial"/>
                <a:ea typeface="Arial"/>
                <a:cs typeface="Arial"/>
              </a:defRPr>
            </a:lvl2pPr>
            <a:lvl3pPr algn="l">
              <a:defRPr sz="2775" b="1">
                <a:solidFill>
                  <a:srgbClr val="202426"/>
                </a:solidFill>
                <a:latin typeface="Arial"/>
                <a:ea typeface="Arial"/>
                <a:cs typeface="Arial"/>
              </a:defRPr>
            </a:lvl3pPr>
            <a:lvl4pPr algn="l">
              <a:defRPr sz="2775" b="1">
                <a:solidFill>
                  <a:srgbClr val="202426"/>
                </a:solidFill>
                <a:latin typeface="Arial"/>
                <a:ea typeface="Arial"/>
                <a:cs typeface="Arial"/>
              </a:defRPr>
            </a:lvl4pPr>
            <a:lvl5pPr algn="l">
              <a:defRPr sz="2775" b="1">
                <a:solidFill>
                  <a:srgbClr val="202426"/>
                </a:solidFill>
                <a:latin typeface="Arial"/>
                <a:ea typeface="Arial"/>
                <a:cs typeface="Arial"/>
              </a:defRPr>
            </a:lvl5pPr>
            <a:lvl6pPr algn="l">
              <a:defRPr sz="2775" b="1">
                <a:solidFill>
                  <a:srgbClr val="202426"/>
                </a:solidFill>
                <a:latin typeface="Arial"/>
                <a:ea typeface="Arial"/>
                <a:cs typeface="Arial"/>
              </a:defRPr>
            </a:lvl6pPr>
            <a:lvl7pPr algn="l">
              <a:defRPr sz="2775" b="1">
                <a:solidFill>
                  <a:srgbClr val="202426"/>
                </a:solidFill>
                <a:latin typeface="Arial"/>
                <a:ea typeface="Arial"/>
                <a:cs typeface="Arial"/>
              </a:defRPr>
            </a:lvl7pPr>
            <a:lvl8pPr algn="l">
              <a:defRPr sz="2775" b="1">
                <a:solidFill>
                  <a:srgbClr val="202426"/>
                </a:solidFill>
                <a:latin typeface="Arial"/>
                <a:ea typeface="Arial"/>
                <a:cs typeface="Arial"/>
              </a:defRPr>
            </a:lvl8pPr>
            <a:lvl9pPr algn="l">
              <a:defRPr sz="2775" b="1">
                <a:solidFill>
                  <a:srgbClr val="202426"/>
                </a:solidFill>
                <a:latin typeface="Arial"/>
                <a:ea typeface="Arial"/>
                <a:cs typeface="Arial"/>
              </a:defRPr>
            </a:lvl9pPr>
          </a:lstStyle>
          <a:p xmlns:a="http://schemas.openxmlformats.org/drawingml/2006/main">
            <a:pPr algn="l">
              <a:lnSpc>
                <a:spcPct val="100000"/>
              </a:lnSpc>
              <a:buNone/>
              <a:defRPr sz="2775" b="1">
                <a:solidFill>
                  <a:srgbClr val="202426"/>
                </a:solidFill>
                <a:latin typeface="Arial"/>
                <a:ea typeface="Arial"/>
                <a:cs typeface="Arial"/>
              </a:defRPr>
            </a:pPr>
            <a:r>
              <a:rPr sz="2775" b="1">
                <a:solidFill>
                  <a:srgbClr val="202426"/>
                </a:solidFill>
                <a:latin typeface="Arial"/>
                <a:ea typeface="Arial"/>
                <a:cs typeface="Arial"/>
              </a:rPr>
              <a:t>Own parameter</a:t>
            </a:r>
          </a:p>
        </p:txBody>
      </p:sp>
      <p:sp>
        <p:nvSpPr>
          <p:cNvPr id="13" name="n = 3">
            <a:extLst xmlns:a="http://schemas.openxmlformats.org/drawingml/2006/main">
              <a:ext uri="{FF2B5EF4-FFF2-40B4-BE49-F238E27FC236}">
                <a16:creationId xmlns:a16="http://schemas.microsoft.com/office/drawing/2014/main" id="{631555CC-BE66-432A-8022-F10E3A543892}"/>
              </a:ext>
            </a:extLst>
          </p:cNvPr>
          <p:cNvSpPr>
            <a:spLocks xmlns:a="http://schemas.openxmlformats.org/drawingml/2006/main" noGrp="1"/>
          </p:cNvSpPr>
          <p:nvPr/>
        </p:nvSpPr>
        <p:spPr>
          <a:xfrm xmlns:a="http://schemas.openxmlformats.org/drawingml/2006/main">
            <a:off x="6096000" y="5334000"/>
            <a:ext cx="485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0">
                <a:solidFill>
                  <a:srgbClr val="202426"/>
                </a:solidFill>
                <a:latin typeface="Courier New"/>
                <a:ea typeface="Courier New"/>
                <a:cs typeface="Courier New"/>
              </a:defRPr>
            </a:defPPr>
            <a:lvl1pPr algn="l">
              <a:defRPr sz="3450" b="0">
                <a:solidFill>
                  <a:srgbClr val="202426"/>
                </a:solidFill>
                <a:latin typeface="Courier New"/>
                <a:ea typeface="Courier New"/>
                <a:cs typeface="Courier New"/>
              </a:defRPr>
            </a:lvl1pPr>
            <a:lvl2pPr algn="l">
              <a:defRPr sz="3450" b="0">
                <a:solidFill>
                  <a:srgbClr val="202426"/>
                </a:solidFill>
                <a:latin typeface="Courier New"/>
                <a:ea typeface="Courier New"/>
                <a:cs typeface="Courier New"/>
              </a:defRPr>
            </a:lvl2pPr>
            <a:lvl3pPr algn="l">
              <a:defRPr sz="3450" b="0">
                <a:solidFill>
                  <a:srgbClr val="202426"/>
                </a:solidFill>
                <a:latin typeface="Courier New"/>
                <a:ea typeface="Courier New"/>
                <a:cs typeface="Courier New"/>
              </a:defRPr>
            </a:lvl3pPr>
            <a:lvl4pPr algn="l">
              <a:defRPr sz="3450" b="0">
                <a:solidFill>
                  <a:srgbClr val="202426"/>
                </a:solidFill>
                <a:latin typeface="Courier New"/>
                <a:ea typeface="Courier New"/>
                <a:cs typeface="Courier New"/>
              </a:defRPr>
            </a:lvl4pPr>
            <a:lvl5pPr algn="l">
              <a:defRPr sz="3450" b="0">
                <a:solidFill>
                  <a:srgbClr val="202426"/>
                </a:solidFill>
                <a:latin typeface="Courier New"/>
                <a:ea typeface="Courier New"/>
                <a:cs typeface="Courier New"/>
              </a:defRPr>
            </a:lvl5pPr>
            <a:lvl6pPr algn="l">
              <a:defRPr sz="3450" b="0">
                <a:solidFill>
                  <a:srgbClr val="202426"/>
                </a:solidFill>
                <a:latin typeface="Courier New"/>
                <a:ea typeface="Courier New"/>
                <a:cs typeface="Courier New"/>
              </a:defRPr>
            </a:lvl6pPr>
            <a:lvl7pPr algn="l">
              <a:defRPr sz="3450" b="0">
                <a:solidFill>
                  <a:srgbClr val="202426"/>
                </a:solidFill>
                <a:latin typeface="Courier New"/>
                <a:ea typeface="Courier New"/>
                <a:cs typeface="Courier New"/>
              </a:defRPr>
            </a:lvl7pPr>
            <a:lvl8pPr algn="l">
              <a:defRPr sz="3450" b="0">
                <a:solidFill>
                  <a:srgbClr val="202426"/>
                </a:solidFill>
                <a:latin typeface="Courier New"/>
                <a:ea typeface="Courier New"/>
                <a:cs typeface="Courier New"/>
              </a:defRPr>
            </a:lvl8pPr>
            <a:lvl9pPr algn="l">
              <a:defRPr sz="3450" b="0">
                <a:solidFill>
                  <a:srgbClr val="202426"/>
                </a:solidFill>
                <a:latin typeface="Courier New"/>
                <a:ea typeface="Courier New"/>
                <a:cs typeface="Courier New"/>
              </a:defRPr>
            </a:lvl9pPr>
          </a:lstStyle>
          <a:p xmlns:a="http://schemas.openxmlformats.org/drawingml/2006/main">
            <a:pPr algn="l">
              <a:lnSpc>
                <a:spcPct val="100000"/>
              </a:lnSpc>
              <a:buNone/>
              <a:defRPr sz="3450" b="0">
                <a:solidFill>
                  <a:srgbClr val="202426"/>
                </a:solidFill>
                <a:latin typeface="Courier New"/>
                <a:ea typeface="Courier New"/>
                <a:cs typeface="Courier New"/>
              </a:defRPr>
            </a:pPr>
            <a:r>
              <a:rPr sz="3450" b="0">
                <a:solidFill>
                  <a:srgbClr val="202426"/>
                </a:solidFill>
                <a:latin typeface="Courier New"/>
                <a:ea typeface="Courier New"/>
                <a:cs typeface="Courier New"/>
              </a:rPr>
              <a:t>n = 3</a:t>
            </a:r>
          </a:p>
        </p:txBody>
      </p:sp>
      <p:sp>
        <p:nvSpPr>
          <p:cNvPr id="14" name="Waiting for">
            <a:extLst xmlns:a="http://schemas.openxmlformats.org/drawingml/2006/main">
              <a:ext uri="{FF2B5EF4-FFF2-40B4-BE49-F238E27FC236}">
                <a16:creationId xmlns:a16="http://schemas.microsoft.com/office/drawing/2014/main" id="{51091B91-345A-4CA1-A609-492AC56EEE46}"/>
              </a:ext>
            </a:extLst>
          </p:cNvPr>
          <p:cNvSpPr>
            <a:spLocks xmlns:a="http://schemas.openxmlformats.org/drawingml/2006/main" noGrp="1"/>
          </p:cNvSpPr>
          <p:nvPr/>
        </p:nvSpPr>
        <p:spPr>
          <a:xfrm xmlns:a="http://schemas.openxmlformats.org/drawingml/2006/main">
            <a:off x="1285875" y="6238875"/>
            <a:ext cx="4143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202426"/>
                </a:solidFill>
                <a:latin typeface="Arial"/>
                <a:ea typeface="Arial"/>
                <a:cs typeface="Arial"/>
              </a:defRPr>
            </a:defPPr>
            <a:lvl1pPr algn="l">
              <a:defRPr sz="2775" b="1">
                <a:solidFill>
                  <a:srgbClr val="202426"/>
                </a:solidFill>
                <a:latin typeface="Arial"/>
                <a:ea typeface="Arial"/>
                <a:cs typeface="Arial"/>
              </a:defRPr>
            </a:lvl1pPr>
            <a:lvl2pPr algn="l">
              <a:defRPr sz="2775" b="1">
                <a:solidFill>
                  <a:srgbClr val="202426"/>
                </a:solidFill>
                <a:latin typeface="Arial"/>
                <a:ea typeface="Arial"/>
                <a:cs typeface="Arial"/>
              </a:defRPr>
            </a:lvl2pPr>
            <a:lvl3pPr algn="l">
              <a:defRPr sz="2775" b="1">
                <a:solidFill>
                  <a:srgbClr val="202426"/>
                </a:solidFill>
                <a:latin typeface="Arial"/>
                <a:ea typeface="Arial"/>
                <a:cs typeface="Arial"/>
              </a:defRPr>
            </a:lvl3pPr>
            <a:lvl4pPr algn="l">
              <a:defRPr sz="2775" b="1">
                <a:solidFill>
                  <a:srgbClr val="202426"/>
                </a:solidFill>
                <a:latin typeface="Arial"/>
                <a:ea typeface="Arial"/>
                <a:cs typeface="Arial"/>
              </a:defRPr>
            </a:lvl4pPr>
            <a:lvl5pPr algn="l">
              <a:defRPr sz="2775" b="1">
                <a:solidFill>
                  <a:srgbClr val="202426"/>
                </a:solidFill>
                <a:latin typeface="Arial"/>
                <a:ea typeface="Arial"/>
                <a:cs typeface="Arial"/>
              </a:defRPr>
            </a:lvl5pPr>
            <a:lvl6pPr algn="l">
              <a:defRPr sz="2775" b="1">
                <a:solidFill>
                  <a:srgbClr val="202426"/>
                </a:solidFill>
                <a:latin typeface="Arial"/>
                <a:ea typeface="Arial"/>
                <a:cs typeface="Arial"/>
              </a:defRPr>
            </a:lvl6pPr>
            <a:lvl7pPr algn="l">
              <a:defRPr sz="2775" b="1">
                <a:solidFill>
                  <a:srgbClr val="202426"/>
                </a:solidFill>
                <a:latin typeface="Arial"/>
                <a:ea typeface="Arial"/>
                <a:cs typeface="Arial"/>
              </a:defRPr>
            </a:lvl7pPr>
            <a:lvl8pPr algn="l">
              <a:defRPr sz="2775" b="1">
                <a:solidFill>
                  <a:srgbClr val="202426"/>
                </a:solidFill>
                <a:latin typeface="Arial"/>
                <a:ea typeface="Arial"/>
                <a:cs typeface="Arial"/>
              </a:defRPr>
            </a:lvl8pPr>
            <a:lvl9pPr algn="l">
              <a:defRPr sz="2775" b="1">
                <a:solidFill>
                  <a:srgbClr val="202426"/>
                </a:solidFill>
                <a:latin typeface="Arial"/>
                <a:ea typeface="Arial"/>
                <a:cs typeface="Arial"/>
              </a:defRPr>
            </a:lvl9pPr>
          </a:lstStyle>
          <a:p xmlns:a="http://schemas.openxmlformats.org/drawingml/2006/main">
            <a:pPr algn="l">
              <a:lnSpc>
                <a:spcPct val="100000"/>
              </a:lnSpc>
              <a:buNone/>
              <a:defRPr sz="2775" b="1">
                <a:solidFill>
                  <a:srgbClr val="202426"/>
                </a:solidFill>
                <a:latin typeface="Arial"/>
                <a:ea typeface="Arial"/>
                <a:cs typeface="Arial"/>
              </a:defRPr>
            </a:pPr>
            <a:r>
              <a:rPr sz="2775" b="1">
                <a:solidFill>
                  <a:srgbClr val="202426"/>
                </a:solidFill>
                <a:latin typeface="Arial"/>
                <a:ea typeface="Arial"/>
                <a:cs typeface="Arial"/>
              </a:rPr>
              <a:t>Waiting for</a:t>
            </a:r>
          </a:p>
        </p:txBody>
      </p:sp>
      <p:sp>
        <p:nvSpPr>
          <p:cNvPr id="15" name="factorial(2)">
            <a:extLst xmlns:a="http://schemas.openxmlformats.org/drawingml/2006/main">
              <a:ext uri="{FF2B5EF4-FFF2-40B4-BE49-F238E27FC236}">
                <a16:creationId xmlns:a16="http://schemas.microsoft.com/office/drawing/2014/main" id="{EED5B7DC-C0C2-4C41-AA8B-8A09C8883CCC}"/>
              </a:ext>
            </a:extLst>
          </p:cNvPr>
          <p:cNvSpPr>
            <a:spLocks xmlns:a="http://schemas.openxmlformats.org/drawingml/2006/main" noGrp="1"/>
          </p:cNvSpPr>
          <p:nvPr/>
        </p:nvSpPr>
        <p:spPr>
          <a:xfrm xmlns:a="http://schemas.openxmlformats.org/drawingml/2006/main">
            <a:off x="6096000" y="6191250"/>
            <a:ext cx="485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202426"/>
                </a:solidFill>
                <a:latin typeface="Courier New"/>
                <a:ea typeface="Courier New"/>
                <a:cs typeface="Courier New"/>
              </a:defRPr>
            </a:defPPr>
            <a:lvl1pPr algn="l">
              <a:defRPr sz="3150" b="0">
                <a:solidFill>
                  <a:srgbClr val="202426"/>
                </a:solidFill>
                <a:latin typeface="Courier New"/>
                <a:ea typeface="Courier New"/>
                <a:cs typeface="Courier New"/>
              </a:defRPr>
            </a:lvl1pPr>
            <a:lvl2pPr algn="l">
              <a:defRPr sz="3150" b="0">
                <a:solidFill>
                  <a:srgbClr val="202426"/>
                </a:solidFill>
                <a:latin typeface="Courier New"/>
                <a:ea typeface="Courier New"/>
                <a:cs typeface="Courier New"/>
              </a:defRPr>
            </a:lvl2pPr>
            <a:lvl3pPr algn="l">
              <a:defRPr sz="3150" b="0">
                <a:solidFill>
                  <a:srgbClr val="202426"/>
                </a:solidFill>
                <a:latin typeface="Courier New"/>
                <a:ea typeface="Courier New"/>
                <a:cs typeface="Courier New"/>
              </a:defRPr>
            </a:lvl3pPr>
            <a:lvl4pPr algn="l">
              <a:defRPr sz="3150" b="0">
                <a:solidFill>
                  <a:srgbClr val="202426"/>
                </a:solidFill>
                <a:latin typeface="Courier New"/>
                <a:ea typeface="Courier New"/>
                <a:cs typeface="Courier New"/>
              </a:defRPr>
            </a:lvl4pPr>
            <a:lvl5pPr algn="l">
              <a:defRPr sz="3150" b="0">
                <a:solidFill>
                  <a:srgbClr val="202426"/>
                </a:solidFill>
                <a:latin typeface="Courier New"/>
                <a:ea typeface="Courier New"/>
                <a:cs typeface="Courier New"/>
              </a:defRPr>
            </a:lvl5pPr>
            <a:lvl6pPr algn="l">
              <a:defRPr sz="3150" b="0">
                <a:solidFill>
                  <a:srgbClr val="202426"/>
                </a:solidFill>
                <a:latin typeface="Courier New"/>
                <a:ea typeface="Courier New"/>
                <a:cs typeface="Courier New"/>
              </a:defRPr>
            </a:lvl6pPr>
            <a:lvl7pPr algn="l">
              <a:defRPr sz="3150" b="0">
                <a:solidFill>
                  <a:srgbClr val="202426"/>
                </a:solidFill>
                <a:latin typeface="Courier New"/>
                <a:ea typeface="Courier New"/>
                <a:cs typeface="Courier New"/>
              </a:defRPr>
            </a:lvl7pPr>
            <a:lvl8pPr algn="l">
              <a:defRPr sz="3150" b="0">
                <a:solidFill>
                  <a:srgbClr val="202426"/>
                </a:solidFill>
                <a:latin typeface="Courier New"/>
                <a:ea typeface="Courier New"/>
                <a:cs typeface="Courier New"/>
              </a:defRPr>
            </a:lvl8pPr>
            <a:lvl9pPr algn="l">
              <a:defRPr sz="3150" b="0">
                <a:solidFill>
                  <a:srgbClr val="202426"/>
                </a:solidFill>
                <a:latin typeface="Courier New"/>
                <a:ea typeface="Courier New"/>
                <a:cs typeface="Courier New"/>
              </a:defRPr>
            </a:lvl9pPr>
          </a:lstStyle>
          <a:p xmlns:a="http://schemas.openxmlformats.org/drawingml/2006/main">
            <a:pPr algn="l">
              <a:lnSpc>
                <a:spcPct val="100000"/>
              </a:lnSpc>
              <a:buNone/>
              <a:defRPr sz="3150" b="0">
                <a:solidFill>
                  <a:srgbClr val="202426"/>
                </a:solidFill>
                <a:latin typeface="Courier New"/>
                <a:ea typeface="Courier New"/>
                <a:cs typeface="Courier New"/>
              </a:defRPr>
            </a:pPr>
            <a:r>
              <a:rPr sz="3150" b="0">
                <a:solidFill>
                  <a:srgbClr val="202426"/>
                </a:solidFill>
                <a:latin typeface="Courier New"/>
                <a:ea typeface="Courier New"/>
                <a:cs typeface="Courier New"/>
              </a:rPr>
              <a:t>factorial(2)</a:t>
            </a:r>
          </a:p>
        </p:txBody>
      </p:sp>
      <p:sp>
        <p:nvSpPr>
          <p:cNvPr id="16" name="Next action">
            <a:extLst xmlns:a="http://schemas.openxmlformats.org/drawingml/2006/main">
              <a:ext uri="{FF2B5EF4-FFF2-40B4-BE49-F238E27FC236}">
                <a16:creationId xmlns:a16="http://schemas.microsoft.com/office/drawing/2014/main" id="{760C46E4-07FE-468F-9357-D5E8F7228BA7}"/>
              </a:ext>
            </a:extLst>
          </p:cNvPr>
          <p:cNvSpPr>
            <a:spLocks xmlns:a="http://schemas.openxmlformats.org/drawingml/2006/main" noGrp="1"/>
          </p:cNvSpPr>
          <p:nvPr/>
        </p:nvSpPr>
        <p:spPr>
          <a:xfrm xmlns:a="http://schemas.openxmlformats.org/drawingml/2006/main">
            <a:off x="1285875" y="7086600"/>
            <a:ext cx="4143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202426"/>
                </a:solidFill>
                <a:latin typeface="Arial"/>
                <a:ea typeface="Arial"/>
                <a:cs typeface="Arial"/>
              </a:defRPr>
            </a:defPPr>
            <a:lvl1pPr algn="l">
              <a:defRPr sz="2775" b="1">
                <a:solidFill>
                  <a:srgbClr val="202426"/>
                </a:solidFill>
                <a:latin typeface="Arial"/>
                <a:ea typeface="Arial"/>
                <a:cs typeface="Arial"/>
              </a:defRPr>
            </a:lvl1pPr>
            <a:lvl2pPr algn="l">
              <a:defRPr sz="2775" b="1">
                <a:solidFill>
                  <a:srgbClr val="202426"/>
                </a:solidFill>
                <a:latin typeface="Arial"/>
                <a:ea typeface="Arial"/>
                <a:cs typeface="Arial"/>
              </a:defRPr>
            </a:lvl2pPr>
            <a:lvl3pPr algn="l">
              <a:defRPr sz="2775" b="1">
                <a:solidFill>
                  <a:srgbClr val="202426"/>
                </a:solidFill>
                <a:latin typeface="Arial"/>
                <a:ea typeface="Arial"/>
                <a:cs typeface="Arial"/>
              </a:defRPr>
            </a:lvl3pPr>
            <a:lvl4pPr algn="l">
              <a:defRPr sz="2775" b="1">
                <a:solidFill>
                  <a:srgbClr val="202426"/>
                </a:solidFill>
                <a:latin typeface="Arial"/>
                <a:ea typeface="Arial"/>
                <a:cs typeface="Arial"/>
              </a:defRPr>
            </a:lvl4pPr>
            <a:lvl5pPr algn="l">
              <a:defRPr sz="2775" b="1">
                <a:solidFill>
                  <a:srgbClr val="202426"/>
                </a:solidFill>
                <a:latin typeface="Arial"/>
                <a:ea typeface="Arial"/>
                <a:cs typeface="Arial"/>
              </a:defRPr>
            </a:lvl5pPr>
            <a:lvl6pPr algn="l">
              <a:defRPr sz="2775" b="1">
                <a:solidFill>
                  <a:srgbClr val="202426"/>
                </a:solidFill>
                <a:latin typeface="Arial"/>
                <a:ea typeface="Arial"/>
                <a:cs typeface="Arial"/>
              </a:defRPr>
            </a:lvl6pPr>
            <a:lvl7pPr algn="l">
              <a:defRPr sz="2775" b="1">
                <a:solidFill>
                  <a:srgbClr val="202426"/>
                </a:solidFill>
                <a:latin typeface="Arial"/>
                <a:ea typeface="Arial"/>
                <a:cs typeface="Arial"/>
              </a:defRPr>
            </a:lvl7pPr>
            <a:lvl8pPr algn="l">
              <a:defRPr sz="2775" b="1">
                <a:solidFill>
                  <a:srgbClr val="202426"/>
                </a:solidFill>
                <a:latin typeface="Arial"/>
                <a:ea typeface="Arial"/>
                <a:cs typeface="Arial"/>
              </a:defRPr>
            </a:lvl8pPr>
            <a:lvl9pPr algn="l">
              <a:defRPr sz="2775" b="1">
                <a:solidFill>
                  <a:srgbClr val="202426"/>
                </a:solidFill>
                <a:latin typeface="Arial"/>
                <a:ea typeface="Arial"/>
                <a:cs typeface="Arial"/>
              </a:defRPr>
            </a:lvl9pPr>
          </a:lstStyle>
          <a:p xmlns:a="http://schemas.openxmlformats.org/drawingml/2006/main">
            <a:pPr algn="l">
              <a:lnSpc>
                <a:spcPct val="100000"/>
              </a:lnSpc>
              <a:buNone/>
              <a:defRPr sz="2775" b="1">
                <a:solidFill>
                  <a:srgbClr val="202426"/>
                </a:solidFill>
                <a:latin typeface="Arial"/>
                <a:ea typeface="Arial"/>
                <a:cs typeface="Arial"/>
              </a:defRPr>
            </a:pPr>
            <a:r>
              <a:rPr sz="2775" b="1">
                <a:solidFill>
                  <a:srgbClr val="202426"/>
                </a:solidFill>
                <a:latin typeface="Arial"/>
                <a:ea typeface="Arial"/>
                <a:cs typeface="Arial"/>
              </a:rPr>
              <a:t>Next action</a:t>
            </a:r>
          </a:p>
        </p:txBody>
      </p:sp>
      <p:sp>
        <p:nvSpPr>
          <p:cNvPr id="17" name="return 3 * smaller">
            <a:extLst xmlns:a="http://schemas.openxmlformats.org/drawingml/2006/main">
              <a:ext uri="{FF2B5EF4-FFF2-40B4-BE49-F238E27FC236}">
                <a16:creationId xmlns:a16="http://schemas.microsoft.com/office/drawing/2014/main" id="{64F314A4-9C0E-4BF4-8E39-18F76F6BBE2D}"/>
              </a:ext>
            </a:extLst>
          </p:cNvPr>
          <p:cNvSpPr>
            <a:spLocks xmlns:a="http://schemas.openxmlformats.org/drawingml/2006/main" noGrp="1"/>
          </p:cNvSpPr>
          <p:nvPr/>
        </p:nvSpPr>
        <p:spPr>
          <a:xfrm xmlns:a="http://schemas.openxmlformats.org/drawingml/2006/main">
            <a:off x="6096000" y="7058025"/>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202426"/>
                </a:solidFill>
                <a:latin typeface="Courier New"/>
                <a:ea typeface="Courier New"/>
                <a:cs typeface="Courier New"/>
              </a:defRPr>
            </a:defPPr>
            <a:lvl1pPr algn="l">
              <a:defRPr sz="2625" b="0">
                <a:solidFill>
                  <a:srgbClr val="202426"/>
                </a:solidFill>
                <a:latin typeface="Courier New"/>
                <a:ea typeface="Courier New"/>
                <a:cs typeface="Courier New"/>
              </a:defRPr>
            </a:lvl1pPr>
            <a:lvl2pPr algn="l">
              <a:defRPr sz="2625" b="0">
                <a:solidFill>
                  <a:srgbClr val="202426"/>
                </a:solidFill>
                <a:latin typeface="Courier New"/>
                <a:ea typeface="Courier New"/>
                <a:cs typeface="Courier New"/>
              </a:defRPr>
            </a:lvl2pPr>
            <a:lvl3pPr algn="l">
              <a:defRPr sz="2625" b="0">
                <a:solidFill>
                  <a:srgbClr val="202426"/>
                </a:solidFill>
                <a:latin typeface="Courier New"/>
                <a:ea typeface="Courier New"/>
                <a:cs typeface="Courier New"/>
              </a:defRPr>
            </a:lvl3pPr>
            <a:lvl4pPr algn="l">
              <a:defRPr sz="2625" b="0">
                <a:solidFill>
                  <a:srgbClr val="202426"/>
                </a:solidFill>
                <a:latin typeface="Courier New"/>
                <a:ea typeface="Courier New"/>
                <a:cs typeface="Courier New"/>
              </a:defRPr>
            </a:lvl4pPr>
            <a:lvl5pPr algn="l">
              <a:defRPr sz="2625" b="0">
                <a:solidFill>
                  <a:srgbClr val="202426"/>
                </a:solidFill>
                <a:latin typeface="Courier New"/>
                <a:ea typeface="Courier New"/>
                <a:cs typeface="Courier New"/>
              </a:defRPr>
            </a:lvl5pPr>
            <a:lvl6pPr algn="l">
              <a:defRPr sz="2625" b="0">
                <a:solidFill>
                  <a:srgbClr val="202426"/>
                </a:solidFill>
                <a:latin typeface="Courier New"/>
                <a:ea typeface="Courier New"/>
                <a:cs typeface="Courier New"/>
              </a:defRPr>
            </a:lvl6pPr>
            <a:lvl7pPr algn="l">
              <a:defRPr sz="2625" b="0">
                <a:solidFill>
                  <a:srgbClr val="202426"/>
                </a:solidFill>
                <a:latin typeface="Courier New"/>
                <a:ea typeface="Courier New"/>
                <a:cs typeface="Courier New"/>
              </a:defRPr>
            </a:lvl7pPr>
            <a:lvl8pPr algn="l">
              <a:defRPr sz="2625" b="0">
                <a:solidFill>
                  <a:srgbClr val="202426"/>
                </a:solidFill>
                <a:latin typeface="Courier New"/>
                <a:ea typeface="Courier New"/>
                <a:cs typeface="Courier New"/>
              </a:defRPr>
            </a:lvl8pPr>
            <a:lvl9pPr algn="l">
              <a:defRPr sz="2625" b="0">
                <a:solidFill>
                  <a:srgbClr val="202426"/>
                </a:solidFill>
                <a:latin typeface="Courier New"/>
                <a:ea typeface="Courier New"/>
                <a:cs typeface="Courier New"/>
              </a:defRPr>
            </a:lvl9pPr>
          </a:lstStyle>
          <a:p xmlns:a="http://schemas.openxmlformats.org/drawingml/2006/main">
            <a:pPr algn="l">
              <a:lnSpc>
                <a:spcPct val="100000"/>
              </a:lnSpc>
              <a:buNone/>
              <a:defRPr sz="2625" b="0">
                <a:solidFill>
                  <a:srgbClr val="202426"/>
                </a:solidFill>
                <a:latin typeface="Courier New"/>
                <a:ea typeface="Courier New"/>
                <a:cs typeface="Courier New"/>
              </a:defRPr>
            </a:pPr>
            <a:r>
              <a:rPr sz="2625" b="0">
                <a:solidFill>
                  <a:srgbClr val="202426"/>
                </a:solidFill>
                <a:latin typeface="Courier New"/>
                <a:ea typeface="Courier New"/>
                <a:cs typeface="Courier New"/>
              </a:rPr>
              <a:t>return 3 * smaller</a:t>
            </a:r>
          </a:p>
        </p:txBody>
      </p:sp>
      <p:sp>
        <p:nvSpPr>
          <p:cNvPr id="18" name="A new call gets&#10;its own n.">
            <a:extLst xmlns:a="http://schemas.openxmlformats.org/drawingml/2006/main">
              <a:ext uri="{FF2B5EF4-FFF2-40B4-BE49-F238E27FC236}">
                <a16:creationId xmlns:a16="http://schemas.microsoft.com/office/drawing/2014/main" id="{B069DB20-043D-43C8-8C79-BD072EEEA1CB}"/>
              </a:ext>
            </a:extLst>
          </p:cNvPr>
          <p:cNvSpPr>
            <a:spLocks xmlns:a="http://schemas.openxmlformats.org/drawingml/2006/main" noGrp="1"/>
          </p:cNvSpPr>
          <p:nvPr/>
        </p:nvSpPr>
        <p:spPr>
          <a:xfrm xmlns:a="http://schemas.openxmlformats.org/drawingml/2006/main">
            <a:off x="12573000" y="4152900"/>
            <a:ext cx="4572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202426"/>
                </a:solidFill>
                <a:latin typeface="Arial"/>
                <a:ea typeface="Arial"/>
                <a:cs typeface="Arial"/>
              </a:defRPr>
            </a:defPPr>
            <a:lvl1pPr algn="l">
              <a:defRPr sz="3600" b="1">
                <a:solidFill>
                  <a:srgbClr val="202426"/>
                </a:solidFill>
                <a:latin typeface="Arial"/>
                <a:ea typeface="Arial"/>
                <a:cs typeface="Arial"/>
              </a:defRPr>
            </a:lvl1pPr>
            <a:lvl2pPr algn="l">
              <a:defRPr sz="3600" b="1">
                <a:solidFill>
                  <a:srgbClr val="202426"/>
                </a:solidFill>
                <a:latin typeface="Arial"/>
                <a:ea typeface="Arial"/>
                <a:cs typeface="Arial"/>
              </a:defRPr>
            </a:lvl2pPr>
            <a:lvl3pPr algn="l">
              <a:defRPr sz="3600" b="1">
                <a:solidFill>
                  <a:srgbClr val="202426"/>
                </a:solidFill>
                <a:latin typeface="Arial"/>
                <a:ea typeface="Arial"/>
                <a:cs typeface="Arial"/>
              </a:defRPr>
            </a:lvl3pPr>
            <a:lvl4pPr algn="l">
              <a:defRPr sz="3600" b="1">
                <a:solidFill>
                  <a:srgbClr val="202426"/>
                </a:solidFill>
                <a:latin typeface="Arial"/>
                <a:ea typeface="Arial"/>
                <a:cs typeface="Arial"/>
              </a:defRPr>
            </a:lvl4pPr>
            <a:lvl5pPr algn="l">
              <a:defRPr sz="3600" b="1">
                <a:solidFill>
                  <a:srgbClr val="202426"/>
                </a:solidFill>
                <a:latin typeface="Arial"/>
                <a:ea typeface="Arial"/>
                <a:cs typeface="Arial"/>
              </a:defRPr>
            </a:lvl5pPr>
            <a:lvl6pPr algn="l">
              <a:defRPr sz="3600" b="1">
                <a:solidFill>
                  <a:srgbClr val="202426"/>
                </a:solidFill>
                <a:latin typeface="Arial"/>
                <a:ea typeface="Arial"/>
                <a:cs typeface="Arial"/>
              </a:defRPr>
            </a:lvl6pPr>
            <a:lvl7pPr algn="l">
              <a:defRPr sz="3600" b="1">
                <a:solidFill>
                  <a:srgbClr val="202426"/>
                </a:solidFill>
                <a:latin typeface="Arial"/>
                <a:ea typeface="Arial"/>
                <a:cs typeface="Arial"/>
              </a:defRPr>
            </a:lvl7pPr>
            <a:lvl8pPr algn="l">
              <a:defRPr sz="3600" b="1">
                <a:solidFill>
                  <a:srgbClr val="202426"/>
                </a:solidFill>
                <a:latin typeface="Arial"/>
                <a:ea typeface="Arial"/>
                <a:cs typeface="Arial"/>
              </a:defRPr>
            </a:lvl8pPr>
            <a:lvl9pPr algn="l">
              <a:defRPr sz="3600" b="1">
                <a:solidFill>
                  <a:srgbClr val="202426"/>
                </a:solidFill>
                <a:latin typeface="Arial"/>
                <a:ea typeface="Arial"/>
                <a:cs typeface="Arial"/>
              </a:defRPr>
            </a:lvl9pPr>
          </a:lstStyle>
          <a:p xmlns:a="http://schemas.openxmlformats.org/drawingml/2006/main">
            <a:pPr algn="l">
              <a:lnSpc>
                <a:spcPct val="100000"/>
              </a:lnSpc>
              <a:buNone/>
              <a:defRPr sz="3600" b="1">
                <a:solidFill>
                  <a:srgbClr val="202426"/>
                </a:solidFill>
                <a:latin typeface="Arial"/>
                <a:ea typeface="Arial"/>
                <a:cs typeface="Arial"/>
              </a:defRPr>
            </a:pPr>
            <a:r>
              <a:rPr sz="3600" b="1">
                <a:solidFill>
                  <a:srgbClr val="202426"/>
                </a:solidFill>
                <a:latin typeface="Arial"/>
                <a:ea typeface="Arial"/>
                <a:cs typeface="Arial"/>
              </a:rPr>
              <a:t>A new call gets</a:t>
            </a:r>
          </a:p>
          <a:p xmlns:a="http://schemas.openxmlformats.org/drawingml/2006/main">
            <a:pPr algn="l">
              <a:lnSpc>
                <a:spcPct val="100000"/>
              </a:lnSpc>
              <a:buNone/>
              <a:defRPr sz="3600" b="1">
                <a:solidFill>
                  <a:srgbClr val="202426"/>
                </a:solidFill>
                <a:latin typeface="Arial"/>
                <a:ea typeface="Arial"/>
                <a:cs typeface="Arial"/>
              </a:defRPr>
            </a:pPr>
            <a:r>
              <a:rPr sz="3600" b="1">
                <a:solidFill>
                  <a:srgbClr val="202426"/>
                </a:solidFill>
                <a:latin typeface="Arial"/>
                <a:ea typeface="Arial"/>
                <a:cs typeface="Arial"/>
              </a:rPr>
              <a:t>its own n.</a:t>
            </a:r>
          </a:p>
        </p:txBody>
      </p:sp>
      <p:sp>
        <p:nvSpPr>
          <p:cNvPr id="19" name="The caller keeps&#10;its unfinished work.">
            <a:extLst xmlns:a="http://schemas.openxmlformats.org/drawingml/2006/main">
              <a:ext uri="{FF2B5EF4-FFF2-40B4-BE49-F238E27FC236}">
                <a16:creationId xmlns:a16="http://schemas.microsoft.com/office/drawing/2014/main" id="{29BFAA06-31BF-420B-A1D0-B6536C1197EA}"/>
              </a:ext>
            </a:extLst>
          </p:cNvPr>
          <p:cNvSpPr>
            <a:spLocks xmlns:a="http://schemas.openxmlformats.org/drawingml/2006/main" noGrp="1"/>
          </p:cNvSpPr>
          <p:nvPr/>
        </p:nvSpPr>
        <p:spPr>
          <a:xfrm xmlns:a="http://schemas.openxmlformats.org/drawingml/2006/main">
            <a:off x="12573000" y="6238875"/>
            <a:ext cx="4572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596167"/>
                </a:solidFill>
                <a:latin typeface="Arial"/>
                <a:ea typeface="Arial"/>
                <a:cs typeface="Arial"/>
              </a:defRPr>
            </a:defPPr>
            <a:lvl1pPr algn="l">
              <a:defRPr sz="2925" b="0">
                <a:solidFill>
                  <a:srgbClr val="596167"/>
                </a:solidFill>
                <a:latin typeface="Arial"/>
                <a:ea typeface="Arial"/>
                <a:cs typeface="Arial"/>
              </a:defRPr>
            </a:lvl1pPr>
            <a:lvl2pPr algn="l">
              <a:defRPr sz="2925" b="0">
                <a:solidFill>
                  <a:srgbClr val="596167"/>
                </a:solidFill>
                <a:latin typeface="Arial"/>
                <a:ea typeface="Arial"/>
                <a:cs typeface="Arial"/>
              </a:defRPr>
            </a:lvl2pPr>
            <a:lvl3pPr algn="l">
              <a:defRPr sz="2925" b="0">
                <a:solidFill>
                  <a:srgbClr val="596167"/>
                </a:solidFill>
                <a:latin typeface="Arial"/>
                <a:ea typeface="Arial"/>
                <a:cs typeface="Arial"/>
              </a:defRPr>
            </a:lvl3pPr>
            <a:lvl4pPr algn="l">
              <a:defRPr sz="2925" b="0">
                <a:solidFill>
                  <a:srgbClr val="596167"/>
                </a:solidFill>
                <a:latin typeface="Arial"/>
                <a:ea typeface="Arial"/>
                <a:cs typeface="Arial"/>
              </a:defRPr>
            </a:lvl4pPr>
            <a:lvl5pPr algn="l">
              <a:defRPr sz="2925" b="0">
                <a:solidFill>
                  <a:srgbClr val="596167"/>
                </a:solidFill>
                <a:latin typeface="Arial"/>
                <a:ea typeface="Arial"/>
                <a:cs typeface="Arial"/>
              </a:defRPr>
            </a:lvl5pPr>
            <a:lvl6pPr algn="l">
              <a:defRPr sz="2925" b="0">
                <a:solidFill>
                  <a:srgbClr val="596167"/>
                </a:solidFill>
                <a:latin typeface="Arial"/>
                <a:ea typeface="Arial"/>
                <a:cs typeface="Arial"/>
              </a:defRPr>
            </a:lvl6pPr>
            <a:lvl7pPr algn="l">
              <a:defRPr sz="2925" b="0">
                <a:solidFill>
                  <a:srgbClr val="596167"/>
                </a:solidFill>
                <a:latin typeface="Arial"/>
                <a:ea typeface="Arial"/>
                <a:cs typeface="Arial"/>
              </a:defRPr>
            </a:lvl7pPr>
            <a:lvl8pPr algn="l">
              <a:defRPr sz="2925" b="0">
                <a:solidFill>
                  <a:srgbClr val="596167"/>
                </a:solidFill>
                <a:latin typeface="Arial"/>
                <a:ea typeface="Arial"/>
                <a:cs typeface="Arial"/>
              </a:defRPr>
            </a:lvl8pPr>
            <a:lvl9pPr algn="l">
              <a:defRPr sz="2925" b="0">
                <a:solidFill>
                  <a:srgbClr val="596167"/>
                </a:solidFill>
                <a:latin typeface="Arial"/>
                <a:ea typeface="Arial"/>
                <a:cs typeface="Arial"/>
              </a:defRPr>
            </a:lvl9pPr>
          </a:lstStyle>
          <a:p xmlns:a="http://schemas.openxmlformats.org/drawingml/2006/main">
            <a:pPr algn="l">
              <a:lnSpc>
                <a:spcPct val="100000"/>
              </a:lnSpc>
              <a:buNone/>
              <a:defRPr sz="2925" b="0">
                <a:solidFill>
                  <a:srgbClr val="596167"/>
                </a:solidFill>
                <a:latin typeface="Arial"/>
                <a:ea typeface="Arial"/>
                <a:cs typeface="Arial"/>
              </a:defRPr>
            </a:pPr>
            <a:r>
              <a:rPr sz="2925" b="0">
                <a:solidFill>
                  <a:srgbClr val="596167"/>
                </a:solidFill>
                <a:latin typeface="Arial"/>
                <a:ea typeface="Arial"/>
                <a:cs typeface="Arial"/>
              </a:rPr>
              <a:t>The caller keeps</a:t>
            </a:r>
          </a:p>
          <a:p xmlns:a="http://schemas.openxmlformats.org/drawingml/2006/main">
            <a:pPr algn="l">
              <a:lnSpc>
                <a:spcPct val="100000"/>
              </a:lnSpc>
              <a:buNone/>
              <a:defRPr sz="2925" b="0">
                <a:solidFill>
                  <a:srgbClr val="596167"/>
                </a:solidFill>
                <a:latin typeface="Arial"/>
                <a:ea typeface="Arial"/>
                <a:cs typeface="Arial"/>
              </a:defRPr>
            </a:pPr>
            <a:r>
              <a:rPr sz="2925" b="0">
                <a:solidFill>
                  <a:srgbClr val="596167"/>
                </a:solidFill>
                <a:latin typeface="Arial"/>
                <a:ea typeface="Arial"/>
                <a:cs typeface="Arial"/>
              </a:rPr>
              <a:t>its unfinished work.</a:t>
            </a:r>
          </a:p>
        </p:txBody>
      </p:sp>
    </p:spTree>
    <p:extLst>
      <p:ext uri="{BB962C8B-B14F-4D97-AF65-F5344CB8AC3E}">
        <p14:creationId xmlns:p14="http://schemas.microsoft.com/office/powerpoint/2010/main" val="1751544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RECURSION">
            <a:extLst xmlns:a="http://schemas.openxmlformats.org/drawingml/2006/main">
              <a:ext uri="{FF2B5EF4-FFF2-40B4-BE49-F238E27FC236}">
                <a16:creationId xmlns:a16="http://schemas.microsoft.com/office/drawing/2014/main" id="{000F8B7C-C752-4FE5-84D1-5E12F60D15AA}"/>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0BC6DF3D-1924-4852-BC0B-78B9A36C7B6A}"/>
              </a:ext>
            </a:extLst>
          </p:cNvPr>
          <p:cNvPicPr>
            <a:picLocks xmlns:a="http://schemas.openxmlformats.org/drawingml/2006/main" noChangeAspect="1"/>
          </p:cNvPicPr>
          <p:nvPr/>
        </p:nvPicPr>
        <p:blipFill>
          <a:blip xmlns:r="http://schemas.openxmlformats.org/officeDocument/2006/relationships" xmlns:a="http://schemas.openxmlformats.org/drawingml/2006/main" r:embed="R7c7c6132e7984793"/>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Calls build the stack">
            <a:extLst xmlns:a="http://schemas.openxmlformats.org/drawingml/2006/main">
              <a:ext uri="{FF2B5EF4-FFF2-40B4-BE49-F238E27FC236}">
                <a16:creationId xmlns:a16="http://schemas.microsoft.com/office/drawing/2014/main" id="{5472FEFF-A9C9-442F-A66F-55176179A506}"/>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Calls build the stack</a:t>
            </a:r>
          </a:p>
        </p:txBody>
      </p:sp>
      <p:sp>
        <p:nvSpPr>
          <p:cNvPr id="4" name="">
            <a:extLst xmlns:a="http://schemas.openxmlformats.org/drawingml/2006/main">
              <a:ext uri="{FF2B5EF4-FFF2-40B4-BE49-F238E27FC236}">
                <a16:creationId xmlns:a16="http://schemas.microsoft.com/office/drawing/2014/main" id="{FC2391B5-CE52-4ACF-B972-8B3166EF11F5}"/>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0B22CA07-0682-4C89-8A03-126BCE077DF6}"/>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0">
            <a:extLst xmlns:a="http://schemas.openxmlformats.org/drawingml/2006/main">
              <a:ext uri="{FF2B5EF4-FFF2-40B4-BE49-F238E27FC236}">
                <a16:creationId xmlns:a16="http://schemas.microsoft.com/office/drawing/2014/main" id="{8810E777-4430-4F06-AA83-5D42D10B6806}"/>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10</a:t>
            </a:r>
          </a:p>
        </p:txBody>
      </p:sp>
      <p:sp>
        <p:nvSpPr>
          <p:cNvPr id="7" name="Call order">
            <a:extLst xmlns:a="http://schemas.openxmlformats.org/drawingml/2006/main">
              <a:ext uri="{FF2B5EF4-FFF2-40B4-BE49-F238E27FC236}">
                <a16:creationId xmlns:a16="http://schemas.microsoft.com/office/drawing/2014/main" id="{2282A3CF-2418-4903-86A8-731AE3C89396}"/>
              </a:ext>
            </a:extLst>
          </p:cNvPr>
          <p:cNvSpPr>
            <a:spLocks xmlns:a="http://schemas.openxmlformats.org/drawingml/2006/main" noGrp="1"/>
          </p:cNvSpPr>
          <p:nvPr/>
        </p:nvSpPr>
        <p:spPr>
          <a:xfrm xmlns:a="http://schemas.openxmlformats.org/drawingml/2006/main">
            <a:off x="914400" y="29527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202426"/>
                </a:solidFill>
                <a:latin typeface="Arial"/>
                <a:ea typeface="Arial"/>
                <a:cs typeface="Arial"/>
              </a:defRPr>
            </a:defPPr>
            <a:lvl1pPr algn="l">
              <a:defRPr sz="3150" b="1">
                <a:solidFill>
                  <a:srgbClr val="202426"/>
                </a:solidFill>
                <a:latin typeface="Arial"/>
                <a:ea typeface="Arial"/>
                <a:cs typeface="Arial"/>
              </a:defRPr>
            </a:lvl1pPr>
            <a:lvl2pPr algn="l">
              <a:defRPr sz="3150" b="1">
                <a:solidFill>
                  <a:srgbClr val="202426"/>
                </a:solidFill>
                <a:latin typeface="Arial"/>
                <a:ea typeface="Arial"/>
                <a:cs typeface="Arial"/>
              </a:defRPr>
            </a:lvl2pPr>
            <a:lvl3pPr algn="l">
              <a:defRPr sz="3150" b="1">
                <a:solidFill>
                  <a:srgbClr val="202426"/>
                </a:solidFill>
                <a:latin typeface="Arial"/>
                <a:ea typeface="Arial"/>
                <a:cs typeface="Arial"/>
              </a:defRPr>
            </a:lvl3pPr>
            <a:lvl4pPr algn="l">
              <a:defRPr sz="3150" b="1">
                <a:solidFill>
                  <a:srgbClr val="202426"/>
                </a:solidFill>
                <a:latin typeface="Arial"/>
                <a:ea typeface="Arial"/>
                <a:cs typeface="Arial"/>
              </a:defRPr>
            </a:lvl4pPr>
            <a:lvl5pPr algn="l">
              <a:defRPr sz="3150" b="1">
                <a:solidFill>
                  <a:srgbClr val="202426"/>
                </a:solidFill>
                <a:latin typeface="Arial"/>
                <a:ea typeface="Arial"/>
                <a:cs typeface="Arial"/>
              </a:defRPr>
            </a:lvl5pPr>
            <a:lvl6pPr algn="l">
              <a:defRPr sz="3150" b="1">
                <a:solidFill>
                  <a:srgbClr val="202426"/>
                </a:solidFill>
                <a:latin typeface="Arial"/>
                <a:ea typeface="Arial"/>
                <a:cs typeface="Arial"/>
              </a:defRPr>
            </a:lvl6pPr>
            <a:lvl7pPr algn="l">
              <a:defRPr sz="3150" b="1">
                <a:solidFill>
                  <a:srgbClr val="202426"/>
                </a:solidFill>
                <a:latin typeface="Arial"/>
                <a:ea typeface="Arial"/>
                <a:cs typeface="Arial"/>
              </a:defRPr>
            </a:lvl7pPr>
            <a:lvl8pPr algn="l">
              <a:defRPr sz="3150" b="1">
                <a:solidFill>
                  <a:srgbClr val="202426"/>
                </a:solidFill>
                <a:latin typeface="Arial"/>
                <a:ea typeface="Arial"/>
                <a:cs typeface="Arial"/>
              </a:defRPr>
            </a:lvl8pPr>
            <a:lvl9pPr algn="l">
              <a:defRPr sz="3150" b="1">
                <a:solidFill>
                  <a:srgbClr val="202426"/>
                </a:solidFill>
                <a:latin typeface="Arial"/>
                <a:ea typeface="Arial"/>
                <a:cs typeface="Arial"/>
              </a:defRPr>
            </a:lvl9pPr>
          </a:lstStyle>
          <a:p xmlns:a="http://schemas.openxmlformats.org/drawingml/2006/main">
            <a:pPr algn="l">
              <a:lnSpc>
                <a:spcPct val="100000"/>
              </a:lnSpc>
              <a:buNone/>
              <a:defRPr sz="3150" b="1">
                <a:solidFill>
                  <a:srgbClr val="202426"/>
                </a:solidFill>
                <a:latin typeface="Arial"/>
                <a:ea typeface="Arial"/>
                <a:cs typeface="Arial"/>
              </a:defRPr>
            </a:pPr>
            <a:r>
              <a:rPr sz="3150" b="1">
                <a:solidFill>
                  <a:srgbClr val="202426"/>
                </a:solidFill>
                <a:latin typeface="Arial"/>
                <a:ea typeface="Arial"/>
                <a:cs typeface="Arial"/>
              </a:rPr>
              <a:t>Call order</a:t>
            </a:r>
          </a:p>
        </p:txBody>
      </p:sp>
      <p:sp>
        <p:nvSpPr>
          <p:cNvPr id="8" name="main">
            <a:extLst xmlns:a="http://schemas.openxmlformats.org/drawingml/2006/main">
              <a:ext uri="{FF2B5EF4-FFF2-40B4-BE49-F238E27FC236}">
                <a16:creationId xmlns:a16="http://schemas.microsoft.com/office/drawing/2014/main" id="{527B825F-DA7E-4DA2-8B79-F9C065EB9BF1}"/>
              </a:ext>
            </a:extLst>
          </p:cNvPr>
          <p:cNvSpPr>
            <a:spLocks xmlns:a="http://schemas.openxmlformats.org/drawingml/2006/main" noGrp="1"/>
          </p:cNvSpPr>
          <p:nvPr/>
        </p:nvSpPr>
        <p:spPr>
          <a:xfrm xmlns:a="http://schemas.openxmlformats.org/drawingml/2006/main">
            <a:off x="914400" y="4029075"/>
            <a:ext cx="742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main</a:t>
            </a:r>
          </a:p>
        </p:txBody>
      </p:sp>
      <p:sp>
        <p:nvSpPr>
          <p:cNvPr id="9" name="calls factorial(3)">
            <a:extLst xmlns:a="http://schemas.openxmlformats.org/drawingml/2006/main">
              <a:ext uri="{FF2B5EF4-FFF2-40B4-BE49-F238E27FC236}">
                <a16:creationId xmlns:a16="http://schemas.microsoft.com/office/drawing/2014/main" id="{382C76B3-497C-4402-86E4-D7C17E9F1652}"/>
              </a:ext>
            </a:extLst>
          </p:cNvPr>
          <p:cNvSpPr>
            <a:spLocks xmlns:a="http://schemas.openxmlformats.org/drawingml/2006/main" noGrp="1"/>
          </p:cNvSpPr>
          <p:nvPr/>
        </p:nvSpPr>
        <p:spPr>
          <a:xfrm xmlns:a="http://schemas.openxmlformats.org/drawingml/2006/main">
            <a:off x="1371600" y="4591050"/>
            <a:ext cx="742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596167"/>
                </a:solidFill>
                <a:latin typeface="Arial"/>
                <a:ea typeface="Arial"/>
                <a:cs typeface="Arial"/>
              </a:defRPr>
            </a:defPPr>
            <a:lvl1pPr algn="l">
              <a:defRPr sz="2625" b="0">
                <a:solidFill>
                  <a:srgbClr val="596167"/>
                </a:solidFill>
                <a:latin typeface="Arial"/>
                <a:ea typeface="Arial"/>
                <a:cs typeface="Arial"/>
              </a:defRPr>
            </a:lvl1pPr>
            <a:lvl2pPr algn="l">
              <a:defRPr sz="2625" b="0">
                <a:solidFill>
                  <a:srgbClr val="596167"/>
                </a:solidFill>
                <a:latin typeface="Arial"/>
                <a:ea typeface="Arial"/>
                <a:cs typeface="Arial"/>
              </a:defRPr>
            </a:lvl2pPr>
            <a:lvl3pPr algn="l">
              <a:defRPr sz="2625" b="0">
                <a:solidFill>
                  <a:srgbClr val="596167"/>
                </a:solidFill>
                <a:latin typeface="Arial"/>
                <a:ea typeface="Arial"/>
                <a:cs typeface="Arial"/>
              </a:defRPr>
            </a:lvl3pPr>
            <a:lvl4pPr algn="l">
              <a:defRPr sz="2625" b="0">
                <a:solidFill>
                  <a:srgbClr val="596167"/>
                </a:solidFill>
                <a:latin typeface="Arial"/>
                <a:ea typeface="Arial"/>
                <a:cs typeface="Arial"/>
              </a:defRPr>
            </a:lvl4pPr>
            <a:lvl5pPr algn="l">
              <a:defRPr sz="2625" b="0">
                <a:solidFill>
                  <a:srgbClr val="596167"/>
                </a:solidFill>
                <a:latin typeface="Arial"/>
                <a:ea typeface="Arial"/>
                <a:cs typeface="Arial"/>
              </a:defRPr>
            </a:lvl5pPr>
            <a:lvl6pPr algn="l">
              <a:defRPr sz="2625" b="0">
                <a:solidFill>
                  <a:srgbClr val="596167"/>
                </a:solidFill>
                <a:latin typeface="Arial"/>
                <a:ea typeface="Arial"/>
                <a:cs typeface="Arial"/>
              </a:defRPr>
            </a:lvl6pPr>
            <a:lvl7pPr algn="l">
              <a:defRPr sz="2625" b="0">
                <a:solidFill>
                  <a:srgbClr val="596167"/>
                </a:solidFill>
                <a:latin typeface="Arial"/>
                <a:ea typeface="Arial"/>
                <a:cs typeface="Arial"/>
              </a:defRPr>
            </a:lvl7pPr>
            <a:lvl8pPr algn="l">
              <a:defRPr sz="2625" b="0">
                <a:solidFill>
                  <a:srgbClr val="596167"/>
                </a:solidFill>
                <a:latin typeface="Arial"/>
                <a:ea typeface="Arial"/>
                <a:cs typeface="Arial"/>
              </a:defRPr>
            </a:lvl8pPr>
            <a:lvl9pPr algn="l">
              <a:defRPr sz="2625" b="0">
                <a:solidFill>
                  <a:srgbClr val="596167"/>
                </a:solidFill>
                <a:latin typeface="Arial"/>
                <a:ea typeface="Arial"/>
                <a:cs typeface="Arial"/>
              </a:defRPr>
            </a:lvl9pPr>
          </a:lstStyle>
          <a:p xmlns:a="http://schemas.openxmlformats.org/drawingml/2006/main">
            <a:pPr algn="l">
              <a:lnSpc>
                <a:spcPct val="100000"/>
              </a:lnSpc>
              <a:buNone/>
              <a:defRPr sz="2625" b="0">
                <a:solidFill>
                  <a:srgbClr val="596167"/>
                </a:solidFill>
                <a:latin typeface="Arial"/>
                <a:ea typeface="Arial"/>
                <a:cs typeface="Arial"/>
              </a:defRPr>
            </a:pPr>
            <a:r>
              <a:rPr sz="2625" b="0">
                <a:solidFill>
                  <a:srgbClr val="596167"/>
                </a:solidFill>
                <a:latin typeface="Arial"/>
                <a:ea typeface="Arial"/>
                <a:cs typeface="Arial"/>
              </a:rPr>
              <a:t>calls factorial(3)</a:t>
            </a:r>
          </a:p>
        </p:txBody>
      </p:sp>
      <p:sp>
        <p:nvSpPr>
          <p:cNvPr id="10" name="factorial(3)">
            <a:extLst xmlns:a="http://schemas.openxmlformats.org/drawingml/2006/main">
              <a:ext uri="{FF2B5EF4-FFF2-40B4-BE49-F238E27FC236}">
                <a16:creationId xmlns:a16="http://schemas.microsoft.com/office/drawing/2014/main" id="{1F522715-F241-4C6F-9338-3A8247B51D3A}"/>
              </a:ext>
            </a:extLst>
          </p:cNvPr>
          <p:cNvSpPr>
            <a:spLocks xmlns:a="http://schemas.openxmlformats.org/drawingml/2006/main" noGrp="1"/>
          </p:cNvSpPr>
          <p:nvPr/>
        </p:nvSpPr>
        <p:spPr>
          <a:xfrm xmlns:a="http://schemas.openxmlformats.org/drawingml/2006/main">
            <a:off x="914400" y="5467350"/>
            <a:ext cx="742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factorial(3)</a:t>
            </a:r>
          </a:p>
        </p:txBody>
      </p:sp>
      <p:sp>
        <p:nvSpPr>
          <p:cNvPr id="11" name="calls factorial(2)">
            <a:extLst xmlns:a="http://schemas.openxmlformats.org/drawingml/2006/main">
              <a:ext uri="{FF2B5EF4-FFF2-40B4-BE49-F238E27FC236}">
                <a16:creationId xmlns:a16="http://schemas.microsoft.com/office/drawing/2014/main" id="{D6204030-69E9-4200-81C6-005D6ED57189}"/>
              </a:ext>
            </a:extLst>
          </p:cNvPr>
          <p:cNvSpPr>
            <a:spLocks xmlns:a="http://schemas.openxmlformats.org/drawingml/2006/main" noGrp="1"/>
          </p:cNvSpPr>
          <p:nvPr/>
        </p:nvSpPr>
        <p:spPr>
          <a:xfrm xmlns:a="http://schemas.openxmlformats.org/drawingml/2006/main">
            <a:off x="1371600" y="6029325"/>
            <a:ext cx="742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596167"/>
                </a:solidFill>
                <a:latin typeface="Arial"/>
                <a:ea typeface="Arial"/>
                <a:cs typeface="Arial"/>
              </a:defRPr>
            </a:defPPr>
            <a:lvl1pPr algn="l">
              <a:defRPr sz="2625" b="0">
                <a:solidFill>
                  <a:srgbClr val="596167"/>
                </a:solidFill>
                <a:latin typeface="Arial"/>
                <a:ea typeface="Arial"/>
                <a:cs typeface="Arial"/>
              </a:defRPr>
            </a:lvl1pPr>
            <a:lvl2pPr algn="l">
              <a:defRPr sz="2625" b="0">
                <a:solidFill>
                  <a:srgbClr val="596167"/>
                </a:solidFill>
                <a:latin typeface="Arial"/>
                <a:ea typeface="Arial"/>
                <a:cs typeface="Arial"/>
              </a:defRPr>
            </a:lvl2pPr>
            <a:lvl3pPr algn="l">
              <a:defRPr sz="2625" b="0">
                <a:solidFill>
                  <a:srgbClr val="596167"/>
                </a:solidFill>
                <a:latin typeface="Arial"/>
                <a:ea typeface="Arial"/>
                <a:cs typeface="Arial"/>
              </a:defRPr>
            </a:lvl3pPr>
            <a:lvl4pPr algn="l">
              <a:defRPr sz="2625" b="0">
                <a:solidFill>
                  <a:srgbClr val="596167"/>
                </a:solidFill>
                <a:latin typeface="Arial"/>
                <a:ea typeface="Arial"/>
                <a:cs typeface="Arial"/>
              </a:defRPr>
            </a:lvl4pPr>
            <a:lvl5pPr algn="l">
              <a:defRPr sz="2625" b="0">
                <a:solidFill>
                  <a:srgbClr val="596167"/>
                </a:solidFill>
                <a:latin typeface="Arial"/>
                <a:ea typeface="Arial"/>
                <a:cs typeface="Arial"/>
              </a:defRPr>
            </a:lvl5pPr>
            <a:lvl6pPr algn="l">
              <a:defRPr sz="2625" b="0">
                <a:solidFill>
                  <a:srgbClr val="596167"/>
                </a:solidFill>
                <a:latin typeface="Arial"/>
                <a:ea typeface="Arial"/>
                <a:cs typeface="Arial"/>
              </a:defRPr>
            </a:lvl6pPr>
            <a:lvl7pPr algn="l">
              <a:defRPr sz="2625" b="0">
                <a:solidFill>
                  <a:srgbClr val="596167"/>
                </a:solidFill>
                <a:latin typeface="Arial"/>
                <a:ea typeface="Arial"/>
                <a:cs typeface="Arial"/>
              </a:defRPr>
            </a:lvl7pPr>
            <a:lvl8pPr algn="l">
              <a:defRPr sz="2625" b="0">
                <a:solidFill>
                  <a:srgbClr val="596167"/>
                </a:solidFill>
                <a:latin typeface="Arial"/>
                <a:ea typeface="Arial"/>
                <a:cs typeface="Arial"/>
              </a:defRPr>
            </a:lvl8pPr>
            <a:lvl9pPr algn="l">
              <a:defRPr sz="2625" b="0">
                <a:solidFill>
                  <a:srgbClr val="596167"/>
                </a:solidFill>
                <a:latin typeface="Arial"/>
                <a:ea typeface="Arial"/>
                <a:cs typeface="Arial"/>
              </a:defRPr>
            </a:lvl9pPr>
          </a:lstStyle>
          <a:p xmlns:a="http://schemas.openxmlformats.org/drawingml/2006/main">
            <a:pPr algn="l">
              <a:lnSpc>
                <a:spcPct val="100000"/>
              </a:lnSpc>
              <a:buNone/>
              <a:defRPr sz="2625" b="0">
                <a:solidFill>
                  <a:srgbClr val="596167"/>
                </a:solidFill>
                <a:latin typeface="Arial"/>
                <a:ea typeface="Arial"/>
                <a:cs typeface="Arial"/>
              </a:defRPr>
            </a:pPr>
            <a:r>
              <a:rPr sz="2625" b="0">
                <a:solidFill>
                  <a:srgbClr val="596167"/>
                </a:solidFill>
                <a:latin typeface="Arial"/>
                <a:ea typeface="Arial"/>
                <a:cs typeface="Arial"/>
              </a:rPr>
              <a:t>calls factorial(2)</a:t>
            </a:r>
          </a:p>
        </p:txBody>
      </p:sp>
      <p:sp>
        <p:nvSpPr>
          <p:cNvPr id="12" name="factorial(2)">
            <a:extLst xmlns:a="http://schemas.openxmlformats.org/drawingml/2006/main">
              <a:ext uri="{FF2B5EF4-FFF2-40B4-BE49-F238E27FC236}">
                <a16:creationId xmlns:a16="http://schemas.microsoft.com/office/drawing/2014/main" id="{E0C1F627-2BB3-4323-A2F0-A4092E3206D6}"/>
              </a:ext>
            </a:extLst>
          </p:cNvPr>
          <p:cNvSpPr>
            <a:spLocks xmlns:a="http://schemas.openxmlformats.org/drawingml/2006/main" noGrp="1"/>
          </p:cNvSpPr>
          <p:nvPr/>
        </p:nvSpPr>
        <p:spPr>
          <a:xfrm xmlns:a="http://schemas.openxmlformats.org/drawingml/2006/main">
            <a:off x="914400" y="6905625"/>
            <a:ext cx="742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factorial(2)</a:t>
            </a:r>
          </a:p>
        </p:txBody>
      </p:sp>
      <p:sp>
        <p:nvSpPr>
          <p:cNvPr id="13" name="calls factorial(1)">
            <a:extLst xmlns:a="http://schemas.openxmlformats.org/drawingml/2006/main">
              <a:ext uri="{FF2B5EF4-FFF2-40B4-BE49-F238E27FC236}">
                <a16:creationId xmlns:a16="http://schemas.microsoft.com/office/drawing/2014/main" id="{3E701ADB-D2DF-446F-8FFD-02545A15592C}"/>
              </a:ext>
            </a:extLst>
          </p:cNvPr>
          <p:cNvSpPr>
            <a:spLocks xmlns:a="http://schemas.openxmlformats.org/drawingml/2006/main" noGrp="1"/>
          </p:cNvSpPr>
          <p:nvPr/>
        </p:nvSpPr>
        <p:spPr>
          <a:xfrm xmlns:a="http://schemas.openxmlformats.org/drawingml/2006/main">
            <a:off x="1371600" y="7467600"/>
            <a:ext cx="742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596167"/>
                </a:solidFill>
                <a:latin typeface="Arial"/>
                <a:ea typeface="Arial"/>
                <a:cs typeface="Arial"/>
              </a:defRPr>
            </a:defPPr>
            <a:lvl1pPr algn="l">
              <a:defRPr sz="2625" b="0">
                <a:solidFill>
                  <a:srgbClr val="596167"/>
                </a:solidFill>
                <a:latin typeface="Arial"/>
                <a:ea typeface="Arial"/>
                <a:cs typeface="Arial"/>
              </a:defRPr>
            </a:lvl1pPr>
            <a:lvl2pPr algn="l">
              <a:defRPr sz="2625" b="0">
                <a:solidFill>
                  <a:srgbClr val="596167"/>
                </a:solidFill>
                <a:latin typeface="Arial"/>
                <a:ea typeface="Arial"/>
                <a:cs typeface="Arial"/>
              </a:defRPr>
            </a:lvl2pPr>
            <a:lvl3pPr algn="l">
              <a:defRPr sz="2625" b="0">
                <a:solidFill>
                  <a:srgbClr val="596167"/>
                </a:solidFill>
                <a:latin typeface="Arial"/>
                <a:ea typeface="Arial"/>
                <a:cs typeface="Arial"/>
              </a:defRPr>
            </a:lvl3pPr>
            <a:lvl4pPr algn="l">
              <a:defRPr sz="2625" b="0">
                <a:solidFill>
                  <a:srgbClr val="596167"/>
                </a:solidFill>
                <a:latin typeface="Arial"/>
                <a:ea typeface="Arial"/>
                <a:cs typeface="Arial"/>
              </a:defRPr>
            </a:lvl4pPr>
            <a:lvl5pPr algn="l">
              <a:defRPr sz="2625" b="0">
                <a:solidFill>
                  <a:srgbClr val="596167"/>
                </a:solidFill>
                <a:latin typeface="Arial"/>
                <a:ea typeface="Arial"/>
                <a:cs typeface="Arial"/>
              </a:defRPr>
            </a:lvl5pPr>
            <a:lvl6pPr algn="l">
              <a:defRPr sz="2625" b="0">
                <a:solidFill>
                  <a:srgbClr val="596167"/>
                </a:solidFill>
                <a:latin typeface="Arial"/>
                <a:ea typeface="Arial"/>
                <a:cs typeface="Arial"/>
              </a:defRPr>
            </a:lvl6pPr>
            <a:lvl7pPr algn="l">
              <a:defRPr sz="2625" b="0">
                <a:solidFill>
                  <a:srgbClr val="596167"/>
                </a:solidFill>
                <a:latin typeface="Arial"/>
                <a:ea typeface="Arial"/>
                <a:cs typeface="Arial"/>
              </a:defRPr>
            </a:lvl7pPr>
            <a:lvl8pPr algn="l">
              <a:defRPr sz="2625" b="0">
                <a:solidFill>
                  <a:srgbClr val="596167"/>
                </a:solidFill>
                <a:latin typeface="Arial"/>
                <a:ea typeface="Arial"/>
                <a:cs typeface="Arial"/>
              </a:defRPr>
            </a:lvl8pPr>
            <a:lvl9pPr algn="l">
              <a:defRPr sz="2625" b="0">
                <a:solidFill>
                  <a:srgbClr val="596167"/>
                </a:solidFill>
                <a:latin typeface="Arial"/>
                <a:ea typeface="Arial"/>
                <a:cs typeface="Arial"/>
              </a:defRPr>
            </a:lvl9pPr>
          </a:lstStyle>
          <a:p xmlns:a="http://schemas.openxmlformats.org/drawingml/2006/main">
            <a:pPr algn="l">
              <a:lnSpc>
                <a:spcPct val="100000"/>
              </a:lnSpc>
              <a:buNone/>
              <a:defRPr sz="2625" b="0">
                <a:solidFill>
                  <a:srgbClr val="596167"/>
                </a:solidFill>
                <a:latin typeface="Arial"/>
                <a:ea typeface="Arial"/>
                <a:cs typeface="Arial"/>
              </a:defRPr>
            </a:pPr>
            <a:r>
              <a:rPr sz="2625" b="0">
                <a:solidFill>
                  <a:srgbClr val="596167"/>
                </a:solidFill>
                <a:latin typeface="Arial"/>
                <a:ea typeface="Arial"/>
                <a:cs typeface="Arial"/>
              </a:rPr>
              <a:t>calls factorial(1)</a:t>
            </a:r>
          </a:p>
        </p:txBody>
      </p:sp>
      <p:sp>
        <p:nvSpPr>
          <p:cNvPr id="14" name="TOP">
            <a:extLst xmlns:a="http://schemas.openxmlformats.org/drawingml/2006/main">
              <a:ext uri="{FF2B5EF4-FFF2-40B4-BE49-F238E27FC236}">
                <a16:creationId xmlns:a16="http://schemas.microsoft.com/office/drawing/2014/main" id="{D89CA4E0-507D-4676-8022-D5254F6365D2}"/>
              </a:ext>
            </a:extLst>
          </p:cNvPr>
          <p:cNvSpPr>
            <a:spLocks xmlns:a="http://schemas.openxmlformats.org/drawingml/2006/main" noGrp="1"/>
          </p:cNvSpPr>
          <p:nvPr/>
        </p:nvSpPr>
        <p:spPr>
          <a:xfrm xmlns:a="http://schemas.openxmlformats.org/drawingml/2006/main">
            <a:off x="9715500" y="28194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96167"/>
                </a:solidFill>
                <a:latin typeface="Arial"/>
                <a:ea typeface="Arial"/>
                <a:cs typeface="Arial"/>
              </a:defRPr>
            </a:defPPr>
            <a:lvl1pPr algn="l">
              <a:defRPr sz="1950" b="0">
                <a:solidFill>
                  <a:srgbClr val="596167"/>
                </a:solidFill>
                <a:latin typeface="Arial"/>
                <a:ea typeface="Arial"/>
                <a:cs typeface="Arial"/>
              </a:defRPr>
            </a:lvl1pPr>
            <a:lvl2pPr algn="l">
              <a:defRPr sz="1950" b="0">
                <a:solidFill>
                  <a:srgbClr val="596167"/>
                </a:solidFill>
                <a:latin typeface="Arial"/>
                <a:ea typeface="Arial"/>
                <a:cs typeface="Arial"/>
              </a:defRPr>
            </a:lvl2pPr>
            <a:lvl3pPr algn="l">
              <a:defRPr sz="1950" b="0">
                <a:solidFill>
                  <a:srgbClr val="596167"/>
                </a:solidFill>
                <a:latin typeface="Arial"/>
                <a:ea typeface="Arial"/>
                <a:cs typeface="Arial"/>
              </a:defRPr>
            </a:lvl3pPr>
            <a:lvl4pPr algn="l">
              <a:defRPr sz="1950" b="0">
                <a:solidFill>
                  <a:srgbClr val="596167"/>
                </a:solidFill>
                <a:latin typeface="Arial"/>
                <a:ea typeface="Arial"/>
                <a:cs typeface="Arial"/>
              </a:defRPr>
            </a:lvl4pPr>
            <a:lvl5pPr algn="l">
              <a:defRPr sz="1950" b="0">
                <a:solidFill>
                  <a:srgbClr val="596167"/>
                </a:solidFill>
                <a:latin typeface="Arial"/>
                <a:ea typeface="Arial"/>
                <a:cs typeface="Arial"/>
              </a:defRPr>
            </a:lvl5pPr>
            <a:lvl6pPr algn="l">
              <a:defRPr sz="1950" b="0">
                <a:solidFill>
                  <a:srgbClr val="596167"/>
                </a:solidFill>
                <a:latin typeface="Arial"/>
                <a:ea typeface="Arial"/>
                <a:cs typeface="Arial"/>
              </a:defRPr>
            </a:lvl6pPr>
            <a:lvl7pPr algn="l">
              <a:defRPr sz="1950" b="0">
                <a:solidFill>
                  <a:srgbClr val="596167"/>
                </a:solidFill>
                <a:latin typeface="Arial"/>
                <a:ea typeface="Arial"/>
                <a:cs typeface="Arial"/>
              </a:defRPr>
            </a:lvl7pPr>
            <a:lvl8pPr algn="l">
              <a:defRPr sz="1950" b="0">
                <a:solidFill>
                  <a:srgbClr val="596167"/>
                </a:solidFill>
                <a:latin typeface="Arial"/>
                <a:ea typeface="Arial"/>
                <a:cs typeface="Arial"/>
              </a:defRPr>
            </a:lvl8pPr>
            <a:lvl9pPr algn="l">
              <a:defRPr sz="1950" b="0">
                <a:solidFill>
                  <a:srgbClr val="596167"/>
                </a:solidFill>
                <a:latin typeface="Arial"/>
                <a:ea typeface="Arial"/>
                <a:cs typeface="Arial"/>
              </a:defRPr>
            </a:lvl9pPr>
          </a:lstStyle>
          <a:p xmlns:a="http://schemas.openxmlformats.org/drawingml/2006/main">
            <a:pPr algn="l">
              <a:lnSpc>
                <a:spcPct val="100000"/>
              </a:lnSpc>
              <a:buNone/>
              <a:defRPr sz="1950" b="0">
                <a:solidFill>
                  <a:srgbClr val="596167"/>
                </a:solidFill>
                <a:latin typeface="Arial"/>
                <a:ea typeface="Arial"/>
                <a:cs typeface="Arial"/>
              </a:defRPr>
            </a:pPr>
            <a:r>
              <a:rPr sz="1950" b="0">
                <a:solidFill>
                  <a:srgbClr val="596167"/>
                </a:solidFill>
                <a:latin typeface="Arial"/>
                <a:ea typeface="Arial"/>
                <a:cs typeface="Arial"/>
              </a:rPr>
              <a:t>TOP</a:t>
            </a:r>
          </a:p>
        </p:txBody>
      </p:sp>
      <p:sp>
        <p:nvSpPr>
          <p:cNvPr id="15" name="factorial(1) stack frame">
            <a:extLst xmlns:a="http://schemas.openxmlformats.org/drawingml/2006/main">
              <a:ext uri="{FF2B5EF4-FFF2-40B4-BE49-F238E27FC236}">
                <a16:creationId xmlns:a16="http://schemas.microsoft.com/office/drawing/2014/main" id="{53C312E7-70E9-4181-939F-1E3740B3D8E9}"/>
              </a:ext>
            </a:extLst>
          </p:cNvPr>
          <p:cNvSpPr>
            <a:spLocks xmlns:a="http://schemas.openxmlformats.org/drawingml/2006/main" noGrp="1"/>
          </p:cNvSpPr>
          <p:nvPr/>
        </p:nvSpPr>
        <p:spPr>
          <a:xfrm xmlns:a="http://schemas.openxmlformats.org/drawingml/2006/main">
            <a:off x="9715500" y="3333750"/>
            <a:ext cx="6667500" cy="1219200"/>
          </a:xfrm>
          <a:prstGeom xmlns:a="http://schemas.openxmlformats.org/drawingml/2006/main" prst="rect">
            <a:avLst/>
          </a:prstGeom>
          <a:solidFill xmlns:a="http://schemas.openxmlformats.org/drawingml/2006/main">
            <a:srgbClr val="FFF2EB"/>
          </a:solidFill>
          <a:ln xmlns:a="http://schemas.openxmlformats.org/drawingml/2006/main" w="38100">
            <a:solidFill>
              <a:srgbClr val="E64519"/>
            </a:solidFill>
            <a:prstDash val="solid"/>
          </a:ln>
        </p:spPr>
      </p:sp>
      <p:sp>
        <p:nvSpPr>
          <p:cNvPr id="16" name="">
            <a:extLst xmlns:a="http://schemas.openxmlformats.org/drawingml/2006/main">
              <a:ext uri="{FF2B5EF4-FFF2-40B4-BE49-F238E27FC236}">
                <a16:creationId xmlns:a16="http://schemas.microsoft.com/office/drawing/2014/main" id="{708E5CC2-235F-4140-84E7-82C0BB0C6F72}"/>
              </a:ext>
            </a:extLst>
          </p:cNvPr>
          <p:cNvSpPr>
            <a:spLocks xmlns:a="http://schemas.openxmlformats.org/drawingml/2006/main" noGrp="1"/>
          </p:cNvSpPr>
          <p:nvPr/>
        </p:nvSpPr>
        <p:spPr>
          <a:xfrm xmlns:a="http://schemas.openxmlformats.org/drawingml/2006/main">
            <a:off x="9715500" y="3333750"/>
            <a:ext cx="85725" cy="121920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7" name="factorial(1)">
            <a:extLst xmlns:a="http://schemas.openxmlformats.org/drawingml/2006/main">
              <a:ext uri="{FF2B5EF4-FFF2-40B4-BE49-F238E27FC236}">
                <a16:creationId xmlns:a16="http://schemas.microsoft.com/office/drawing/2014/main" id="{56AA9540-7BA3-4A08-B604-632A52E6049D}"/>
              </a:ext>
            </a:extLst>
          </p:cNvPr>
          <p:cNvSpPr>
            <a:spLocks xmlns:a="http://schemas.openxmlformats.org/drawingml/2006/main" noGrp="1"/>
          </p:cNvSpPr>
          <p:nvPr/>
        </p:nvSpPr>
        <p:spPr>
          <a:xfrm xmlns:a="http://schemas.openxmlformats.org/drawingml/2006/main">
            <a:off x="9963150" y="345757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factorial(1)</a:t>
            </a:r>
          </a:p>
        </p:txBody>
      </p:sp>
      <p:sp>
        <p:nvSpPr>
          <p:cNvPr id="18" name="ACTIVE">
            <a:extLst xmlns:a="http://schemas.openxmlformats.org/drawingml/2006/main">
              <a:ext uri="{FF2B5EF4-FFF2-40B4-BE49-F238E27FC236}">
                <a16:creationId xmlns:a16="http://schemas.microsoft.com/office/drawing/2014/main" id="{3433B03F-BF0A-43F3-84A0-2F7A2D4596E4}"/>
              </a:ext>
            </a:extLst>
          </p:cNvPr>
          <p:cNvSpPr>
            <a:spLocks xmlns:a="http://schemas.openxmlformats.org/drawingml/2006/main" noGrp="1"/>
          </p:cNvSpPr>
          <p:nvPr/>
        </p:nvSpPr>
        <p:spPr>
          <a:xfrm xmlns:a="http://schemas.openxmlformats.org/drawingml/2006/main">
            <a:off x="14382750" y="35242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B73513"/>
                </a:solidFill>
                <a:latin typeface="Arial"/>
                <a:ea typeface="Arial"/>
                <a:cs typeface="Arial"/>
              </a:defRPr>
            </a:defPPr>
            <a:lvl1pPr algn="r">
              <a:defRPr sz="1800" b="1">
                <a:solidFill>
                  <a:srgbClr val="B73513"/>
                </a:solidFill>
                <a:latin typeface="Arial"/>
                <a:ea typeface="Arial"/>
                <a:cs typeface="Arial"/>
              </a:defRPr>
            </a:lvl1pPr>
            <a:lvl2pPr algn="r">
              <a:defRPr sz="1800" b="1">
                <a:solidFill>
                  <a:srgbClr val="B73513"/>
                </a:solidFill>
                <a:latin typeface="Arial"/>
                <a:ea typeface="Arial"/>
                <a:cs typeface="Arial"/>
              </a:defRPr>
            </a:lvl2pPr>
            <a:lvl3pPr algn="r">
              <a:defRPr sz="1800" b="1">
                <a:solidFill>
                  <a:srgbClr val="B73513"/>
                </a:solidFill>
                <a:latin typeface="Arial"/>
                <a:ea typeface="Arial"/>
                <a:cs typeface="Arial"/>
              </a:defRPr>
            </a:lvl3pPr>
            <a:lvl4pPr algn="r">
              <a:defRPr sz="1800" b="1">
                <a:solidFill>
                  <a:srgbClr val="B73513"/>
                </a:solidFill>
                <a:latin typeface="Arial"/>
                <a:ea typeface="Arial"/>
                <a:cs typeface="Arial"/>
              </a:defRPr>
            </a:lvl4pPr>
            <a:lvl5pPr algn="r">
              <a:defRPr sz="1800" b="1">
                <a:solidFill>
                  <a:srgbClr val="B73513"/>
                </a:solidFill>
                <a:latin typeface="Arial"/>
                <a:ea typeface="Arial"/>
                <a:cs typeface="Arial"/>
              </a:defRPr>
            </a:lvl5pPr>
            <a:lvl6pPr algn="r">
              <a:defRPr sz="1800" b="1">
                <a:solidFill>
                  <a:srgbClr val="B73513"/>
                </a:solidFill>
                <a:latin typeface="Arial"/>
                <a:ea typeface="Arial"/>
                <a:cs typeface="Arial"/>
              </a:defRPr>
            </a:lvl6pPr>
            <a:lvl7pPr algn="r">
              <a:defRPr sz="1800" b="1">
                <a:solidFill>
                  <a:srgbClr val="B73513"/>
                </a:solidFill>
                <a:latin typeface="Arial"/>
                <a:ea typeface="Arial"/>
                <a:cs typeface="Arial"/>
              </a:defRPr>
            </a:lvl7pPr>
            <a:lvl8pPr algn="r">
              <a:defRPr sz="1800" b="1">
                <a:solidFill>
                  <a:srgbClr val="B73513"/>
                </a:solidFill>
                <a:latin typeface="Arial"/>
                <a:ea typeface="Arial"/>
                <a:cs typeface="Arial"/>
              </a:defRPr>
            </a:lvl8pPr>
            <a:lvl9pPr algn="r">
              <a:defRPr sz="1800" b="1">
                <a:solidFill>
                  <a:srgbClr val="B73513"/>
                </a:solidFill>
                <a:latin typeface="Arial"/>
                <a:ea typeface="Arial"/>
                <a:cs typeface="Arial"/>
              </a:defRPr>
            </a:lvl9pPr>
          </a:lstStyle>
          <a:p xmlns:a="http://schemas.openxmlformats.org/drawingml/2006/main">
            <a:pPr algn="r">
              <a:lnSpc>
                <a:spcPct val="100000"/>
              </a:lnSpc>
              <a:buNone/>
              <a:defRPr sz="1800" b="1">
                <a:solidFill>
                  <a:srgbClr val="B73513"/>
                </a:solidFill>
                <a:latin typeface="Arial"/>
                <a:ea typeface="Arial"/>
                <a:cs typeface="Arial"/>
              </a:defRPr>
            </a:pPr>
            <a:r>
              <a:rPr sz="1800" b="1">
                <a:solidFill>
                  <a:srgbClr val="B73513"/>
                </a:solidFill>
                <a:latin typeface="Arial"/>
                <a:ea typeface="Arial"/>
                <a:cs typeface="Arial"/>
              </a:rPr>
              <a:t>ACTIVE</a:t>
            </a:r>
          </a:p>
        </p:txBody>
      </p:sp>
      <p:sp>
        <p:nvSpPr>
          <p:cNvPr id="19" name="n = 1">
            <a:extLst xmlns:a="http://schemas.openxmlformats.org/drawingml/2006/main">
              <a:ext uri="{FF2B5EF4-FFF2-40B4-BE49-F238E27FC236}">
                <a16:creationId xmlns:a16="http://schemas.microsoft.com/office/drawing/2014/main" id="{1A59EF2C-B3C5-4E9F-A396-AEA97A6247BC}"/>
              </a:ext>
            </a:extLst>
          </p:cNvPr>
          <p:cNvSpPr>
            <a:spLocks xmlns:a="http://schemas.openxmlformats.org/drawingml/2006/main" noGrp="1"/>
          </p:cNvSpPr>
          <p:nvPr/>
        </p:nvSpPr>
        <p:spPr>
          <a:xfrm xmlns:a="http://schemas.openxmlformats.org/drawingml/2006/main">
            <a:off x="9963150" y="39719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1</a:t>
            </a:r>
          </a:p>
        </p:txBody>
      </p:sp>
      <p:sp>
        <p:nvSpPr>
          <p:cNvPr id="20" name="next: call factorial(0)">
            <a:extLst xmlns:a="http://schemas.openxmlformats.org/drawingml/2006/main">
              <a:ext uri="{FF2B5EF4-FFF2-40B4-BE49-F238E27FC236}">
                <a16:creationId xmlns:a16="http://schemas.microsoft.com/office/drawing/2014/main" id="{BFB71843-EF45-4B00-BEE3-735EE6D7F575}"/>
              </a:ext>
            </a:extLst>
          </p:cNvPr>
          <p:cNvSpPr>
            <a:spLocks xmlns:a="http://schemas.openxmlformats.org/drawingml/2006/main" noGrp="1"/>
          </p:cNvSpPr>
          <p:nvPr/>
        </p:nvSpPr>
        <p:spPr>
          <a:xfrm xmlns:a="http://schemas.openxmlformats.org/drawingml/2006/main">
            <a:off x="11791950" y="39719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next: call factorial(0)</a:t>
            </a:r>
          </a:p>
        </p:txBody>
      </p:sp>
      <p:sp>
        <p:nvSpPr>
          <p:cNvPr id="21" name="factorial(2) stack frame">
            <a:extLst xmlns:a="http://schemas.openxmlformats.org/drawingml/2006/main">
              <a:ext uri="{FF2B5EF4-FFF2-40B4-BE49-F238E27FC236}">
                <a16:creationId xmlns:a16="http://schemas.microsoft.com/office/drawing/2014/main" id="{B1463AAE-CE15-456C-9EB6-96547C62991E}"/>
              </a:ext>
            </a:extLst>
          </p:cNvPr>
          <p:cNvSpPr>
            <a:spLocks xmlns:a="http://schemas.openxmlformats.org/drawingml/2006/main" noGrp="1"/>
          </p:cNvSpPr>
          <p:nvPr/>
        </p:nvSpPr>
        <p:spPr>
          <a:xfrm xmlns:a="http://schemas.openxmlformats.org/drawingml/2006/main">
            <a:off x="9715500" y="4724400"/>
            <a:ext cx="6667500" cy="12192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22" name="factorial(2)">
            <a:extLst xmlns:a="http://schemas.openxmlformats.org/drawingml/2006/main">
              <a:ext uri="{FF2B5EF4-FFF2-40B4-BE49-F238E27FC236}">
                <a16:creationId xmlns:a16="http://schemas.microsoft.com/office/drawing/2014/main" id="{8DC434B5-335F-4299-B6C2-39713C4C4C39}"/>
              </a:ext>
            </a:extLst>
          </p:cNvPr>
          <p:cNvSpPr>
            <a:spLocks xmlns:a="http://schemas.openxmlformats.org/drawingml/2006/main" noGrp="1"/>
          </p:cNvSpPr>
          <p:nvPr/>
        </p:nvSpPr>
        <p:spPr>
          <a:xfrm xmlns:a="http://schemas.openxmlformats.org/drawingml/2006/main">
            <a:off x="9963150" y="48482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factorial(2)</a:t>
            </a:r>
          </a:p>
        </p:txBody>
      </p:sp>
      <p:sp>
        <p:nvSpPr>
          <p:cNvPr id="23" name="WAITING">
            <a:extLst xmlns:a="http://schemas.openxmlformats.org/drawingml/2006/main">
              <a:ext uri="{FF2B5EF4-FFF2-40B4-BE49-F238E27FC236}">
                <a16:creationId xmlns:a16="http://schemas.microsoft.com/office/drawing/2014/main" id="{9EE65D14-7198-4AC4-936B-99EA67AB9628}"/>
              </a:ext>
            </a:extLst>
          </p:cNvPr>
          <p:cNvSpPr>
            <a:spLocks xmlns:a="http://schemas.openxmlformats.org/drawingml/2006/main" noGrp="1"/>
          </p:cNvSpPr>
          <p:nvPr/>
        </p:nvSpPr>
        <p:spPr>
          <a:xfrm xmlns:a="http://schemas.openxmlformats.org/drawingml/2006/main">
            <a:off x="14382750" y="49149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24" name="n = 2">
            <a:extLst xmlns:a="http://schemas.openxmlformats.org/drawingml/2006/main">
              <a:ext uri="{FF2B5EF4-FFF2-40B4-BE49-F238E27FC236}">
                <a16:creationId xmlns:a16="http://schemas.microsoft.com/office/drawing/2014/main" id="{729F3D8F-03AE-495E-92B4-6EE2D5505EAE}"/>
              </a:ext>
            </a:extLst>
          </p:cNvPr>
          <p:cNvSpPr>
            <a:spLocks xmlns:a="http://schemas.openxmlformats.org/drawingml/2006/main" noGrp="1"/>
          </p:cNvSpPr>
          <p:nvPr/>
        </p:nvSpPr>
        <p:spPr>
          <a:xfrm xmlns:a="http://schemas.openxmlformats.org/drawingml/2006/main">
            <a:off x="9963150" y="53625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2</a:t>
            </a:r>
          </a:p>
        </p:txBody>
      </p:sp>
      <p:sp>
        <p:nvSpPr>
          <p:cNvPr id="25" name="waiting to compute 2 × ?">
            <a:extLst xmlns:a="http://schemas.openxmlformats.org/drawingml/2006/main">
              <a:ext uri="{FF2B5EF4-FFF2-40B4-BE49-F238E27FC236}">
                <a16:creationId xmlns:a16="http://schemas.microsoft.com/office/drawing/2014/main" id="{181F7053-BF8A-4947-94FE-1D50F340BEA7}"/>
              </a:ext>
            </a:extLst>
          </p:cNvPr>
          <p:cNvSpPr>
            <a:spLocks xmlns:a="http://schemas.openxmlformats.org/drawingml/2006/main" noGrp="1"/>
          </p:cNvSpPr>
          <p:nvPr/>
        </p:nvSpPr>
        <p:spPr>
          <a:xfrm xmlns:a="http://schemas.openxmlformats.org/drawingml/2006/main">
            <a:off x="11791950" y="536257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to compute 2 × ?</a:t>
            </a:r>
          </a:p>
        </p:txBody>
      </p:sp>
      <p:sp>
        <p:nvSpPr>
          <p:cNvPr id="26" name="factorial(3) stack frame">
            <a:extLst xmlns:a="http://schemas.openxmlformats.org/drawingml/2006/main">
              <a:ext uri="{FF2B5EF4-FFF2-40B4-BE49-F238E27FC236}">
                <a16:creationId xmlns:a16="http://schemas.microsoft.com/office/drawing/2014/main" id="{DAA1BA25-3C77-42B7-AF3D-F7835F80DC06}"/>
              </a:ext>
            </a:extLst>
          </p:cNvPr>
          <p:cNvSpPr>
            <a:spLocks xmlns:a="http://schemas.openxmlformats.org/drawingml/2006/main" noGrp="1"/>
          </p:cNvSpPr>
          <p:nvPr/>
        </p:nvSpPr>
        <p:spPr>
          <a:xfrm xmlns:a="http://schemas.openxmlformats.org/drawingml/2006/main">
            <a:off x="9715500" y="6115050"/>
            <a:ext cx="6667500" cy="12192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27" name="factorial(3)">
            <a:extLst xmlns:a="http://schemas.openxmlformats.org/drawingml/2006/main">
              <a:ext uri="{FF2B5EF4-FFF2-40B4-BE49-F238E27FC236}">
                <a16:creationId xmlns:a16="http://schemas.microsoft.com/office/drawing/2014/main" id="{7411866C-4B2A-4AB6-9F2E-B37F77B99303}"/>
              </a:ext>
            </a:extLst>
          </p:cNvPr>
          <p:cNvSpPr>
            <a:spLocks xmlns:a="http://schemas.openxmlformats.org/drawingml/2006/main" noGrp="1"/>
          </p:cNvSpPr>
          <p:nvPr/>
        </p:nvSpPr>
        <p:spPr>
          <a:xfrm xmlns:a="http://schemas.openxmlformats.org/drawingml/2006/main">
            <a:off x="9963150" y="623887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factorial(3)</a:t>
            </a:r>
          </a:p>
        </p:txBody>
      </p:sp>
      <p:sp>
        <p:nvSpPr>
          <p:cNvPr id="28" name="WAITING">
            <a:extLst xmlns:a="http://schemas.openxmlformats.org/drawingml/2006/main">
              <a:ext uri="{FF2B5EF4-FFF2-40B4-BE49-F238E27FC236}">
                <a16:creationId xmlns:a16="http://schemas.microsoft.com/office/drawing/2014/main" id="{DCFA6C7D-7AB4-4118-B608-4A3246F90364}"/>
              </a:ext>
            </a:extLst>
          </p:cNvPr>
          <p:cNvSpPr>
            <a:spLocks xmlns:a="http://schemas.openxmlformats.org/drawingml/2006/main" noGrp="1"/>
          </p:cNvSpPr>
          <p:nvPr/>
        </p:nvSpPr>
        <p:spPr>
          <a:xfrm xmlns:a="http://schemas.openxmlformats.org/drawingml/2006/main">
            <a:off x="14382750" y="63055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29" name="n = 3">
            <a:extLst xmlns:a="http://schemas.openxmlformats.org/drawingml/2006/main">
              <a:ext uri="{FF2B5EF4-FFF2-40B4-BE49-F238E27FC236}">
                <a16:creationId xmlns:a16="http://schemas.microsoft.com/office/drawing/2014/main" id="{61A6EF88-C183-4B9D-9D2F-592FAFAC4378}"/>
              </a:ext>
            </a:extLst>
          </p:cNvPr>
          <p:cNvSpPr>
            <a:spLocks xmlns:a="http://schemas.openxmlformats.org/drawingml/2006/main" noGrp="1"/>
          </p:cNvSpPr>
          <p:nvPr/>
        </p:nvSpPr>
        <p:spPr>
          <a:xfrm xmlns:a="http://schemas.openxmlformats.org/drawingml/2006/main">
            <a:off x="9963150" y="67532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3</a:t>
            </a:r>
          </a:p>
        </p:txBody>
      </p:sp>
      <p:sp>
        <p:nvSpPr>
          <p:cNvPr id="30" name="waiting to compute 3 × ?">
            <a:extLst xmlns:a="http://schemas.openxmlformats.org/drawingml/2006/main">
              <a:ext uri="{FF2B5EF4-FFF2-40B4-BE49-F238E27FC236}">
                <a16:creationId xmlns:a16="http://schemas.microsoft.com/office/drawing/2014/main" id="{BD0D943E-B385-4DC6-BBE1-DA1F0959D31C}"/>
              </a:ext>
            </a:extLst>
          </p:cNvPr>
          <p:cNvSpPr>
            <a:spLocks xmlns:a="http://schemas.openxmlformats.org/drawingml/2006/main" noGrp="1"/>
          </p:cNvSpPr>
          <p:nvPr/>
        </p:nvSpPr>
        <p:spPr>
          <a:xfrm xmlns:a="http://schemas.openxmlformats.org/drawingml/2006/main">
            <a:off x="11791950" y="67532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to compute 3 × ?</a:t>
            </a:r>
          </a:p>
        </p:txBody>
      </p:sp>
      <p:sp>
        <p:nvSpPr>
          <p:cNvPr id="31" name="main stack frame">
            <a:extLst xmlns:a="http://schemas.openxmlformats.org/drawingml/2006/main">
              <a:ext uri="{FF2B5EF4-FFF2-40B4-BE49-F238E27FC236}">
                <a16:creationId xmlns:a16="http://schemas.microsoft.com/office/drawing/2014/main" id="{4E4E8E09-82AC-43FC-B50B-80E3B8DAA136}"/>
              </a:ext>
            </a:extLst>
          </p:cNvPr>
          <p:cNvSpPr>
            <a:spLocks xmlns:a="http://schemas.openxmlformats.org/drawingml/2006/main" noGrp="1"/>
          </p:cNvSpPr>
          <p:nvPr/>
        </p:nvSpPr>
        <p:spPr>
          <a:xfrm xmlns:a="http://schemas.openxmlformats.org/drawingml/2006/main">
            <a:off x="9715500" y="7505700"/>
            <a:ext cx="6667500" cy="12192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32" name="main">
            <a:extLst xmlns:a="http://schemas.openxmlformats.org/drawingml/2006/main">
              <a:ext uri="{FF2B5EF4-FFF2-40B4-BE49-F238E27FC236}">
                <a16:creationId xmlns:a16="http://schemas.microsoft.com/office/drawing/2014/main" id="{C7ACA4B7-470D-41B6-BD30-EB490E22EB73}"/>
              </a:ext>
            </a:extLst>
          </p:cNvPr>
          <p:cNvSpPr>
            <a:spLocks xmlns:a="http://schemas.openxmlformats.org/drawingml/2006/main" noGrp="1"/>
          </p:cNvSpPr>
          <p:nvPr/>
        </p:nvSpPr>
        <p:spPr>
          <a:xfrm xmlns:a="http://schemas.openxmlformats.org/drawingml/2006/main">
            <a:off x="9963150" y="76295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main</a:t>
            </a:r>
          </a:p>
        </p:txBody>
      </p:sp>
      <p:sp>
        <p:nvSpPr>
          <p:cNvPr id="33" name="WAITING">
            <a:extLst xmlns:a="http://schemas.openxmlformats.org/drawingml/2006/main">
              <a:ext uri="{FF2B5EF4-FFF2-40B4-BE49-F238E27FC236}">
                <a16:creationId xmlns:a16="http://schemas.microsoft.com/office/drawing/2014/main" id="{C670D732-8808-4F16-82DF-06324155609B}"/>
              </a:ext>
            </a:extLst>
          </p:cNvPr>
          <p:cNvSpPr>
            <a:spLocks xmlns:a="http://schemas.openxmlformats.org/drawingml/2006/main" noGrp="1"/>
          </p:cNvSpPr>
          <p:nvPr/>
        </p:nvSpPr>
        <p:spPr>
          <a:xfrm xmlns:a="http://schemas.openxmlformats.org/drawingml/2006/main">
            <a:off x="14382750" y="76962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34" name="waiting for the result">
            <a:extLst xmlns:a="http://schemas.openxmlformats.org/drawingml/2006/main">
              <a:ext uri="{FF2B5EF4-FFF2-40B4-BE49-F238E27FC236}">
                <a16:creationId xmlns:a16="http://schemas.microsoft.com/office/drawing/2014/main" id="{E6B391AB-3DE3-4F6A-A3EB-397CCAB8D2A3}"/>
              </a:ext>
            </a:extLst>
          </p:cNvPr>
          <p:cNvSpPr>
            <a:spLocks xmlns:a="http://schemas.openxmlformats.org/drawingml/2006/main" noGrp="1"/>
          </p:cNvSpPr>
          <p:nvPr/>
        </p:nvSpPr>
        <p:spPr>
          <a:xfrm xmlns:a="http://schemas.openxmlformats.org/drawingml/2006/main">
            <a:off x="9963150" y="8143875"/>
            <a:ext cx="617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for the result</a:t>
            </a:r>
          </a:p>
        </p:txBody>
      </p:sp>
    </p:spTree>
    <p:extLst>
      <p:ext uri="{BB962C8B-B14F-4D97-AF65-F5344CB8AC3E}">
        <p14:creationId xmlns:p14="http://schemas.microsoft.com/office/powerpoint/2010/main" val="139268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RECURSION">
            <a:extLst xmlns:a="http://schemas.openxmlformats.org/drawingml/2006/main">
              <a:ext uri="{FF2B5EF4-FFF2-40B4-BE49-F238E27FC236}">
                <a16:creationId xmlns:a16="http://schemas.microsoft.com/office/drawing/2014/main" id="{EEA48A2D-A196-48B3-9424-E31D19F72A7C}"/>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7EF8DD90-5A5E-41B9-AEB5-7C5B053EEE06}"/>
              </a:ext>
            </a:extLst>
          </p:cNvPr>
          <p:cNvPicPr>
            <a:picLocks xmlns:a="http://schemas.openxmlformats.org/drawingml/2006/main" noChangeAspect="1"/>
          </p:cNvPicPr>
          <p:nvPr/>
        </p:nvPicPr>
        <p:blipFill>
          <a:blip xmlns:r="http://schemas.openxmlformats.org/officeDocument/2006/relationships" xmlns:a="http://schemas.openxmlformats.org/drawingml/2006/main" r:embed="R75fd802f34bb4580"/>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The base case is the active call">
            <a:extLst xmlns:a="http://schemas.openxmlformats.org/drawingml/2006/main">
              <a:ext uri="{FF2B5EF4-FFF2-40B4-BE49-F238E27FC236}">
                <a16:creationId xmlns:a16="http://schemas.microsoft.com/office/drawing/2014/main" id="{53231337-FC24-4E3C-A43C-2D0EB37B7A0B}"/>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The base case is the active call</a:t>
            </a:r>
          </a:p>
        </p:txBody>
      </p:sp>
      <p:sp>
        <p:nvSpPr>
          <p:cNvPr id="4" name="">
            <a:extLst xmlns:a="http://schemas.openxmlformats.org/drawingml/2006/main">
              <a:ext uri="{FF2B5EF4-FFF2-40B4-BE49-F238E27FC236}">
                <a16:creationId xmlns:a16="http://schemas.microsoft.com/office/drawing/2014/main" id="{DE65FF09-E40D-4EEE-8850-99FD180508B9}"/>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2E4CE069-7D78-44D0-8170-1A19A6DF8A4F}"/>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1">
            <a:extLst xmlns:a="http://schemas.openxmlformats.org/drawingml/2006/main">
              <a:ext uri="{FF2B5EF4-FFF2-40B4-BE49-F238E27FC236}">
                <a16:creationId xmlns:a16="http://schemas.microsoft.com/office/drawing/2014/main" id="{A25BAB78-7C4F-446F-8786-E883C31AAE7E}"/>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11</a:t>
            </a:r>
          </a:p>
        </p:txBody>
      </p:sp>
      <p:sp>
        <p:nvSpPr>
          <p:cNvPr id="7" name="factorial(0)">
            <a:extLst xmlns:a="http://schemas.openxmlformats.org/drawingml/2006/main">
              <a:ext uri="{FF2B5EF4-FFF2-40B4-BE49-F238E27FC236}">
                <a16:creationId xmlns:a16="http://schemas.microsoft.com/office/drawing/2014/main" id="{42833FB2-86D1-49A6-8B58-67BBFB7FF74F}"/>
              </a:ext>
            </a:extLst>
          </p:cNvPr>
          <p:cNvSpPr>
            <a:spLocks xmlns:a="http://schemas.openxmlformats.org/drawingml/2006/main" noGrp="1"/>
          </p:cNvSpPr>
          <p:nvPr/>
        </p:nvSpPr>
        <p:spPr>
          <a:xfrm xmlns:a="http://schemas.openxmlformats.org/drawingml/2006/main">
            <a:off x="914400" y="3286125"/>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202426"/>
                </a:solidFill>
                <a:latin typeface="Courier New"/>
                <a:ea typeface="Courier New"/>
                <a:cs typeface="Courier New"/>
              </a:defRPr>
            </a:defPPr>
            <a:lvl1pPr algn="l">
              <a:defRPr sz="4800" b="1">
                <a:solidFill>
                  <a:srgbClr val="202426"/>
                </a:solidFill>
                <a:latin typeface="Courier New"/>
                <a:ea typeface="Courier New"/>
                <a:cs typeface="Courier New"/>
              </a:defRPr>
            </a:lvl1pPr>
            <a:lvl2pPr algn="l">
              <a:defRPr sz="4800" b="1">
                <a:solidFill>
                  <a:srgbClr val="202426"/>
                </a:solidFill>
                <a:latin typeface="Courier New"/>
                <a:ea typeface="Courier New"/>
                <a:cs typeface="Courier New"/>
              </a:defRPr>
            </a:lvl2pPr>
            <a:lvl3pPr algn="l">
              <a:defRPr sz="4800" b="1">
                <a:solidFill>
                  <a:srgbClr val="202426"/>
                </a:solidFill>
                <a:latin typeface="Courier New"/>
                <a:ea typeface="Courier New"/>
                <a:cs typeface="Courier New"/>
              </a:defRPr>
            </a:lvl3pPr>
            <a:lvl4pPr algn="l">
              <a:defRPr sz="4800" b="1">
                <a:solidFill>
                  <a:srgbClr val="202426"/>
                </a:solidFill>
                <a:latin typeface="Courier New"/>
                <a:ea typeface="Courier New"/>
                <a:cs typeface="Courier New"/>
              </a:defRPr>
            </a:lvl4pPr>
            <a:lvl5pPr algn="l">
              <a:defRPr sz="4800" b="1">
                <a:solidFill>
                  <a:srgbClr val="202426"/>
                </a:solidFill>
                <a:latin typeface="Courier New"/>
                <a:ea typeface="Courier New"/>
                <a:cs typeface="Courier New"/>
              </a:defRPr>
            </a:lvl5pPr>
            <a:lvl6pPr algn="l">
              <a:defRPr sz="4800" b="1">
                <a:solidFill>
                  <a:srgbClr val="202426"/>
                </a:solidFill>
                <a:latin typeface="Courier New"/>
                <a:ea typeface="Courier New"/>
                <a:cs typeface="Courier New"/>
              </a:defRPr>
            </a:lvl6pPr>
            <a:lvl7pPr algn="l">
              <a:defRPr sz="4800" b="1">
                <a:solidFill>
                  <a:srgbClr val="202426"/>
                </a:solidFill>
                <a:latin typeface="Courier New"/>
                <a:ea typeface="Courier New"/>
                <a:cs typeface="Courier New"/>
              </a:defRPr>
            </a:lvl7pPr>
            <a:lvl8pPr algn="l">
              <a:defRPr sz="4800" b="1">
                <a:solidFill>
                  <a:srgbClr val="202426"/>
                </a:solidFill>
                <a:latin typeface="Courier New"/>
                <a:ea typeface="Courier New"/>
                <a:cs typeface="Courier New"/>
              </a:defRPr>
            </a:lvl8pPr>
            <a:lvl9pPr algn="l">
              <a:defRPr sz="4800" b="1">
                <a:solidFill>
                  <a:srgbClr val="202426"/>
                </a:solidFill>
                <a:latin typeface="Courier New"/>
                <a:ea typeface="Courier New"/>
                <a:cs typeface="Courier New"/>
              </a:defRPr>
            </a:lvl9pPr>
          </a:lstStyle>
          <a:p xmlns:a="http://schemas.openxmlformats.org/drawingml/2006/main">
            <a:pPr algn="l">
              <a:lnSpc>
                <a:spcPct val="100000"/>
              </a:lnSpc>
              <a:buNone/>
              <a:defRPr sz="4800" b="1">
                <a:solidFill>
                  <a:srgbClr val="202426"/>
                </a:solidFill>
                <a:latin typeface="Courier New"/>
                <a:ea typeface="Courier New"/>
                <a:cs typeface="Courier New"/>
              </a:defRPr>
            </a:pPr>
            <a:r>
              <a:rPr sz="4800" b="1">
                <a:solidFill>
                  <a:srgbClr val="202426"/>
                </a:solidFill>
                <a:latin typeface="Courier New"/>
                <a:ea typeface="Courier New"/>
                <a:cs typeface="Courier New"/>
              </a:rPr>
              <a:t>factorial(0)</a:t>
            </a:r>
          </a:p>
        </p:txBody>
      </p:sp>
      <p:sp>
        <p:nvSpPr>
          <p:cNvPr id="8" name="n == 0">
            <a:extLst xmlns:a="http://schemas.openxmlformats.org/drawingml/2006/main">
              <a:ext uri="{FF2B5EF4-FFF2-40B4-BE49-F238E27FC236}">
                <a16:creationId xmlns:a16="http://schemas.microsoft.com/office/drawing/2014/main" id="{F1A91F69-3171-4AB0-9DB9-F2C206E0AFE3}"/>
              </a:ext>
            </a:extLst>
          </p:cNvPr>
          <p:cNvSpPr>
            <a:spLocks xmlns:a="http://schemas.openxmlformats.org/drawingml/2006/main" noGrp="1"/>
          </p:cNvSpPr>
          <p:nvPr/>
        </p:nvSpPr>
        <p:spPr>
          <a:xfrm xmlns:a="http://schemas.openxmlformats.org/drawingml/2006/main">
            <a:off x="914400" y="4476750"/>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0">
                <a:solidFill>
                  <a:srgbClr val="B73513"/>
                </a:solidFill>
                <a:latin typeface="Courier New"/>
                <a:ea typeface="Courier New"/>
                <a:cs typeface="Courier New"/>
              </a:defRPr>
            </a:defPPr>
            <a:lvl1pPr algn="l">
              <a:defRPr sz="4500" b="0">
                <a:solidFill>
                  <a:srgbClr val="B73513"/>
                </a:solidFill>
                <a:latin typeface="Courier New"/>
                <a:ea typeface="Courier New"/>
                <a:cs typeface="Courier New"/>
              </a:defRPr>
            </a:lvl1pPr>
            <a:lvl2pPr algn="l">
              <a:defRPr sz="4500" b="0">
                <a:solidFill>
                  <a:srgbClr val="B73513"/>
                </a:solidFill>
                <a:latin typeface="Courier New"/>
                <a:ea typeface="Courier New"/>
                <a:cs typeface="Courier New"/>
              </a:defRPr>
            </a:lvl2pPr>
            <a:lvl3pPr algn="l">
              <a:defRPr sz="4500" b="0">
                <a:solidFill>
                  <a:srgbClr val="B73513"/>
                </a:solidFill>
                <a:latin typeface="Courier New"/>
                <a:ea typeface="Courier New"/>
                <a:cs typeface="Courier New"/>
              </a:defRPr>
            </a:lvl3pPr>
            <a:lvl4pPr algn="l">
              <a:defRPr sz="4500" b="0">
                <a:solidFill>
                  <a:srgbClr val="B73513"/>
                </a:solidFill>
                <a:latin typeface="Courier New"/>
                <a:ea typeface="Courier New"/>
                <a:cs typeface="Courier New"/>
              </a:defRPr>
            </a:lvl4pPr>
            <a:lvl5pPr algn="l">
              <a:defRPr sz="4500" b="0">
                <a:solidFill>
                  <a:srgbClr val="B73513"/>
                </a:solidFill>
                <a:latin typeface="Courier New"/>
                <a:ea typeface="Courier New"/>
                <a:cs typeface="Courier New"/>
              </a:defRPr>
            </a:lvl5pPr>
            <a:lvl6pPr algn="l">
              <a:defRPr sz="4500" b="0">
                <a:solidFill>
                  <a:srgbClr val="B73513"/>
                </a:solidFill>
                <a:latin typeface="Courier New"/>
                <a:ea typeface="Courier New"/>
                <a:cs typeface="Courier New"/>
              </a:defRPr>
            </a:lvl6pPr>
            <a:lvl7pPr algn="l">
              <a:defRPr sz="4500" b="0">
                <a:solidFill>
                  <a:srgbClr val="B73513"/>
                </a:solidFill>
                <a:latin typeface="Courier New"/>
                <a:ea typeface="Courier New"/>
                <a:cs typeface="Courier New"/>
              </a:defRPr>
            </a:lvl7pPr>
            <a:lvl8pPr algn="l">
              <a:defRPr sz="4500" b="0">
                <a:solidFill>
                  <a:srgbClr val="B73513"/>
                </a:solidFill>
                <a:latin typeface="Courier New"/>
                <a:ea typeface="Courier New"/>
                <a:cs typeface="Courier New"/>
              </a:defRPr>
            </a:lvl8pPr>
            <a:lvl9pPr algn="l">
              <a:defRPr sz="4500" b="0">
                <a:solidFill>
                  <a:srgbClr val="B73513"/>
                </a:solidFill>
                <a:latin typeface="Courier New"/>
                <a:ea typeface="Courier New"/>
                <a:cs typeface="Courier New"/>
              </a:defRPr>
            </a:lvl9pPr>
          </a:lstStyle>
          <a:p xmlns:a="http://schemas.openxmlformats.org/drawingml/2006/main">
            <a:pPr algn="l">
              <a:lnSpc>
                <a:spcPct val="100000"/>
              </a:lnSpc>
              <a:buNone/>
              <a:defRPr sz="4500" b="0">
                <a:solidFill>
                  <a:srgbClr val="B73513"/>
                </a:solidFill>
                <a:latin typeface="Courier New"/>
                <a:ea typeface="Courier New"/>
                <a:cs typeface="Courier New"/>
              </a:defRPr>
            </a:pPr>
            <a:r>
              <a:rPr sz="4500" b="0">
                <a:solidFill>
                  <a:srgbClr val="B73513"/>
                </a:solidFill>
                <a:latin typeface="Courier New"/>
                <a:ea typeface="Courier New"/>
                <a:cs typeface="Courier New"/>
              </a:rPr>
              <a:t>n == 0</a:t>
            </a:r>
          </a:p>
        </p:txBody>
      </p:sp>
      <p:sp>
        <p:nvSpPr>
          <p:cNvPr id="9" name="return 1;">
            <a:extLst xmlns:a="http://schemas.openxmlformats.org/drawingml/2006/main">
              <a:ext uri="{FF2B5EF4-FFF2-40B4-BE49-F238E27FC236}">
                <a16:creationId xmlns:a16="http://schemas.microsoft.com/office/drawing/2014/main" id="{D3E2C5FD-7847-4E1B-96F0-6216210F5E96}"/>
              </a:ext>
            </a:extLst>
          </p:cNvPr>
          <p:cNvSpPr>
            <a:spLocks xmlns:a="http://schemas.openxmlformats.org/drawingml/2006/main" noGrp="1"/>
          </p:cNvSpPr>
          <p:nvPr/>
        </p:nvSpPr>
        <p:spPr>
          <a:xfrm xmlns:a="http://schemas.openxmlformats.org/drawingml/2006/main">
            <a:off x="914400" y="5581650"/>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202426"/>
                </a:solidFill>
                <a:latin typeface="Courier New"/>
                <a:ea typeface="Courier New"/>
                <a:cs typeface="Courier New"/>
              </a:defRPr>
            </a:defPPr>
            <a:lvl1pPr algn="l">
              <a:defRPr sz="4500" b="1">
                <a:solidFill>
                  <a:srgbClr val="202426"/>
                </a:solidFill>
                <a:latin typeface="Courier New"/>
                <a:ea typeface="Courier New"/>
                <a:cs typeface="Courier New"/>
              </a:defRPr>
            </a:lvl1pPr>
            <a:lvl2pPr algn="l">
              <a:defRPr sz="4500" b="1">
                <a:solidFill>
                  <a:srgbClr val="202426"/>
                </a:solidFill>
                <a:latin typeface="Courier New"/>
                <a:ea typeface="Courier New"/>
                <a:cs typeface="Courier New"/>
              </a:defRPr>
            </a:lvl2pPr>
            <a:lvl3pPr algn="l">
              <a:defRPr sz="4500" b="1">
                <a:solidFill>
                  <a:srgbClr val="202426"/>
                </a:solidFill>
                <a:latin typeface="Courier New"/>
                <a:ea typeface="Courier New"/>
                <a:cs typeface="Courier New"/>
              </a:defRPr>
            </a:lvl3pPr>
            <a:lvl4pPr algn="l">
              <a:defRPr sz="4500" b="1">
                <a:solidFill>
                  <a:srgbClr val="202426"/>
                </a:solidFill>
                <a:latin typeface="Courier New"/>
                <a:ea typeface="Courier New"/>
                <a:cs typeface="Courier New"/>
              </a:defRPr>
            </a:lvl4pPr>
            <a:lvl5pPr algn="l">
              <a:defRPr sz="4500" b="1">
                <a:solidFill>
                  <a:srgbClr val="202426"/>
                </a:solidFill>
                <a:latin typeface="Courier New"/>
                <a:ea typeface="Courier New"/>
                <a:cs typeface="Courier New"/>
              </a:defRPr>
            </a:lvl5pPr>
            <a:lvl6pPr algn="l">
              <a:defRPr sz="4500" b="1">
                <a:solidFill>
                  <a:srgbClr val="202426"/>
                </a:solidFill>
                <a:latin typeface="Courier New"/>
                <a:ea typeface="Courier New"/>
                <a:cs typeface="Courier New"/>
              </a:defRPr>
            </a:lvl6pPr>
            <a:lvl7pPr algn="l">
              <a:defRPr sz="4500" b="1">
                <a:solidFill>
                  <a:srgbClr val="202426"/>
                </a:solidFill>
                <a:latin typeface="Courier New"/>
                <a:ea typeface="Courier New"/>
                <a:cs typeface="Courier New"/>
              </a:defRPr>
            </a:lvl7pPr>
            <a:lvl8pPr algn="l">
              <a:defRPr sz="4500" b="1">
                <a:solidFill>
                  <a:srgbClr val="202426"/>
                </a:solidFill>
                <a:latin typeface="Courier New"/>
                <a:ea typeface="Courier New"/>
                <a:cs typeface="Courier New"/>
              </a:defRPr>
            </a:lvl8pPr>
            <a:lvl9pPr algn="l">
              <a:defRPr sz="4500" b="1">
                <a:solidFill>
                  <a:srgbClr val="202426"/>
                </a:solidFill>
                <a:latin typeface="Courier New"/>
                <a:ea typeface="Courier New"/>
                <a:cs typeface="Courier New"/>
              </a:defRPr>
            </a:lvl9pPr>
          </a:lstStyle>
          <a:p xmlns:a="http://schemas.openxmlformats.org/drawingml/2006/main">
            <a:pPr algn="l">
              <a:lnSpc>
                <a:spcPct val="100000"/>
              </a:lnSpc>
              <a:buNone/>
              <a:defRPr sz="4500" b="1">
                <a:solidFill>
                  <a:srgbClr val="202426"/>
                </a:solidFill>
                <a:latin typeface="Courier New"/>
                <a:ea typeface="Courier New"/>
                <a:cs typeface="Courier New"/>
              </a:defRPr>
            </a:pPr>
            <a:r>
              <a:rPr sz="4500" b="1">
                <a:solidFill>
                  <a:srgbClr val="202426"/>
                </a:solidFill>
                <a:latin typeface="Courier New"/>
                <a:ea typeface="Courier New"/>
                <a:cs typeface="Courier New"/>
              </a:rPr>
              <a:t>return 1;</a:t>
            </a:r>
          </a:p>
        </p:txBody>
      </p:sp>
      <p:sp>
        <p:nvSpPr>
          <p:cNvPr id="10" name="Which call resumes next?">
            <a:extLst xmlns:a="http://schemas.openxmlformats.org/drawingml/2006/main">
              <a:ext uri="{FF2B5EF4-FFF2-40B4-BE49-F238E27FC236}">
                <a16:creationId xmlns:a16="http://schemas.microsoft.com/office/drawing/2014/main" id="{9CCF5BC7-5B28-43F2-A6F0-A27186D7DA01}"/>
              </a:ext>
            </a:extLst>
          </p:cNvPr>
          <p:cNvSpPr>
            <a:spLocks xmlns:a="http://schemas.openxmlformats.org/drawingml/2006/main" noGrp="1"/>
          </p:cNvSpPr>
          <p:nvPr/>
        </p:nvSpPr>
        <p:spPr>
          <a:xfrm xmlns:a="http://schemas.openxmlformats.org/drawingml/2006/main">
            <a:off x="914400" y="7639050"/>
            <a:ext cx="762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02426"/>
                </a:solidFill>
                <a:latin typeface="Arial"/>
                <a:ea typeface="Arial"/>
                <a:cs typeface="Arial"/>
              </a:defRPr>
            </a:defPPr>
            <a:lvl1pPr algn="l">
              <a:defRPr sz="3300" b="1">
                <a:solidFill>
                  <a:srgbClr val="202426"/>
                </a:solidFill>
                <a:latin typeface="Arial"/>
                <a:ea typeface="Arial"/>
                <a:cs typeface="Arial"/>
              </a:defRPr>
            </a:lvl1pPr>
            <a:lvl2pPr algn="l">
              <a:defRPr sz="3300" b="1">
                <a:solidFill>
                  <a:srgbClr val="202426"/>
                </a:solidFill>
                <a:latin typeface="Arial"/>
                <a:ea typeface="Arial"/>
                <a:cs typeface="Arial"/>
              </a:defRPr>
            </a:lvl2pPr>
            <a:lvl3pPr algn="l">
              <a:defRPr sz="3300" b="1">
                <a:solidFill>
                  <a:srgbClr val="202426"/>
                </a:solidFill>
                <a:latin typeface="Arial"/>
                <a:ea typeface="Arial"/>
                <a:cs typeface="Arial"/>
              </a:defRPr>
            </a:lvl3pPr>
            <a:lvl4pPr algn="l">
              <a:defRPr sz="3300" b="1">
                <a:solidFill>
                  <a:srgbClr val="202426"/>
                </a:solidFill>
                <a:latin typeface="Arial"/>
                <a:ea typeface="Arial"/>
                <a:cs typeface="Arial"/>
              </a:defRPr>
            </a:lvl4pPr>
            <a:lvl5pPr algn="l">
              <a:defRPr sz="3300" b="1">
                <a:solidFill>
                  <a:srgbClr val="202426"/>
                </a:solidFill>
                <a:latin typeface="Arial"/>
                <a:ea typeface="Arial"/>
                <a:cs typeface="Arial"/>
              </a:defRPr>
            </a:lvl5pPr>
            <a:lvl6pPr algn="l">
              <a:defRPr sz="3300" b="1">
                <a:solidFill>
                  <a:srgbClr val="202426"/>
                </a:solidFill>
                <a:latin typeface="Arial"/>
                <a:ea typeface="Arial"/>
                <a:cs typeface="Arial"/>
              </a:defRPr>
            </a:lvl6pPr>
            <a:lvl7pPr algn="l">
              <a:defRPr sz="3300" b="1">
                <a:solidFill>
                  <a:srgbClr val="202426"/>
                </a:solidFill>
                <a:latin typeface="Arial"/>
                <a:ea typeface="Arial"/>
                <a:cs typeface="Arial"/>
              </a:defRPr>
            </a:lvl7pPr>
            <a:lvl8pPr algn="l">
              <a:defRPr sz="3300" b="1">
                <a:solidFill>
                  <a:srgbClr val="202426"/>
                </a:solidFill>
                <a:latin typeface="Arial"/>
                <a:ea typeface="Arial"/>
                <a:cs typeface="Arial"/>
              </a:defRPr>
            </a:lvl8pPr>
            <a:lvl9pPr algn="l">
              <a:defRPr sz="3300" b="1">
                <a:solidFill>
                  <a:srgbClr val="202426"/>
                </a:solidFill>
                <a:latin typeface="Arial"/>
                <a:ea typeface="Arial"/>
                <a:cs typeface="Arial"/>
              </a:defRPr>
            </a:lvl9pPr>
          </a:lstStyle>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Which call resumes next?</a:t>
            </a:r>
          </a:p>
        </p:txBody>
      </p:sp>
      <p:sp>
        <p:nvSpPr>
          <p:cNvPr id="11" name="TOP">
            <a:extLst xmlns:a="http://schemas.openxmlformats.org/drawingml/2006/main">
              <a:ext uri="{FF2B5EF4-FFF2-40B4-BE49-F238E27FC236}">
                <a16:creationId xmlns:a16="http://schemas.microsoft.com/office/drawing/2014/main" id="{20CE8E96-B469-4429-8D80-42F717E517E5}"/>
              </a:ext>
            </a:extLst>
          </p:cNvPr>
          <p:cNvSpPr>
            <a:spLocks xmlns:a="http://schemas.openxmlformats.org/drawingml/2006/main" noGrp="1"/>
          </p:cNvSpPr>
          <p:nvPr/>
        </p:nvSpPr>
        <p:spPr>
          <a:xfrm xmlns:a="http://schemas.openxmlformats.org/drawingml/2006/main">
            <a:off x="9715500" y="26289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96167"/>
                </a:solidFill>
                <a:latin typeface="Arial"/>
                <a:ea typeface="Arial"/>
                <a:cs typeface="Arial"/>
              </a:defRPr>
            </a:defPPr>
            <a:lvl1pPr algn="l">
              <a:defRPr sz="1950" b="0">
                <a:solidFill>
                  <a:srgbClr val="596167"/>
                </a:solidFill>
                <a:latin typeface="Arial"/>
                <a:ea typeface="Arial"/>
                <a:cs typeface="Arial"/>
              </a:defRPr>
            </a:lvl1pPr>
            <a:lvl2pPr algn="l">
              <a:defRPr sz="1950" b="0">
                <a:solidFill>
                  <a:srgbClr val="596167"/>
                </a:solidFill>
                <a:latin typeface="Arial"/>
                <a:ea typeface="Arial"/>
                <a:cs typeface="Arial"/>
              </a:defRPr>
            </a:lvl2pPr>
            <a:lvl3pPr algn="l">
              <a:defRPr sz="1950" b="0">
                <a:solidFill>
                  <a:srgbClr val="596167"/>
                </a:solidFill>
                <a:latin typeface="Arial"/>
                <a:ea typeface="Arial"/>
                <a:cs typeface="Arial"/>
              </a:defRPr>
            </a:lvl3pPr>
            <a:lvl4pPr algn="l">
              <a:defRPr sz="1950" b="0">
                <a:solidFill>
                  <a:srgbClr val="596167"/>
                </a:solidFill>
                <a:latin typeface="Arial"/>
                <a:ea typeface="Arial"/>
                <a:cs typeface="Arial"/>
              </a:defRPr>
            </a:lvl4pPr>
            <a:lvl5pPr algn="l">
              <a:defRPr sz="1950" b="0">
                <a:solidFill>
                  <a:srgbClr val="596167"/>
                </a:solidFill>
                <a:latin typeface="Arial"/>
                <a:ea typeface="Arial"/>
                <a:cs typeface="Arial"/>
              </a:defRPr>
            </a:lvl5pPr>
            <a:lvl6pPr algn="l">
              <a:defRPr sz="1950" b="0">
                <a:solidFill>
                  <a:srgbClr val="596167"/>
                </a:solidFill>
                <a:latin typeface="Arial"/>
                <a:ea typeface="Arial"/>
                <a:cs typeface="Arial"/>
              </a:defRPr>
            </a:lvl6pPr>
            <a:lvl7pPr algn="l">
              <a:defRPr sz="1950" b="0">
                <a:solidFill>
                  <a:srgbClr val="596167"/>
                </a:solidFill>
                <a:latin typeface="Arial"/>
                <a:ea typeface="Arial"/>
                <a:cs typeface="Arial"/>
              </a:defRPr>
            </a:lvl7pPr>
            <a:lvl8pPr algn="l">
              <a:defRPr sz="1950" b="0">
                <a:solidFill>
                  <a:srgbClr val="596167"/>
                </a:solidFill>
                <a:latin typeface="Arial"/>
                <a:ea typeface="Arial"/>
                <a:cs typeface="Arial"/>
              </a:defRPr>
            </a:lvl8pPr>
            <a:lvl9pPr algn="l">
              <a:defRPr sz="1950" b="0">
                <a:solidFill>
                  <a:srgbClr val="596167"/>
                </a:solidFill>
                <a:latin typeface="Arial"/>
                <a:ea typeface="Arial"/>
                <a:cs typeface="Arial"/>
              </a:defRPr>
            </a:lvl9pPr>
          </a:lstStyle>
          <a:p xmlns:a="http://schemas.openxmlformats.org/drawingml/2006/main">
            <a:pPr algn="l">
              <a:lnSpc>
                <a:spcPct val="100000"/>
              </a:lnSpc>
              <a:buNone/>
              <a:defRPr sz="1950" b="0">
                <a:solidFill>
                  <a:srgbClr val="596167"/>
                </a:solidFill>
                <a:latin typeface="Arial"/>
                <a:ea typeface="Arial"/>
                <a:cs typeface="Arial"/>
              </a:defRPr>
            </a:pPr>
            <a:r>
              <a:rPr sz="1950" b="0">
                <a:solidFill>
                  <a:srgbClr val="596167"/>
                </a:solidFill>
                <a:latin typeface="Arial"/>
                <a:ea typeface="Arial"/>
                <a:cs typeface="Arial"/>
              </a:rPr>
              <a:t>TOP</a:t>
            </a:r>
          </a:p>
        </p:txBody>
      </p:sp>
      <p:sp>
        <p:nvSpPr>
          <p:cNvPr id="12" name="factorial(0) stack frame">
            <a:extLst xmlns:a="http://schemas.openxmlformats.org/drawingml/2006/main">
              <a:ext uri="{FF2B5EF4-FFF2-40B4-BE49-F238E27FC236}">
                <a16:creationId xmlns:a16="http://schemas.microsoft.com/office/drawing/2014/main" id="{2B1AC8C1-5913-4B1A-B98D-7E61875C6DB5}"/>
              </a:ext>
            </a:extLst>
          </p:cNvPr>
          <p:cNvSpPr>
            <a:spLocks xmlns:a="http://schemas.openxmlformats.org/drawingml/2006/main" noGrp="1"/>
          </p:cNvSpPr>
          <p:nvPr/>
        </p:nvSpPr>
        <p:spPr>
          <a:xfrm xmlns:a="http://schemas.openxmlformats.org/drawingml/2006/main">
            <a:off x="9715500" y="3086100"/>
            <a:ext cx="6667500" cy="1066800"/>
          </a:xfrm>
          <a:prstGeom xmlns:a="http://schemas.openxmlformats.org/drawingml/2006/main" prst="rect">
            <a:avLst/>
          </a:prstGeom>
          <a:solidFill xmlns:a="http://schemas.openxmlformats.org/drawingml/2006/main">
            <a:srgbClr val="FFF2EB"/>
          </a:solidFill>
          <a:ln xmlns:a="http://schemas.openxmlformats.org/drawingml/2006/main" w="38100">
            <a:solidFill>
              <a:srgbClr val="E64519"/>
            </a:solidFill>
            <a:prstDash val="solid"/>
          </a:ln>
        </p:spPr>
      </p:sp>
      <p:sp>
        <p:nvSpPr>
          <p:cNvPr id="13" name="">
            <a:extLst xmlns:a="http://schemas.openxmlformats.org/drawingml/2006/main">
              <a:ext uri="{FF2B5EF4-FFF2-40B4-BE49-F238E27FC236}">
                <a16:creationId xmlns:a16="http://schemas.microsoft.com/office/drawing/2014/main" id="{6A78C15D-0B51-4A59-8ED1-1F9C271839CF}"/>
              </a:ext>
            </a:extLst>
          </p:cNvPr>
          <p:cNvSpPr>
            <a:spLocks xmlns:a="http://schemas.openxmlformats.org/drawingml/2006/main" noGrp="1"/>
          </p:cNvSpPr>
          <p:nvPr/>
        </p:nvSpPr>
        <p:spPr>
          <a:xfrm xmlns:a="http://schemas.openxmlformats.org/drawingml/2006/main">
            <a:off x="9715500" y="3086100"/>
            <a:ext cx="85725" cy="106680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4" name="factorial(0)">
            <a:extLst xmlns:a="http://schemas.openxmlformats.org/drawingml/2006/main">
              <a:ext uri="{FF2B5EF4-FFF2-40B4-BE49-F238E27FC236}">
                <a16:creationId xmlns:a16="http://schemas.microsoft.com/office/drawing/2014/main" id="{65EF9A64-336C-4168-ACE4-2BBC1655074D}"/>
              </a:ext>
            </a:extLst>
          </p:cNvPr>
          <p:cNvSpPr>
            <a:spLocks xmlns:a="http://schemas.openxmlformats.org/drawingml/2006/main" noGrp="1"/>
          </p:cNvSpPr>
          <p:nvPr/>
        </p:nvSpPr>
        <p:spPr>
          <a:xfrm xmlns:a="http://schemas.openxmlformats.org/drawingml/2006/main">
            <a:off x="9963150" y="32099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factorial(0)</a:t>
            </a:r>
          </a:p>
        </p:txBody>
      </p:sp>
      <p:sp>
        <p:nvSpPr>
          <p:cNvPr id="15" name="ACTIVE">
            <a:extLst xmlns:a="http://schemas.openxmlformats.org/drawingml/2006/main">
              <a:ext uri="{FF2B5EF4-FFF2-40B4-BE49-F238E27FC236}">
                <a16:creationId xmlns:a16="http://schemas.microsoft.com/office/drawing/2014/main" id="{906CB195-B4FF-4536-A849-F1640569766E}"/>
              </a:ext>
            </a:extLst>
          </p:cNvPr>
          <p:cNvSpPr>
            <a:spLocks xmlns:a="http://schemas.openxmlformats.org/drawingml/2006/main" noGrp="1"/>
          </p:cNvSpPr>
          <p:nvPr/>
        </p:nvSpPr>
        <p:spPr>
          <a:xfrm xmlns:a="http://schemas.openxmlformats.org/drawingml/2006/main">
            <a:off x="14382750" y="32766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B73513"/>
                </a:solidFill>
                <a:latin typeface="Arial"/>
                <a:ea typeface="Arial"/>
                <a:cs typeface="Arial"/>
              </a:defRPr>
            </a:defPPr>
            <a:lvl1pPr algn="r">
              <a:defRPr sz="1800" b="1">
                <a:solidFill>
                  <a:srgbClr val="B73513"/>
                </a:solidFill>
                <a:latin typeface="Arial"/>
                <a:ea typeface="Arial"/>
                <a:cs typeface="Arial"/>
              </a:defRPr>
            </a:lvl1pPr>
            <a:lvl2pPr algn="r">
              <a:defRPr sz="1800" b="1">
                <a:solidFill>
                  <a:srgbClr val="B73513"/>
                </a:solidFill>
                <a:latin typeface="Arial"/>
                <a:ea typeface="Arial"/>
                <a:cs typeface="Arial"/>
              </a:defRPr>
            </a:lvl2pPr>
            <a:lvl3pPr algn="r">
              <a:defRPr sz="1800" b="1">
                <a:solidFill>
                  <a:srgbClr val="B73513"/>
                </a:solidFill>
                <a:latin typeface="Arial"/>
                <a:ea typeface="Arial"/>
                <a:cs typeface="Arial"/>
              </a:defRPr>
            </a:lvl3pPr>
            <a:lvl4pPr algn="r">
              <a:defRPr sz="1800" b="1">
                <a:solidFill>
                  <a:srgbClr val="B73513"/>
                </a:solidFill>
                <a:latin typeface="Arial"/>
                <a:ea typeface="Arial"/>
                <a:cs typeface="Arial"/>
              </a:defRPr>
            </a:lvl4pPr>
            <a:lvl5pPr algn="r">
              <a:defRPr sz="1800" b="1">
                <a:solidFill>
                  <a:srgbClr val="B73513"/>
                </a:solidFill>
                <a:latin typeface="Arial"/>
                <a:ea typeface="Arial"/>
                <a:cs typeface="Arial"/>
              </a:defRPr>
            </a:lvl5pPr>
            <a:lvl6pPr algn="r">
              <a:defRPr sz="1800" b="1">
                <a:solidFill>
                  <a:srgbClr val="B73513"/>
                </a:solidFill>
                <a:latin typeface="Arial"/>
                <a:ea typeface="Arial"/>
                <a:cs typeface="Arial"/>
              </a:defRPr>
            </a:lvl6pPr>
            <a:lvl7pPr algn="r">
              <a:defRPr sz="1800" b="1">
                <a:solidFill>
                  <a:srgbClr val="B73513"/>
                </a:solidFill>
                <a:latin typeface="Arial"/>
                <a:ea typeface="Arial"/>
                <a:cs typeface="Arial"/>
              </a:defRPr>
            </a:lvl7pPr>
            <a:lvl8pPr algn="r">
              <a:defRPr sz="1800" b="1">
                <a:solidFill>
                  <a:srgbClr val="B73513"/>
                </a:solidFill>
                <a:latin typeface="Arial"/>
                <a:ea typeface="Arial"/>
                <a:cs typeface="Arial"/>
              </a:defRPr>
            </a:lvl8pPr>
            <a:lvl9pPr algn="r">
              <a:defRPr sz="1800" b="1">
                <a:solidFill>
                  <a:srgbClr val="B73513"/>
                </a:solidFill>
                <a:latin typeface="Arial"/>
                <a:ea typeface="Arial"/>
                <a:cs typeface="Arial"/>
              </a:defRPr>
            </a:lvl9pPr>
          </a:lstStyle>
          <a:p xmlns:a="http://schemas.openxmlformats.org/drawingml/2006/main">
            <a:pPr algn="r">
              <a:lnSpc>
                <a:spcPct val="100000"/>
              </a:lnSpc>
              <a:buNone/>
              <a:defRPr sz="1800" b="1">
                <a:solidFill>
                  <a:srgbClr val="B73513"/>
                </a:solidFill>
                <a:latin typeface="Arial"/>
                <a:ea typeface="Arial"/>
                <a:cs typeface="Arial"/>
              </a:defRPr>
            </a:pPr>
            <a:r>
              <a:rPr sz="1800" b="1">
                <a:solidFill>
                  <a:srgbClr val="B73513"/>
                </a:solidFill>
                <a:latin typeface="Arial"/>
                <a:ea typeface="Arial"/>
                <a:cs typeface="Arial"/>
              </a:rPr>
              <a:t>ACTIVE</a:t>
            </a:r>
          </a:p>
        </p:txBody>
      </p:sp>
      <p:sp>
        <p:nvSpPr>
          <p:cNvPr id="16" name="n = 0">
            <a:extLst xmlns:a="http://schemas.openxmlformats.org/drawingml/2006/main">
              <a:ext uri="{FF2B5EF4-FFF2-40B4-BE49-F238E27FC236}">
                <a16:creationId xmlns:a16="http://schemas.microsoft.com/office/drawing/2014/main" id="{097783B1-76D8-4CD6-9D9D-FC721F61B3DD}"/>
              </a:ext>
            </a:extLst>
          </p:cNvPr>
          <p:cNvSpPr>
            <a:spLocks xmlns:a="http://schemas.openxmlformats.org/drawingml/2006/main" noGrp="1"/>
          </p:cNvSpPr>
          <p:nvPr/>
        </p:nvSpPr>
        <p:spPr>
          <a:xfrm xmlns:a="http://schemas.openxmlformats.org/drawingml/2006/main">
            <a:off x="9963150" y="37242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0</a:t>
            </a:r>
          </a:p>
        </p:txBody>
      </p:sp>
      <p:sp>
        <p:nvSpPr>
          <p:cNvPr id="17" name="returns 1">
            <a:extLst xmlns:a="http://schemas.openxmlformats.org/drawingml/2006/main">
              <a:ext uri="{FF2B5EF4-FFF2-40B4-BE49-F238E27FC236}">
                <a16:creationId xmlns:a16="http://schemas.microsoft.com/office/drawing/2014/main" id="{91156A39-E5A5-4497-9F63-816CA5D13331}"/>
              </a:ext>
            </a:extLst>
          </p:cNvPr>
          <p:cNvSpPr>
            <a:spLocks xmlns:a="http://schemas.openxmlformats.org/drawingml/2006/main" noGrp="1"/>
          </p:cNvSpPr>
          <p:nvPr/>
        </p:nvSpPr>
        <p:spPr>
          <a:xfrm xmlns:a="http://schemas.openxmlformats.org/drawingml/2006/main">
            <a:off x="11791950" y="372427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returns 1</a:t>
            </a:r>
          </a:p>
        </p:txBody>
      </p:sp>
      <p:sp>
        <p:nvSpPr>
          <p:cNvPr id="18" name="factorial(1) stack frame">
            <a:extLst xmlns:a="http://schemas.openxmlformats.org/drawingml/2006/main">
              <a:ext uri="{FF2B5EF4-FFF2-40B4-BE49-F238E27FC236}">
                <a16:creationId xmlns:a16="http://schemas.microsoft.com/office/drawing/2014/main" id="{FEA6D137-C246-45E2-8812-BBC1200F7AF0}"/>
              </a:ext>
            </a:extLst>
          </p:cNvPr>
          <p:cNvSpPr>
            <a:spLocks xmlns:a="http://schemas.openxmlformats.org/drawingml/2006/main" noGrp="1"/>
          </p:cNvSpPr>
          <p:nvPr/>
        </p:nvSpPr>
        <p:spPr>
          <a:xfrm xmlns:a="http://schemas.openxmlformats.org/drawingml/2006/main">
            <a:off x="9715500" y="4248150"/>
            <a:ext cx="6667500" cy="10668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19" name="factorial(1)">
            <a:extLst xmlns:a="http://schemas.openxmlformats.org/drawingml/2006/main">
              <a:ext uri="{FF2B5EF4-FFF2-40B4-BE49-F238E27FC236}">
                <a16:creationId xmlns:a16="http://schemas.microsoft.com/office/drawing/2014/main" id="{3D553502-07BF-4445-B3A5-C7B0618ECC16}"/>
              </a:ext>
            </a:extLst>
          </p:cNvPr>
          <p:cNvSpPr>
            <a:spLocks xmlns:a="http://schemas.openxmlformats.org/drawingml/2006/main" noGrp="1"/>
          </p:cNvSpPr>
          <p:nvPr/>
        </p:nvSpPr>
        <p:spPr>
          <a:xfrm xmlns:a="http://schemas.openxmlformats.org/drawingml/2006/main">
            <a:off x="9963150" y="437197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factorial(1)</a:t>
            </a:r>
          </a:p>
        </p:txBody>
      </p:sp>
      <p:sp>
        <p:nvSpPr>
          <p:cNvPr id="20" name="WAITING">
            <a:extLst xmlns:a="http://schemas.openxmlformats.org/drawingml/2006/main">
              <a:ext uri="{FF2B5EF4-FFF2-40B4-BE49-F238E27FC236}">
                <a16:creationId xmlns:a16="http://schemas.microsoft.com/office/drawing/2014/main" id="{83C337E9-8A02-46C1-A7F8-B9773D4B2494}"/>
              </a:ext>
            </a:extLst>
          </p:cNvPr>
          <p:cNvSpPr>
            <a:spLocks xmlns:a="http://schemas.openxmlformats.org/drawingml/2006/main" noGrp="1"/>
          </p:cNvSpPr>
          <p:nvPr/>
        </p:nvSpPr>
        <p:spPr>
          <a:xfrm xmlns:a="http://schemas.openxmlformats.org/drawingml/2006/main">
            <a:off x="14382750" y="44386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21" name="n = 1">
            <a:extLst xmlns:a="http://schemas.openxmlformats.org/drawingml/2006/main">
              <a:ext uri="{FF2B5EF4-FFF2-40B4-BE49-F238E27FC236}">
                <a16:creationId xmlns:a16="http://schemas.microsoft.com/office/drawing/2014/main" id="{395D05B4-4C11-4FF0-91A4-28FDD25897CF}"/>
              </a:ext>
            </a:extLst>
          </p:cNvPr>
          <p:cNvSpPr>
            <a:spLocks xmlns:a="http://schemas.openxmlformats.org/drawingml/2006/main" noGrp="1"/>
          </p:cNvSpPr>
          <p:nvPr/>
        </p:nvSpPr>
        <p:spPr>
          <a:xfrm xmlns:a="http://schemas.openxmlformats.org/drawingml/2006/main">
            <a:off x="9963150" y="48863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1</a:t>
            </a:r>
          </a:p>
        </p:txBody>
      </p:sp>
      <p:sp>
        <p:nvSpPr>
          <p:cNvPr id="22" name="waiting: 1 × ?">
            <a:extLst xmlns:a="http://schemas.openxmlformats.org/drawingml/2006/main">
              <a:ext uri="{FF2B5EF4-FFF2-40B4-BE49-F238E27FC236}">
                <a16:creationId xmlns:a16="http://schemas.microsoft.com/office/drawing/2014/main" id="{F3482FF4-3EC8-43BA-AF85-1F422C464D02}"/>
              </a:ext>
            </a:extLst>
          </p:cNvPr>
          <p:cNvSpPr>
            <a:spLocks xmlns:a="http://schemas.openxmlformats.org/drawingml/2006/main" noGrp="1"/>
          </p:cNvSpPr>
          <p:nvPr/>
        </p:nvSpPr>
        <p:spPr>
          <a:xfrm xmlns:a="http://schemas.openxmlformats.org/drawingml/2006/main">
            <a:off x="11791950" y="48863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1 × ?</a:t>
            </a:r>
          </a:p>
        </p:txBody>
      </p:sp>
      <p:sp>
        <p:nvSpPr>
          <p:cNvPr id="23" name="factorial(2) stack frame">
            <a:extLst xmlns:a="http://schemas.openxmlformats.org/drawingml/2006/main">
              <a:ext uri="{FF2B5EF4-FFF2-40B4-BE49-F238E27FC236}">
                <a16:creationId xmlns:a16="http://schemas.microsoft.com/office/drawing/2014/main" id="{78FE5A55-1813-4915-BC61-8871843B765E}"/>
              </a:ext>
            </a:extLst>
          </p:cNvPr>
          <p:cNvSpPr>
            <a:spLocks xmlns:a="http://schemas.openxmlformats.org/drawingml/2006/main" noGrp="1"/>
          </p:cNvSpPr>
          <p:nvPr/>
        </p:nvSpPr>
        <p:spPr>
          <a:xfrm xmlns:a="http://schemas.openxmlformats.org/drawingml/2006/main">
            <a:off x="9715500" y="5410200"/>
            <a:ext cx="6667500" cy="10668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24" name="factorial(2)">
            <a:extLst xmlns:a="http://schemas.openxmlformats.org/drawingml/2006/main">
              <a:ext uri="{FF2B5EF4-FFF2-40B4-BE49-F238E27FC236}">
                <a16:creationId xmlns:a16="http://schemas.microsoft.com/office/drawing/2014/main" id="{5BC98E11-734B-4676-81BC-0333508219E9}"/>
              </a:ext>
            </a:extLst>
          </p:cNvPr>
          <p:cNvSpPr>
            <a:spLocks xmlns:a="http://schemas.openxmlformats.org/drawingml/2006/main" noGrp="1"/>
          </p:cNvSpPr>
          <p:nvPr/>
        </p:nvSpPr>
        <p:spPr>
          <a:xfrm xmlns:a="http://schemas.openxmlformats.org/drawingml/2006/main">
            <a:off x="9963150" y="55340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factorial(2)</a:t>
            </a:r>
          </a:p>
        </p:txBody>
      </p:sp>
      <p:sp>
        <p:nvSpPr>
          <p:cNvPr id="25" name="WAITING">
            <a:extLst xmlns:a="http://schemas.openxmlformats.org/drawingml/2006/main">
              <a:ext uri="{FF2B5EF4-FFF2-40B4-BE49-F238E27FC236}">
                <a16:creationId xmlns:a16="http://schemas.microsoft.com/office/drawing/2014/main" id="{81647327-2609-408E-8134-4BBEBC1B77B6}"/>
              </a:ext>
            </a:extLst>
          </p:cNvPr>
          <p:cNvSpPr>
            <a:spLocks xmlns:a="http://schemas.openxmlformats.org/drawingml/2006/main" noGrp="1"/>
          </p:cNvSpPr>
          <p:nvPr/>
        </p:nvSpPr>
        <p:spPr>
          <a:xfrm xmlns:a="http://schemas.openxmlformats.org/drawingml/2006/main">
            <a:off x="14382750" y="56007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26" name="n = 2">
            <a:extLst xmlns:a="http://schemas.openxmlformats.org/drawingml/2006/main">
              <a:ext uri="{FF2B5EF4-FFF2-40B4-BE49-F238E27FC236}">
                <a16:creationId xmlns:a16="http://schemas.microsoft.com/office/drawing/2014/main" id="{A2F7853A-C95C-4FE6-8A95-3496EC9D05DD}"/>
              </a:ext>
            </a:extLst>
          </p:cNvPr>
          <p:cNvSpPr>
            <a:spLocks xmlns:a="http://schemas.openxmlformats.org/drawingml/2006/main" noGrp="1"/>
          </p:cNvSpPr>
          <p:nvPr/>
        </p:nvSpPr>
        <p:spPr>
          <a:xfrm xmlns:a="http://schemas.openxmlformats.org/drawingml/2006/main">
            <a:off x="9963150" y="60483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2</a:t>
            </a:r>
          </a:p>
        </p:txBody>
      </p:sp>
      <p:sp>
        <p:nvSpPr>
          <p:cNvPr id="27" name="waiting: 2 × ?">
            <a:extLst xmlns:a="http://schemas.openxmlformats.org/drawingml/2006/main">
              <a:ext uri="{FF2B5EF4-FFF2-40B4-BE49-F238E27FC236}">
                <a16:creationId xmlns:a16="http://schemas.microsoft.com/office/drawing/2014/main" id="{FE04D46E-EDD7-4A4E-83A6-23461905D368}"/>
              </a:ext>
            </a:extLst>
          </p:cNvPr>
          <p:cNvSpPr>
            <a:spLocks xmlns:a="http://schemas.openxmlformats.org/drawingml/2006/main" noGrp="1"/>
          </p:cNvSpPr>
          <p:nvPr/>
        </p:nvSpPr>
        <p:spPr>
          <a:xfrm xmlns:a="http://schemas.openxmlformats.org/drawingml/2006/main">
            <a:off x="11791950" y="604837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2 × ?</a:t>
            </a:r>
          </a:p>
        </p:txBody>
      </p:sp>
      <p:sp>
        <p:nvSpPr>
          <p:cNvPr id="28" name="factorial(3) stack frame">
            <a:extLst xmlns:a="http://schemas.openxmlformats.org/drawingml/2006/main">
              <a:ext uri="{FF2B5EF4-FFF2-40B4-BE49-F238E27FC236}">
                <a16:creationId xmlns:a16="http://schemas.microsoft.com/office/drawing/2014/main" id="{CAA01CA5-BD70-428D-AD16-CC97DAA1E490}"/>
              </a:ext>
            </a:extLst>
          </p:cNvPr>
          <p:cNvSpPr>
            <a:spLocks xmlns:a="http://schemas.openxmlformats.org/drawingml/2006/main" noGrp="1"/>
          </p:cNvSpPr>
          <p:nvPr/>
        </p:nvSpPr>
        <p:spPr>
          <a:xfrm xmlns:a="http://schemas.openxmlformats.org/drawingml/2006/main">
            <a:off x="9715500" y="6572250"/>
            <a:ext cx="6667500" cy="10668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29" name="factorial(3)">
            <a:extLst xmlns:a="http://schemas.openxmlformats.org/drawingml/2006/main">
              <a:ext uri="{FF2B5EF4-FFF2-40B4-BE49-F238E27FC236}">
                <a16:creationId xmlns:a16="http://schemas.microsoft.com/office/drawing/2014/main" id="{6A068279-36E9-4BBC-A008-595A4E907AED}"/>
              </a:ext>
            </a:extLst>
          </p:cNvPr>
          <p:cNvSpPr>
            <a:spLocks xmlns:a="http://schemas.openxmlformats.org/drawingml/2006/main" noGrp="1"/>
          </p:cNvSpPr>
          <p:nvPr/>
        </p:nvSpPr>
        <p:spPr>
          <a:xfrm xmlns:a="http://schemas.openxmlformats.org/drawingml/2006/main">
            <a:off x="9963150" y="669607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factorial(3)</a:t>
            </a:r>
          </a:p>
        </p:txBody>
      </p:sp>
      <p:sp>
        <p:nvSpPr>
          <p:cNvPr id="30" name="WAITING">
            <a:extLst xmlns:a="http://schemas.openxmlformats.org/drawingml/2006/main">
              <a:ext uri="{FF2B5EF4-FFF2-40B4-BE49-F238E27FC236}">
                <a16:creationId xmlns:a16="http://schemas.microsoft.com/office/drawing/2014/main" id="{68A4649F-1DED-4F45-807A-D7E70D9A519B}"/>
              </a:ext>
            </a:extLst>
          </p:cNvPr>
          <p:cNvSpPr>
            <a:spLocks xmlns:a="http://schemas.openxmlformats.org/drawingml/2006/main" noGrp="1"/>
          </p:cNvSpPr>
          <p:nvPr/>
        </p:nvSpPr>
        <p:spPr>
          <a:xfrm xmlns:a="http://schemas.openxmlformats.org/drawingml/2006/main">
            <a:off x="14382750" y="67627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31" name="n = 3">
            <a:extLst xmlns:a="http://schemas.openxmlformats.org/drawingml/2006/main">
              <a:ext uri="{FF2B5EF4-FFF2-40B4-BE49-F238E27FC236}">
                <a16:creationId xmlns:a16="http://schemas.microsoft.com/office/drawing/2014/main" id="{60077971-6EF4-4E9B-B4FB-E3FC5C598660}"/>
              </a:ext>
            </a:extLst>
          </p:cNvPr>
          <p:cNvSpPr>
            <a:spLocks xmlns:a="http://schemas.openxmlformats.org/drawingml/2006/main" noGrp="1"/>
          </p:cNvSpPr>
          <p:nvPr/>
        </p:nvSpPr>
        <p:spPr>
          <a:xfrm xmlns:a="http://schemas.openxmlformats.org/drawingml/2006/main">
            <a:off x="9963150" y="72104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3</a:t>
            </a:r>
          </a:p>
        </p:txBody>
      </p:sp>
      <p:sp>
        <p:nvSpPr>
          <p:cNvPr id="32" name="waiting: 3 × ?">
            <a:extLst xmlns:a="http://schemas.openxmlformats.org/drawingml/2006/main">
              <a:ext uri="{FF2B5EF4-FFF2-40B4-BE49-F238E27FC236}">
                <a16:creationId xmlns:a16="http://schemas.microsoft.com/office/drawing/2014/main" id="{7D4CB656-8698-4804-BD91-6286BD203B7A}"/>
              </a:ext>
            </a:extLst>
          </p:cNvPr>
          <p:cNvSpPr>
            <a:spLocks xmlns:a="http://schemas.openxmlformats.org/drawingml/2006/main" noGrp="1"/>
          </p:cNvSpPr>
          <p:nvPr/>
        </p:nvSpPr>
        <p:spPr>
          <a:xfrm xmlns:a="http://schemas.openxmlformats.org/drawingml/2006/main">
            <a:off x="11791950" y="721042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3 × ?</a:t>
            </a:r>
          </a:p>
        </p:txBody>
      </p:sp>
      <p:sp>
        <p:nvSpPr>
          <p:cNvPr id="33" name="main stack frame">
            <a:extLst xmlns:a="http://schemas.openxmlformats.org/drawingml/2006/main">
              <a:ext uri="{FF2B5EF4-FFF2-40B4-BE49-F238E27FC236}">
                <a16:creationId xmlns:a16="http://schemas.microsoft.com/office/drawing/2014/main" id="{87BB62E5-5BB1-4008-8F31-DBCB7FF74F68}"/>
              </a:ext>
            </a:extLst>
          </p:cNvPr>
          <p:cNvSpPr>
            <a:spLocks xmlns:a="http://schemas.openxmlformats.org/drawingml/2006/main" noGrp="1"/>
          </p:cNvSpPr>
          <p:nvPr/>
        </p:nvSpPr>
        <p:spPr>
          <a:xfrm xmlns:a="http://schemas.openxmlformats.org/drawingml/2006/main">
            <a:off x="9715500" y="7734300"/>
            <a:ext cx="6667500" cy="10668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34" name="main">
            <a:extLst xmlns:a="http://schemas.openxmlformats.org/drawingml/2006/main">
              <a:ext uri="{FF2B5EF4-FFF2-40B4-BE49-F238E27FC236}">
                <a16:creationId xmlns:a16="http://schemas.microsoft.com/office/drawing/2014/main" id="{6A061460-3720-4C5E-851E-2D10C4C15C67}"/>
              </a:ext>
            </a:extLst>
          </p:cNvPr>
          <p:cNvSpPr>
            <a:spLocks xmlns:a="http://schemas.openxmlformats.org/drawingml/2006/main" noGrp="1"/>
          </p:cNvSpPr>
          <p:nvPr/>
        </p:nvSpPr>
        <p:spPr>
          <a:xfrm xmlns:a="http://schemas.openxmlformats.org/drawingml/2006/main">
            <a:off x="9963150" y="785812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main</a:t>
            </a:r>
          </a:p>
        </p:txBody>
      </p:sp>
      <p:sp>
        <p:nvSpPr>
          <p:cNvPr id="35" name="WAITING">
            <a:extLst xmlns:a="http://schemas.openxmlformats.org/drawingml/2006/main">
              <a:ext uri="{FF2B5EF4-FFF2-40B4-BE49-F238E27FC236}">
                <a16:creationId xmlns:a16="http://schemas.microsoft.com/office/drawing/2014/main" id="{18E997DB-2C86-4785-BB1F-1C452AA0A318}"/>
              </a:ext>
            </a:extLst>
          </p:cNvPr>
          <p:cNvSpPr>
            <a:spLocks xmlns:a="http://schemas.openxmlformats.org/drawingml/2006/main" noGrp="1"/>
          </p:cNvSpPr>
          <p:nvPr/>
        </p:nvSpPr>
        <p:spPr>
          <a:xfrm xmlns:a="http://schemas.openxmlformats.org/drawingml/2006/main">
            <a:off x="14382750" y="79248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36" name="waiting for the result">
            <a:extLst xmlns:a="http://schemas.openxmlformats.org/drawingml/2006/main">
              <a:ext uri="{FF2B5EF4-FFF2-40B4-BE49-F238E27FC236}">
                <a16:creationId xmlns:a16="http://schemas.microsoft.com/office/drawing/2014/main" id="{2991A860-8940-4E2F-B540-8E09F3BA1EAA}"/>
              </a:ext>
            </a:extLst>
          </p:cNvPr>
          <p:cNvSpPr>
            <a:spLocks xmlns:a="http://schemas.openxmlformats.org/drawingml/2006/main" noGrp="1"/>
          </p:cNvSpPr>
          <p:nvPr/>
        </p:nvSpPr>
        <p:spPr>
          <a:xfrm xmlns:a="http://schemas.openxmlformats.org/drawingml/2006/main">
            <a:off x="9963150" y="8372475"/>
            <a:ext cx="617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for the result</a:t>
            </a:r>
          </a:p>
        </p:txBody>
      </p:sp>
    </p:spTree>
    <p:extLst>
      <p:ext uri="{BB962C8B-B14F-4D97-AF65-F5344CB8AC3E}">
        <p14:creationId xmlns:p14="http://schemas.microsoft.com/office/powerpoint/2010/main" val="21319771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RECURSION">
            <a:extLst xmlns:a="http://schemas.openxmlformats.org/drawingml/2006/main">
              <a:ext uri="{FF2B5EF4-FFF2-40B4-BE49-F238E27FC236}">
                <a16:creationId xmlns:a16="http://schemas.microsoft.com/office/drawing/2014/main" id="{3AD2D6BB-E07E-46BF-A585-389EC7DE7E4B}"/>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F8AA0493-611D-456D-A549-5334B7D55572}"/>
              </a:ext>
            </a:extLst>
          </p:cNvPr>
          <p:cNvPicPr>
            <a:picLocks xmlns:a="http://schemas.openxmlformats.org/drawingml/2006/main" noChangeAspect="1"/>
          </p:cNvPicPr>
          <p:nvPr/>
        </p:nvPicPr>
        <p:blipFill>
          <a:blip xmlns:r="http://schemas.openxmlformats.org/officeDocument/2006/relationships" xmlns:a="http://schemas.openxmlformats.org/drawingml/2006/main" r:embed="Rae4c6ed4c4144d33"/>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Returns remove finished frames">
            <a:extLst xmlns:a="http://schemas.openxmlformats.org/drawingml/2006/main">
              <a:ext uri="{FF2B5EF4-FFF2-40B4-BE49-F238E27FC236}">
                <a16:creationId xmlns:a16="http://schemas.microsoft.com/office/drawing/2014/main" id="{310FE53B-05C4-460A-8028-5346AC301395}"/>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Returns remove finished frames</a:t>
            </a:r>
          </a:p>
        </p:txBody>
      </p:sp>
      <p:sp>
        <p:nvSpPr>
          <p:cNvPr id="4" name="">
            <a:extLst xmlns:a="http://schemas.openxmlformats.org/drawingml/2006/main">
              <a:ext uri="{FF2B5EF4-FFF2-40B4-BE49-F238E27FC236}">
                <a16:creationId xmlns:a16="http://schemas.microsoft.com/office/drawing/2014/main" id="{302ABB9D-5B56-43FD-8281-C4973C4C864D}"/>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C8408136-5CFD-4887-9EA3-493EF5A2ED9A}"/>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2">
            <a:extLst xmlns:a="http://schemas.openxmlformats.org/drawingml/2006/main">
              <a:ext uri="{FF2B5EF4-FFF2-40B4-BE49-F238E27FC236}">
                <a16:creationId xmlns:a16="http://schemas.microsoft.com/office/drawing/2014/main" id="{EDF47D89-919A-48BC-8E6B-93AF04E42047}"/>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12</a:t>
            </a:r>
          </a:p>
        </p:txBody>
      </p:sp>
      <p:sp>
        <p:nvSpPr>
          <p:cNvPr id="7" name="First">
            <a:extLst xmlns:a="http://schemas.openxmlformats.org/drawingml/2006/main">
              <a:ext uri="{FF2B5EF4-FFF2-40B4-BE49-F238E27FC236}">
                <a16:creationId xmlns:a16="http://schemas.microsoft.com/office/drawing/2014/main" id="{8DF95D95-A157-45E4-BA4E-0B1B032AFABA}"/>
              </a:ext>
            </a:extLst>
          </p:cNvPr>
          <p:cNvSpPr>
            <a:spLocks xmlns:a="http://schemas.openxmlformats.org/drawingml/2006/main" noGrp="1"/>
          </p:cNvSpPr>
          <p:nvPr/>
        </p:nvSpPr>
        <p:spPr>
          <a:xfrm xmlns:a="http://schemas.openxmlformats.org/drawingml/2006/main">
            <a:off x="914400" y="28765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73513"/>
                </a:solidFill>
                <a:latin typeface="Arial"/>
                <a:ea typeface="Arial"/>
                <a:cs typeface="Arial"/>
              </a:defRPr>
            </a:defPPr>
            <a:lvl1pPr algn="l">
              <a:defRPr sz="2775" b="1">
                <a:solidFill>
                  <a:srgbClr val="B73513"/>
                </a:solidFill>
                <a:latin typeface="Arial"/>
                <a:ea typeface="Arial"/>
                <a:cs typeface="Arial"/>
              </a:defRPr>
            </a:lvl1pPr>
            <a:lvl2pPr algn="l">
              <a:defRPr sz="2775" b="1">
                <a:solidFill>
                  <a:srgbClr val="B73513"/>
                </a:solidFill>
                <a:latin typeface="Arial"/>
                <a:ea typeface="Arial"/>
                <a:cs typeface="Arial"/>
              </a:defRPr>
            </a:lvl2pPr>
            <a:lvl3pPr algn="l">
              <a:defRPr sz="2775" b="1">
                <a:solidFill>
                  <a:srgbClr val="B73513"/>
                </a:solidFill>
                <a:latin typeface="Arial"/>
                <a:ea typeface="Arial"/>
                <a:cs typeface="Arial"/>
              </a:defRPr>
            </a:lvl3pPr>
            <a:lvl4pPr algn="l">
              <a:defRPr sz="2775" b="1">
                <a:solidFill>
                  <a:srgbClr val="B73513"/>
                </a:solidFill>
                <a:latin typeface="Arial"/>
                <a:ea typeface="Arial"/>
                <a:cs typeface="Arial"/>
              </a:defRPr>
            </a:lvl4pPr>
            <a:lvl5pPr algn="l">
              <a:defRPr sz="2775" b="1">
                <a:solidFill>
                  <a:srgbClr val="B73513"/>
                </a:solidFill>
                <a:latin typeface="Arial"/>
                <a:ea typeface="Arial"/>
                <a:cs typeface="Arial"/>
              </a:defRPr>
            </a:lvl5pPr>
            <a:lvl6pPr algn="l">
              <a:defRPr sz="2775" b="1">
                <a:solidFill>
                  <a:srgbClr val="B73513"/>
                </a:solidFill>
                <a:latin typeface="Arial"/>
                <a:ea typeface="Arial"/>
                <a:cs typeface="Arial"/>
              </a:defRPr>
            </a:lvl6pPr>
            <a:lvl7pPr algn="l">
              <a:defRPr sz="2775" b="1">
                <a:solidFill>
                  <a:srgbClr val="B73513"/>
                </a:solidFill>
                <a:latin typeface="Arial"/>
                <a:ea typeface="Arial"/>
                <a:cs typeface="Arial"/>
              </a:defRPr>
            </a:lvl7pPr>
            <a:lvl8pPr algn="l">
              <a:defRPr sz="2775" b="1">
                <a:solidFill>
                  <a:srgbClr val="B73513"/>
                </a:solidFill>
                <a:latin typeface="Arial"/>
                <a:ea typeface="Arial"/>
                <a:cs typeface="Arial"/>
              </a:defRPr>
            </a:lvl8pPr>
            <a:lvl9pPr algn="l">
              <a:defRPr sz="2775" b="1">
                <a:solidFill>
                  <a:srgbClr val="B73513"/>
                </a:solidFill>
                <a:latin typeface="Arial"/>
                <a:ea typeface="Arial"/>
                <a:cs typeface="Arial"/>
              </a:defRPr>
            </a:lvl9pPr>
          </a:lstStyle>
          <a:p xmlns:a="http://schemas.openxmlformats.org/drawingml/2006/main">
            <a:pPr algn="l">
              <a:lnSpc>
                <a:spcPct val="100000"/>
              </a:lnSpc>
              <a:buNone/>
              <a:defRPr sz="2775" b="1">
                <a:solidFill>
                  <a:srgbClr val="B73513"/>
                </a:solidFill>
                <a:latin typeface="Arial"/>
                <a:ea typeface="Arial"/>
                <a:cs typeface="Arial"/>
              </a:defRPr>
            </a:pPr>
            <a:r>
              <a:rPr sz="2775" b="1">
                <a:solidFill>
                  <a:srgbClr val="B73513"/>
                </a:solidFill>
                <a:latin typeface="Arial"/>
                <a:ea typeface="Arial"/>
                <a:cs typeface="Arial"/>
              </a:rPr>
              <a:t>First</a:t>
            </a:r>
          </a:p>
        </p:txBody>
      </p:sp>
      <p:sp>
        <p:nvSpPr>
          <p:cNvPr id="8" name="Then">
            <a:extLst xmlns:a="http://schemas.openxmlformats.org/drawingml/2006/main">
              <a:ext uri="{FF2B5EF4-FFF2-40B4-BE49-F238E27FC236}">
                <a16:creationId xmlns:a16="http://schemas.microsoft.com/office/drawing/2014/main" id="{5162DD67-3D54-4C4D-83A5-8437D38D21E9}"/>
              </a:ext>
            </a:extLst>
          </p:cNvPr>
          <p:cNvSpPr>
            <a:spLocks xmlns:a="http://schemas.openxmlformats.org/drawingml/2006/main" noGrp="1"/>
          </p:cNvSpPr>
          <p:nvPr/>
        </p:nvSpPr>
        <p:spPr>
          <a:xfrm xmlns:a="http://schemas.openxmlformats.org/drawingml/2006/main">
            <a:off x="10096500" y="28765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73513"/>
                </a:solidFill>
                <a:latin typeface="Arial"/>
                <a:ea typeface="Arial"/>
                <a:cs typeface="Arial"/>
              </a:defRPr>
            </a:defPPr>
            <a:lvl1pPr algn="l">
              <a:defRPr sz="2775" b="1">
                <a:solidFill>
                  <a:srgbClr val="B73513"/>
                </a:solidFill>
                <a:latin typeface="Arial"/>
                <a:ea typeface="Arial"/>
                <a:cs typeface="Arial"/>
              </a:defRPr>
            </a:lvl1pPr>
            <a:lvl2pPr algn="l">
              <a:defRPr sz="2775" b="1">
                <a:solidFill>
                  <a:srgbClr val="B73513"/>
                </a:solidFill>
                <a:latin typeface="Arial"/>
                <a:ea typeface="Arial"/>
                <a:cs typeface="Arial"/>
              </a:defRPr>
            </a:lvl2pPr>
            <a:lvl3pPr algn="l">
              <a:defRPr sz="2775" b="1">
                <a:solidFill>
                  <a:srgbClr val="B73513"/>
                </a:solidFill>
                <a:latin typeface="Arial"/>
                <a:ea typeface="Arial"/>
                <a:cs typeface="Arial"/>
              </a:defRPr>
            </a:lvl3pPr>
            <a:lvl4pPr algn="l">
              <a:defRPr sz="2775" b="1">
                <a:solidFill>
                  <a:srgbClr val="B73513"/>
                </a:solidFill>
                <a:latin typeface="Arial"/>
                <a:ea typeface="Arial"/>
                <a:cs typeface="Arial"/>
              </a:defRPr>
            </a:lvl4pPr>
            <a:lvl5pPr algn="l">
              <a:defRPr sz="2775" b="1">
                <a:solidFill>
                  <a:srgbClr val="B73513"/>
                </a:solidFill>
                <a:latin typeface="Arial"/>
                <a:ea typeface="Arial"/>
                <a:cs typeface="Arial"/>
              </a:defRPr>
            </a:lvl5pPr>
            <a:lvl6pPr algn="l">
              <a:defRPr sz="2775" b="1">
                <a:solidFill>
                  <a:srgbClr val="B73513"/>
                </a:solidFill>
                <a:latin typeface="Arial"/>
                <a:ea typeface="Arial"/>
                <a:cs typeface="Arial"/>
              </a:defRPr>
            </a:lvl6pPr>
            <a:lvl7pPr algn="l">
              <a:defRPr sz="2775" b="1">
                <a:solidFill>
                  <a:srgbClr val="B73513"/>
                </a:solidFill>
                <a:latin typeface="Arial"/>
                <a:ea typeface="Arial"/>
                <a:cs typeface="Arial"/>
              </a:defRPr>
            </a:lvl7pPr>
            <a:lvl8pPr algn="l">
              <a:defRPr sz="2775" b="1">
                <a:solidFill>
                  <a:srgbClr val="B73513"/>
                </a:solidFill>
                <a:latin typeface="Arial"/>
                <a:ea typeface="Arial"/>
                <a:cs typeface="Arial"/>
              </a:defRPr>
            </a:lvl8pPr>
            <a:lvl9pPr algn="l">
              <a:defRPr sz="2775" b="1">
                <a:solidFill>
                  <a:srgbClr val="B73513"/>
                </a:solidFill>
                <a:latin typeface="Arial"/>
                <a:ea typeface="Arial"/>
                <a:cs typeface="Arial"/>
              </a:defRPr>
            </a:lvl9pPr>
          </a:lstStyle>
          <a:p xmlns:a="http://schemas.openxmlformats.org/drawingml/2006/main">
            <a:pPr algn="l">
              <a:lnSpc>
                <a:spcPct val="100000"/>
              </a:lnSpc>
              <a:buNone/>
              <a:defRPr sz="2775" b="1">
                <a:solidFill>
                  <a:srgbClr val="B73513"/>
                </a:solidFill>
                <a:latin typeface="Arial"/>
                <a:ea typeface="Arial"/>
                <a:cs typeface="Arial"/>
              </a:defRPr>
            </a:pPr>
            <a:r>
              <a:rPr sz="2775" b="1">
                <a:solidFill>
                  <a:srgbClr val="B73513"/>
                </a:solidFill>
                <a:latin typeface="Arial"/>
                <a:ea typeface="Arial"/>
                <a:cs typeface="Arial"/>
              </a:rPr>
              <a:t>Then</a:t>
            </a:r>
          </a:p>
        </p:txBody>
      </p:sp>
      <p:sp>
        <p:nvSpPr>
          <p:cNvPr id="9" name="factorial(1) stack frame">
            <a:extLst xmlns:a="http://schemas.openxmlformats.org/drawingml/2006/main">
              <a:ext uri="{FF2B5EF4-FFF2-40B4-BE49-F238E27FC236}">
                <a16:creationId xmlns:a16="http://schemas.microsoft.com/office/drawing/2014/main" id="{89FFAFE4-6D92-40F5-AD1D-3B165AA88665}"/>
              </a:ext>
            </a:extLst>
          </p:cNvPr>
          <p:cNvSpPr>
            <a:spLocks xmlns:a="http://schemas.openxmlformats.org/drawingml/2006/main" noGrp="1"/>
          </p:cNvSpPr>
          <p:nvPr/>
        </p:nvSpPr>
        <p:spPr>
          <a:xfrm xmlns:a="http://schemas.openxmlformats.org/drawingml/2006/main">
            <a:off x="914400" y="3933825"/>
            <a:ext cx="6953250" cy="1304925"/>
          </a:xfrm>
          <a:prstGeom xmlns:a="http://schemas.openxmlformats.org/drawingml/2006/main" prst="rect">
            <a:avLst/>
          </a:prstGeom>
          <a:solidFill xmlns:a="http://schemas.openxmlformats.org/drawingml/2006/main">
            <a:srgbClr val="FFF2EB"/>
          </a:solidFill>
          <a:ln xmlns:a="http://schemas.openxmlformats.org/drawingml/2006/main" w="38100">
            <a:solidFill>
              <a:srgbClr val="E64519"/>
            </a:solidFill>
            <a:prstDash val="solid"/>
          </a:ln>
        </p:spPr>
      </p:sp>
      <p:sp>
        <p:nvSpPr>
          <p:cNvPr id="10" name="">
            <a:extLst xmlns:a="http://schemas.openxmlformats.org/drawingml/2006/main">
              <a:ext uri="{FF2B5EF4-FFF2-40B4-BE49-F238E27FC236}">
                <a16:creationId xmlns:a16="http://schemas.microsoft.com/office/drawing/2014/main" id="{BFD16839-5C2F-47B7-BA81-9D5A1BAF57DB}"/>
              </a:ext>
            </a:extLst>
          </p:cNvPr>
          <p:cNvSpPr>
            <a:spLocks xmlns:a="http://schemas.openxmlformats.org/drawingml/2006/main" noGrp="1"/>
          </p:cNvSpPr>
          <p:nvPr/>
        </p:nvSpPr>
        <p:spPr>
          <a:xfrm xmlns:a="http://schemas.openxmlformats.org/drawingml/2006/main">
            <a:off x="914400" y="3933825"/>
            <a:ext cx="85725" cy="1304925"/>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1" name="factorial(1)">
            <a:extLst xmlns:a="http://schemas.openxmlformats.org/drawingml/2006/main">
              <a:ext uri="{FF2B5EF4-FFF2-40B4-BE49-F238E27FC236}">
                <a16:creationId xmlns:a16="http://schemas.microsoft.com/office/drawing/2014/main" id="{4F14EB67-6633-425C-B5B2-126668095424}"/>
              </a:ext>
            </a:extLst>
          </p:cNvPr>
          <p:cNvSpPr>
            <a:spLocks xmlns:a="http://schemas.openxmlformats.org/drawingml/2006/main" noGrp="1"/>
          </p:cNvSpPr>
          <p:nvPr/>
        </p:nvSpPr>
        <p:spPr>
          <a:xfrm xmlns:a="http://schemas.openxmlformats.org/drawingml/2006/main">
            <a:off x="116205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factorial(1)</a:t>
            </a:r>
          </a:p>
        </p:txBody>
      </p:sp>
      <p:sp>
        <p:nvSpPr>
          <p:cNvPr id="12" name="ACTIVE">
            <a:extLst xmlns:a="http://schemas.openxmlformats.org/drawingml/2006/main">
              <a:ext uri="{FF2B5EF4-FFF2-40B4-BE49-F238E27FC236}">
                <a16:creationId xmlns:a16="http://schemas.microsoft.com/office/drawing/2014/main" id="{07ED117A-FC17-46E2-A09B-D0642EDB7A0C}"/>
              </a:ext>
            </a:extLst>
          </p:cNvPr>
          <p:cNvSpPr>
            <a:spLocks xmlns:a="http://schemas.openxmlformats.org/drawingml/2006/main" noGrp="1"/>
          </p:cNvSpPr>
          <p:nvPr/>
        </p:nvSpPr>
        <p:spPr>
          <a:xfrm xmlns:a="http://schemas.openxmlformats.org/drawingml/2006/main">
            <a:off x="5867400" y="4124325"/>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B73513"/>
                </a:solidFill>
                <a:latin typeface="Arial"/>
                <a:ea typeface="Arial"/>
                <a:cs typeface="Arial"/>
              </a:defRPr>
            </a:defPPr>
            <a:lvl1pPr algn="r">
              <a:defRPr sz="1800" b="1">
                <a:solidFill>
                  <a:srgbClr val="B73513"/>
                </a:solidFill>
                <a:latin typeface="Arial"/>
                <a:ea typeface="Arial"/>
                <a:cs typeface="Arial"/>
              </a:defRPr>
            </a:lvl1pPr>
            <a:lvl2pPr algn="r">
              <a:defRPr sz="1800" b="1">
                <a:solidFill>
                  <a:srgbClr val="B73513"/>
                </a:solidFill>
                <a:latin typeface="Arial"/>
                <a:ea typeface="Arial"/>
                <a:cs typeface="Arial"/>
              </a:defRPr>
            </a:lvl2pPr>
            <a:lvl3pPr algn="r">
              <a:defRPr sz="1800" b="1">
                <a:solidFill>
                  <a:srgbClr val="B73513"/>
                </a:solidFill>
                <a:latin typeface="Arial"/>
                <a:ea typeface="Arial"/>
                <a:cs typeface="Arial"/>
              </a:defRPr>
            </a:lvl3pPr>
            <a:lvl4pPr algn="r">
              <a:defRPr sz="1800" b="1">
                <a:solidFill>
                  <a:srgbClr val="B73513"/>
                </a:solidFill>
                <a:latin typeface="Arial"/>
                <a:ea typeface="Arial"/>
                <a:cs typeface="Arial"/>
              </a:defRPr>
            </a:lvl4pPr>
            <a:lvl5pPr algn="r">
              <a:defRPr sz="1800" b="1">
                <a:solidFill>
                  <a:srgbClr val="B73513"/>
                </a:solidFill>
                <a:latin typeface="Arial"/>
                <a:ea typeface="Arial"/>
                <a:cs typeface="Arial"/>
              </a:defRPr>
            </a:lvl5pPr>
            <a:lvl6pPr algn="r">
              <a:defRPr sz="1800" b="1">
                <a:solidFill>
                  <a:srgbClr val="B73513"/>
                </a:solidFill>
                <a:latin typeface="Arial"/>
                <a:ea typeface="Arial"/>
                <a:cs typeface="Arial"/>
              </a:defRPr>
            </a:lvl6pPr>
            <a:lvl7pPr algn="r">
              <a:defRPr sz="1800" b="1">
                <a:solidFill>
                  <a:srgbClr val="B73513"/>
                </a:solidFill>
                <a:latin typeface="Arial"/>
                <a:ea typeface="Arial"/>
                <a:cs typeface="Arial"/>
              </a:defRPr>
            </a:lvl7pPr>
            <a:lvl8pPr algn="r">
              <a:defRPr sz="1800" b="1">
                <a:solidFill>
                  <a:srgbClr val="B73513"/>
                </a:solidFill>
                <a:latin typeface="Arial"/>
                <a:ea typeface="Arial"/>
                <a:cs typeface="Arial"/>
              </a:defRPr>
            </a:lvl8pPr>
            <a:lvl9pPr algn="r">
              <a:defRPr sz="1800" b="1">
                <a:solidFill>
                  <a:srgbClr val="B73513"/>
                </a:solidFill>
                <a:latin typeface="Arial"/>
                <a:ea typeface="Arial"/>
                <a:cs typeface="Arial"/>
              </a:defRPr>
            </a:lvl9pPr>
          </a:lstStyle>
          <a:p xmlns:a="http://schemas.openxmlformats.org/drawingml/2006/main">
            <a:pPr algn="r">
              <a:lnSpc>
                <a:spcPct val="100000"/>
              </a:lnSpc>
              <a:buNone/>
              <a:defRPr sz="1800" b="1">
                <a:solidFill>
                  <a:srgbClr val="B73513"/>
                </a:solidFill>
                <a:latin typeface="Arial"/>
                <a:ea typeface="Arial"/>
                <a:cs typeface="Arial"/>
              </a:defRPr>
            </a:pPr>
            <a:r>
              <a:rPr sz="1800" b="1">
                <a:solidFill>
                  <a:srgbClr val="B73513"/>
                </a:solidFill>
                <a:latin typeface="Arial"/>
                <a:ea typeface="Arial"/>
                <a:cs typeface="Arial"/>
              </a:rPr>
              <a:t>ACTIVE</a:t>
            </a:r>
          </a:p>
        </p:txBody>
      </p:sp>
      <p:sp>
        <p:nvSpPr>
          <p:cNvPr id="13" name="n = 1">
            <a:extLst xmlns:a="http://schemas.openxmlformats.org/drawingml/2006/main">
              <a:ext uri="{FF2B5EF4-FFF2-40B4-BE49-F238E27FC236}">
                <a16:creationId xmlns:a16="http://schemas.microsoft.com/office/drawing/2014/main" id="{FB38FB1B-368F-4043-8A9D-CAA69BB616D0}"/>
              </a:ext>
            </a:extLst>
          </p:cNvPr>
          <p:cNvSpPr>
            <a:spLocks xmlns:a="http://schemas.openxmlformats.org/drawingml/2006/main" noGrp="1"/>
          </p:cNvSpPr>
          <p:nvPr/>
        </p:nvSpPr>
        <p:spPr>
          <a:xfrm xmlns:a="http://schemas.openxmlformats.org/drawingml/2006/main">
            <a:off x="1162050" y="4572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1</a:t>
            </a:r>
          </a:p>
        </p:txBody>
      </p:sp>
      <p:sp>
        <p:nvSpPr>
          <p:cNvPr id="14" name="1 × 1 = 1">
            <a:extLst xmlns:a="http://schemas.openxmlformats.org/drawingml/2006/main">
              <a:ext uri="{FF2B5EF4-FFF2-40B4-BE49-F238E27FC236}">
                <a16:creationId xmlns:a16="http://schemas.microsoft.com/office/drawing/2014/main" id="{C1547FFD-172B-4152-99F1-17BCA42EF103}"/>
              </a:ext>
            </a:extLst>
          </p:cNvPr>
          <p:cNvSpPr>
            <a:spLocks xmlns:a="http://schemas.openxmlformats.org/drawingml/2006/main" noGrp="1"/>
          </p:cNvSpPr>
          <p:nvPr/>
        </p:nvSpPr>
        <p:spPr>
          <a:xfrm xmlns:a="http://schemas.openxmlformats.org/drawingml/2006/main">
            <a:off x="2990850" y="457200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1 × 1 = 1</a:t>
            </a:r>
          </a:p>
        </p:txBody>
      </p:sp>
      <p:sp>
        <p:nvSpPr>
          <p:cNvPr id="15" name="factorial(2) stack frame">
            <a:extLst xmlns:a="http://schemas.openxmlformats.org/drawingml/2006/main">
              <a:ext uri="{FF2B5EF4-FFF2-40B4-BE49-F238E27FC236}">
                <a16:creationId xmlns:a16="http://schemas.microsoft.com/office/drawing/2014/main" id="{0794D489-567B-4E17-9808-3AEA61ADA581}"/>
              </a:ext>
            </a:extLst>
          </p:cNvPr>
          <p:cNvSpPr>
            <a:spLocks xmlns:a="http://schemas.openxmlformats.org/drawingml/2006/main" noGrp="1"/>
          </p:cNvSpPr>
          <p:nvPr/>
        </p:nvSpPr>
        <p:spPr>
          <a:xfrm xmlns:a="http://schemas.openxmlformats.org/drawingml/2006/main">
            <a:off x="914400" y="5410200"/>
            <a:ext cx="6953250" cy="1304925"/>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16" name="factorial(2)">
            <a:extLst xmlns:a="http://schemas.openxmlformats.org/drawingml/2006/main">
              <a:ext uri="{FF2B5EF4-FFF2-40B4-BE49-F238E27FC236}">
                <a16:creationId xmlns:a16="http://schemas.microsoft.com/office/drawing/2014/main" id="{895DDC77-46A2-483B-8932-461FE7E83E3B}"/>
              </a:ext>
            </a:extLst>
          </p:cNvPr>
          <p:cNvSpPr>
            <a:spLocks xmlns:a="http://schemas.openxmlformats.org/drawingml/2006/main" noGrp="1"/>
          </p:cNvSpPr>
          <p:nvPr/>
        </p:nvSpPr>
        <p:spPr>
          <a:xfrm xmlns:a="http://schemas.openxmlformats.org/drawingml/2006/main">
            <a:off x="1162050" y="55340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factorial(2)</a:t>
            </a:r>
          </a:p>
        </p:txBody>
      </p:sp>
      <p:sp>
        <p:nvSpPr>
          <p:cNvPr id="17" name="WAITING">
            <a:extLst xmlns:a="http://schemas.openxmlformats.org/drawingml/2006/main">
              <a:ext uri="{FF2B5EF4-FFF2-40B4-BE49-F238E27FC236}">
                <a16:creationId xmlns:a16="http://schemas.microsoft.com/office/drawing/2014/main" id="{F5A8B009-5BFD-43F7-91BA-AA8FA4EFCD8B}"/>
              </a:ext>
            </a:extLst>
          </p:cNvPr>
          <p:cNvSpPr>
            <a:spLocks xmlns:a="http://schemas.openxmlformats.org/drawingml/2006/main" noGrp="1"/>
          </p:cNvSpPr>
          <p:nvPr/>
        </p:nvSpPr>
        <p:spPr>
          <a:xfrm xmlns:a="http://schemas.openxmlformats.org/drawingml/2006/main">
            <a:off x="5867400" y="56007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18" name="n = 2">
            <a:extLst xmlns:a="http://schemas.openxmlformats.org/drawingml/2006/main">
              <a:ext uri="{FF2B5EF4-FFF2-40B4-BE49-F238E27FC236}">
                <a16:creationId xmlns:a16="http://schemas.microsoft.com/office/drawing/2014/main" id="{9FE36664-FE0A-4648-9F1F-4AC18DF9014F}"/>
              </a:ext>
            </a:extLst>
          </p:cNvPr>
          <p:cNvSpPr>
            <a:spLocks xmlns:a="http://schemas.openxmlformats.org/drawingml/2006/main" noGrp="1"/>
          </p:cNvSpPr>
          <p:nvPr/>
        </p:nvSpPr>
        <p:spPr>
          <a:xfrm xmlns:a="http://schemas.openxmlformats.org/drawingml/2006/main">
            <a:off x="1162050" y="60483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2</a:t>
            </a:r>
          </a:p>
        </p:txBody>
      </p:sp>
      <p:sp>
        <p:nvSpPr>
          <p:cNvPr id="19" name="waiting: 2 × ?">
            <a:extLst xmlns:a="http://schemas.openxmlformats.org/drawingml/2006/main">
              <a:ext uri="{FF2B5EF4-FFF2-40B4-BE49-F238E27FC236}">
                <a16:creationId xmlns:a16="http://schemas.microsoft.com/office/drawing/2014/main" id="{49D9D97C-9E62-4105-AA07-2070B9ACA348}"/>
              </a:ext>
            </a:extLst>
          </p:cNvPr>
          <p:cNvSpPr>
            <a:spLocks xmlns:a="http://schemas.openxmlformats.org/drawingml/2006/main" noGrp="1"/>
          </p:cNvSpPr>
          <p:nvPr/>
        </p:nvSpPr>
        <p:spPr>
          <a:xfrm xmlns:a="http://schemas.openxmlformats.org/drawingml/2006/main">
            <a:off x="2990850" y="60483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2 × ?</a:t>
            </a:r>
          </a:p>
        </p:txBody>
      </p:sp>
      <p:sp>
        <p:nvSpPr>
          <p:cNvPr id="20" name="factorial(3) stack frame">
            <a:extLst xmlns:a="http://schemas.openxmlformats.org/drawingml/2006/main">
              <a:ext uri="{FF2B5EF4-FFF2-40B4-BE49-F238E27FC236}">
                <a16:creationId xmlns:a16="http://schemas.microsoft.com/office/drawing/2014/main" id="{42CECB56-B2A6-47B9-A931-93FD3445A805}"/>
              </a:ext>
            </a:extLst>
          </p:cNvPr>
          <p:cNvSpPr>
            <a:spLocks xmlns:a="http://schemas.openxmlformats.org/drawingml/2006/main" noGrp="1"/>
          </p:cNvSpPr>
          <p:nvPr/>
        </p:nvSpPr>
        <p:spPr>
          <a:xfrm xmlns:a="http://schemas.openxmlformats.org/drawingml/2006/main">
            <a:off x="914400" y="6886575"/>
            <a:ext cx="6953250" cy="1304925"/>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21" name="factorial(3)">
            <a:extLst xmlns:a="http://schemas.openxmlformats.org/drawingml/2006/main">
              <a:ext uri="{FF2B5EF4-FFF2-40B4-BE49-F238E27FC236}">
                <a16:creationId xmlns:a16="http://schemas.microsoft.com/office/drawing/2014/main" id="{C10A7DD4-11D9-4328-8B34-81137B143691}"/>
              </a:ext>
            </a:extLst>
          </p:cNvPr>
          <p:cNvSpPr>
            <a:spLocks xmlns:a="http://schemas.openxmlformats.org/drawingml/2006/main" noGrp="1"/>
          </p:cNvSpPr>
          <p:nvPr/>
        </p:nvSpPr>
        <p:spPr>
          <a:xfrm xmlns:a="http://schemas.openxmlformats.org/drawingml/2006/main">
            <a:off x="1162050" y="7010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factorial(3)</a:t>
            </a:r>
          </a:p>
        </p:txBody>
      </p:sp>
      <p:sp>
        <p:nvSpPr>
          <p:cNvPr id="22" name="WAITING">
            <a:extLst xmlns:a="http://schemas.openxmlformats.org/drawingml/2006/main">
              <a:ext uri="{FF2B5EF4-FFF2-40B4-BE49-F238E27FC236}">
                <a16:creationId xmlns:a16="http://schemas.microsoft.com/office/drawing/2014/main" id="{7D403C15-EE6C-41D5-8CB1-1C0E72010C8E}"/>
              </a:ext>
            </a:extLst>
          </p:cNvPr>
          <p:cNvSpPr>
            <a:spLocks xmlns:a="http://schemas.openxmlformats.org/drawingml/2006/main" noGrp="1"/>
          </p:cNvSpPr>
          <p:nvPr/>
        </p:nvSpPr>
        <p:spPr>
          <a:xfrm xmlns:a="http://schemas.openxmlformats.org/drawingml/2006/main">
            <a:off x="5867400" y="7077075"/>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23" name="n = 3">
            <a:extLst xmlns:a="http://schemas.openxmlformats.org/drawingml/2006/main">
              <a:ext uri="{FF2B5EF4-FFF2-40B4-BE49-F238E27FC236}">
                <a16:creationId xmlns:a16="http://schemas.microsoft.com/office/drawing/2014/main" id="{936C2DB3-015A-4A1C-AAAD-62B4035A45E9}"/>
              </a:ext>
            </a:extLst>
          </p:cNvPr>
          <p:cNvSpPr>
            <a:spLocks xmlns:a="http://schemas.openxmlformats.org/drawingml/2006/main" noGrp="1"/>
          </p:cNvSpPr>
          <p:nvPr/>
        </p:nvSpPr>
        <p:spPr>
          <a:xfrm xmlns:a="http://schemas.openxmlformats.org/drawingml/2006/main">
            <a:off x="1162050" y="7524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3</a:t>
            </a:r>
          </a:p>
        </p:txBody>
      </p:sp>
      <p:sp>
        <p:nvSpPr>
          <p:cNvPr id="24" name="waiting: 3 × ?">
            <a:extLst xmlns:a="http://schemas.openxmlformats.org/drawingml/2006/main">
              <a:ext uri="{FF2B5EF4-FFF2-40B4-BE49-F238E27FC236}">
                <a16:creationId xmlns:a16="http://schemas.microsoft.com/office/drawing/2014/main" id="{9889CAEE-B2F1-4B71-B5F7-ADC364DD067C}"/>
              </a:ext>
            </a:extLst>
          </p:cNvPr>
          <p:cNvSpPr>
            <a:spLocks xmlns:a="http://schemas.openxmlformats.org/drawingml/2006/main" noGrp="1"/>
          </p:cNvSpPr>
          <p:nvPr/>
        </p:nvSpPr>
        <p:spPr>
          <a:xfrm xmlns:a="http://schemas.openxmlformats.org/drawingml/2006/main">
            <a:off x="2990850" y="752475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3 × ?</a:t>
            </a:r>
          </a:p>
        </p:txBody>
      </p:sp>
      <p:sp>
        <p:nvSpPr>
          <p:cNvPr id="25" name="main stack frame">
            <a:extLst xmlns:a="http://schemas.openxmlformats.org/drawingml/2006/main">
              <a:ext uri="{FF2B5EF4-FFF2-40B4-BE49-F238E27FC236}">
                <a16:creationId xmlns:a16="http://schemas.microsoft.com/office/drawing/2014/main" id="{27A2E9AD-1A57-4389-98C2-6CFFA0E3B263}"/>
              </a:ext>
            </a:extLst>
          </p:cNvPr>
          <p:cNvSpPr>
            <a:spLocks xmlns:a="http://schemas.openxmlformats.org/drawingml/2006/main" noGrp="1"/>
          </p:cNvSpPr>
          <p:nvPr/>
        </p:nvSpPr>
        <p:spPr>
          <a:xfrm xmlns:a="http://schemas.openxmlformats.org/drawingml/2006/main">
            <a:off x="914400" y="8362950"/>
            <a:ext cx="6953250" cy="11049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26" name="main">
            <a:extLst xmlns:a="http://schemas.openxmlformats.org/drawingml/2006/main">
              <a:ext uri="{FF2B5EF4-FFF2-40B4-BE49-F238E27FC236}">
                <a16:creationId xmlns:a16="http://schemas.microsoft.com/office/drawing/2014/main" id="{69C3ADF2-B8E4-416C-9DC4-4484C04F796A}"/>
              </a:ext>
            </a:extLst>
          </p:cNvPr>
          <p:cNvSpPr>
            <a:spLocks xmlns:a="http://schemas.openxmlformats.org/drawingml/2006/main" noGrp="1"/>
          </p:cNvSpPr>
          <p:nvPr/>
        </p:nvSpPr>
        <p:spPr>
          <a:xfrm xmlns:a="http://schemas.openxmlformats.org/drawingml/2006/main">
            <a:off x="1162050" y="84867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main</a:t>
            </a:r>
          </a:p>
        </p:txBody>
      </p:sp>
      <p:sp>
        <p:nvSpPr>
          <p:cNvPr id="27" name="WAITING">
            <a:extLst xmlns:a="http://schemas.openxmlformats.org/drawingml/2006/main">
              <a:ext uri="{FF2B5EF4-FFF2-40B4-BE49-F238E27FC236}">
                <a16:creationId xmlns:a16="http://schemas.microsoft.com/office/drawing/2014/main" id="{B83C15D2-A04D-4DA6-9D63-CC27AF012947}"/>
              </a:ext>
            </a:extLst>
          </p:cNvPr>
          <p:cNvSpPr>
            <a:spLocks xmlns:a="http://schemas.openxmlformats.org/drawingml/2006/main" noGrp="1"/>
          </p:cNvSpPr>
          <p:nvPr/>
        </p:nvSpPr>
        <p:spPr>
          <a:xfrm xmlns:a="http://schemas.openxmlformats.org/drawingml/2006/main">
            <a:off x="5867400" y="85534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28" name="waiting for result">
            <a:extLst xmlns:a="http://schemas.openxmlformats.org/drawingml/2006/main">
              <a:ext uri="{FF2B5EF4-FFF2-40B4-BE49-F238E27FC236}">
                <a16:creationId xmlns:a16="http://schemas.microsoft.com/office/drawing/2014/main" id="{41F51802-FB11-4887-972C-C502F5A103A7}"/>
              </a:ext>
            </a:extLst>
          </p:cNvPr>
          <p:cNvSpPr>
            <a:spLocks xmlns:a="http://schemas.openxmlformats.org/drawingml/2006/main" noGrp="1"/>
          </p:cNvSpPr>
          <p:nvPr/>
        </p:nvSpPr>
        <p:spPr>
          <a:xfrm xmlns:a="http://schemas.openxmlformats.org/drawingml/2006/main">
            <a:off x="1162050" y="9001125"/>
            <a:ext cx="6457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for result</a:t>
            </a:r>
          </a:p>
        </p:txBody>
      </p:sp>
      <p:cxnSp>
        <p:nvCxnSpPr>
          <p:cNvPr id="29" name="">
            <a:extLst xmlns:a="http://schemas.openxmlformats.org/drawingml/2006/main">
              <a:ext uri="{FF2B5EF4-FFF2-40B4-BE49-F238E27FC236}">
                <a16:creationId xmlns:a16="http://schemas.microsoft.com/office/drawing/2014/main" id="{6DF3B23A-7E10-4E91-B87A-A9DE9309DEBB}"/>
              </a:ext>
            </a:extLst>
          </p:cNvPr>
          <p:cNvCxnSpPr/>
          <p:nvPr/>
        </p:nvCxnSpPr>
        <p:spPr>
          <a:xfrm xmlns:a="http://schemas.openxmlformats.org/drawingml/2006/main">
            <a:off x="8372475" y="6067425"/>
            <a:ext cx="1143000" cy="0"/>
          </a:xfrm>
          <a:prstGeom xmlns:a="http://schemas.openxmlformats.org/drawingml/2006/main" prst="straightConnector1">
            <a:avLst/>
          </a:prstGeom>
          <a:ln xmlns:a="http://schemas.openxmlformats.org/drawingml/2006/main" w="57150">
            <a:solidFill>
              <a:srgbClr val="E64519"/>
            </a:solidFill>
            <a:prstDash val="solid"/>
            <a:tailEnd type="triangle" w="med" len="med"/>
          </a:ln>
        </p:spPr>
      </p:cxnSp>
      <p:sp>
        <p:nvSpPr>
          <p:cNvPr id="30" name="factorial(2) stack frame">
            <a:extLst xmlns:a="http://schemas.openxmlformats.org/drawingml/2006/main">
              <a:ext uri="{FF2B5EF4-FFF2-40B4-BE49-F238E27FC236}">
                <a16:creationId xmlns:a16="http://schemas.microsoft.com/office/drawing/2014/main" id="{B650A78C-7A5E-4581-B5AA-32E53492B692}"/>
              </a:ext>
            </a:extLst>
          </p:cNvPr>
          <p:cNvSpPr>
            <a:spLocks xmlns:a="http://schemas.openxmlformats.org/drawingml/2006/main" noGrp="1"/>
          </p:cNvSpPr>
          <p:nvPr/>
        </p:nvSpPr>
        <p:spPr>
          <a:xfrm xmlns:a="http://schemas.openxmlformats.org/drawingml/2006/main">
            <a:off x="10096500" y="5410200"/>
            <a:ext cx="6953250" cy="1304925"/>
          </a:xfrm>
          <a:prstGeom xmlns:a="http://schemas.openxmlformats.org/drawingml/2006/main" prst="rect">
            <a:avLst/>
          </a:prstGeom>
          <a:solidFill xmlns:a="http://schemas.openxmlformats.org/drawingml/2006/main">
            <a:srgbClr val="FFF2EB"/>
          </a:solidFill>
          <a:ln xmlns:a="http://schemas.openxmlformats.org/drawingml/2006/main" w="38100">
            <a:solidFill>
              <a:srgbClr val="E64519"/>
            </a:solidFill>
            <a:prstDash val="solid"/>
          </a:ln>
        </p:spPr>
      </p:sp>
      <p:sp>
        <p:nvSpPr>
          <p:cNvPr id="31" name="">
            <a:extLst xmlns:a="http://schemas.openxmlformats.org/drawingml/2006/main">
              <a:ext uri="{FF2B5EF4-FFF2-40B4-BE49-F238E27FC236}">
                <a16:creationId xmlns:a16="http://schemas.microsoft.com/office/drawing/2014/main" id="{7D1E65D3-6D68-4DE8-8308-F9B9C0F7520E}"/>
              </a:ext>
            </a:extLst>
          </p:cNvPr>
          <p:cNvSpPr>
            <a:spLocks xmlns:a="http://schemas.openxmlformats.org/drawingml/2006/main" noGrp="1"/>
          </p:cNvSpPr>
          <p:nvPr/>
        </p:nvSpPr>
        <p:spPr>
          <a:xfrm xmlns:a="http://schemas.openxmlformats.org/drawingml/2006/main">
            <a:off x="10096500" y="5410200"/>
            <a:ext cx="85725" cy="1304925"/>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32" name="factorial(2)">
            <a:extLst xmlns:a="http://schemas.openxmlformats.org/drawingml/2006/main">
              <a:ext uri="{FF2B5EF4-FFF2-40B4-BE49-F238E27FC236}">
                <a16:creationId xmlns:a16="http://schemas.microsoft.com/office/drawing/2014/main" id="{41DDB451-3A17-4ADB-9BE0-5BBCF9CB6371}"/>
              </a:ext>
            </a:extLst>
          </p:cNvPr>
          <p:cNvSpPr>
            <a:spLocks xmlns:a="http://schemas.openxmlformats.org/drawingml/2006/main" noGrp="1"/>
          </p:cNvSpPr>
          <p:nvPr/>
        </p:nvSpPr>
        <p:spPr>
          <a:xfrm xmlns:a="http://schemas.openxmlformats.org/drawingml/2006/main">
            <a:off x="10344150" y="55340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factorial(2)</a:t>
            </a:r>
          </a:p>
        </p:txBody>
      </p:sp>
      <p:sp>
        <p:nvSpPr>
          <p:cNvPr id="33" name="ACTIVE">
            <a:extLst xmlns:a="http://schemas.openxmlformats.org/drawingml/2006/main">
              <a:ext uri="{FF2B5EF4-FFF2-40B4-BE49-F238E27FC236}">
                <a16:creationId xmlns:a16="http://schemas.microsoft.com/office/drawing/2014/main" id="{4D41D96B-EF41-41C4-B0CA-D9D58FA57E98}"/>
              </a:ext>
            </a:extLst>
          </p:cNvPr>
          <p:cNvSpPr>
            <a:spLocks xmlns:a="http://schemas.openxmlformats.org/drawingml/2006/main" noGrp="1"/>
          </p:cNvSpPr>
          <p:nvPr/>
        </p:nvSpPr>
        <p:spPr>
          <a:xfrm xmlns:a="http://schemas.openxmlformats.org/drawingml/2006/main">
            <a:off x="15049500" y="560070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B73513"/>
                </a:solidFill>
                <a:latin typeface="Arial"/>
                <a:ea typeface="Arial"/>
                <a:cs typeface="Arial"/>
              </a:defRPr>
            </a:defPPr>
            <a:lvl1pPr algn="r">
              <a:defRPr sz="1800" b="1">
                <a:solidFill>
                  <a:srgbClr val="B73513"/>
                </a:solidFill>
                <a:latin typeface="Arial"/>
                <a:ea typeface="Arial"/>
                <a:cs typeface="Arial"/>
              </a:defRPr>
            </a:lvl1pPr>
            <a:lvl2pPr algn="r">
              <a:defRPr sz="1800" b="1">
                <a:solidFill>
                  <a:srgbClr val="B73513"/>
                </a:solidFill>
                <a:latin typeface="Arial"/>
                <a:ea typeface="Arial"/>
                <a:cs typeface="Arial"/>
              </a:defRPr>
            </a:lvl2pPr>
            <a:lvl3pPr algn="r">
              <a:defRPr sz="1800" b="1">
                <a:solidFill>
                  <a:srgbClr val="B73513"/>
                </a:solidFill>
                <a:latin typeface="Arial"/>
                <a:ea typeface="Arial"/>
                <a:cs typeface="Arial"/>
              </a:defRPr>
            </a:lvl3pPr>
            <a:lvl4pPr algn="r">
              <a:defRPr sz="1800" b="1">
                <a:solidFill>
                  <a:srgbClr val="B73513"/>
                </a:solidFill>
                <a:latin typeface="Arial"/>
                <a:ea typeface="Arial"/>
                <a:cs typeface="Arial"/>
              </a:defRPr>
            </a:lvl4pPr>
            <a:lvl5pPr algn="r">
              <a:defRPr sz="1800" b="1">
                <a:solidFill>
                  <a:srgbClr val="B73513"/>
                </a:solidFill>
                <a:latin typeface="Arial"/>
                <a:ea typeface="Arial"/>
                <a:cs typeface="Arial"/>
              </a:defRPr>
            </a:lvl5pPr>
            <a:lvl6pPr algn="r">
              <a:defRPr sz="1800" b="1">
                <a:solidFill>
                  <a:srgbClr val="B73513"/>
                </a:solidFill>
                <a:latin typeface="Arial"/>
                <a:ea typeface="Arial"/>
                <a:cs typeface="Arial"/>
              </a:defRPr>
            </a:lvl6pPr>
            <a:lvl7pPr algn="r">
              <a:defRPr sz="1800" b="1">
                <a:solidFill>
                  <a:srgbClr val="B73513"/>
                </a:solidFill>
                <a:latin typeface="Arial"/>
                <a:ea typeface="Arial"/>
                <a:cs typeface="Arial"/>
              </a:defRPr>
            </a:lvl7pPr>
            <a:lvl8pPr algn="r">
              <a:defRPr sz="1800" b="1">
                <a:solidFill>
                  <a:srgbClr val="B73513"/>
                </a:solidFill>
                <a:latin typeface="Arial"/>
                <a:ea typeface="Arial"/>
                <a:cs typeface="Arial"/>
              </a:defRPr>
            </a:lvl8pPr>
            <a:lvl9pPr algn="r">
              <a:defRPr sz="1800" b="1">
                <a:solidFill>
                  <a:srgbClr val="B73513"/>
                </a:solidFill>
                <a:latin typeface="Arial"/>
                <a:ea typeface="Arial"/>
                <a:cs typeface="Arial"/>
              </a:defRPr>
            </a:lvl9pPr>
          </a:lstStyle>
          <a:p xmlns:a="http://schemas.openxmlformats.org/drawingml/2006/main">
            <a:pPr algn="r">
              <a:lnSpc>
                <a:spcPct val="100000"/>
              </a:lnSpc>
              <a:buNone/>
              <a:defRPr sz="1800" b="1">
                <a:solidFill>
                  <a:srgbClr val="B73513"/>
                </a:solidFill>
                <a:latin typeface="Arial"/>
                <a:ea typeface="Arial"/>
                <a:cs typeface="Arial"/>
              </a:defRPr>
            </a:pPr>
            <a:r>
              <a:rPr sz="1800" b="1">
                <a:solidFill>
                  <a:srgbClr val="B73513"/>
                </a:solidFill>
                <a:latin typeface="Arial"/>
                <a:ea typeface="Arial"/>
                <a:cs typeface="Arial"/>
              </a:rPr>
              <a:t>ACTIVE</a:t>
            </a:r>
          </a:p>
        </p:txBody>
      </p:sp>
      <p:sp>
        <p:nvSpPr>
          <p:cNvPr id="34" name="n = 2">
            <a:extLst xmlns:a="http://schemas.openxmlformats.org/drawingml/2006/main">
              <a:ext uri="{FF2B5EF4-FFF2-40B4-BE49-F238E27FC236}">
                <a16:creationId xmlns:a16="http://schemas.microsoft.com/office/drawing/2014/main" id="{43D7DCA2-E661-42D6-BAB7-256F0456D6CC}"/>
              </a:ext>
            </a:extLst>
          </p:cNvPr>
          <p:cNvSpPr>
            <a:spLocks xmlns:a="http://schemas.openxmlformats.org/drawingml/2006/main" noGrp="1"/>
          </p:cNvSpPr>
          <p:nvPr/>
        </p:nvSpPr>
        <p:spPr>
          <a:xfrm xmlns:a="http://schemas.openxmlformats.org/drawingml/2006/main">
            <a:off x="10344150" y="60483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2</a:t>
            </a:r>
          </a:p>
        </p:txBody>
      </p:sp>
      <p:sp>
        <p:nvSpPr>
          <p:cNvPr id="35" name="2 × 1 = 2">
            <a:extLst xmlns:a="http://schemas.openxmlformats.org/drawingml/2006/main">
              <a:ext uri="{FF2B5EF4-FFF2-40B4-BE49-F238E27FC236}">
                <a16:creationId xmlns:a16="http://schemas.microsoft.com/office/drawing/2014/main" id="{7A877C2A-4005-482C-9708-E6909198B2CA}"/>
              </a:ext>
            </a:extLst>
          </p:cNvPr>
          <p:cNvSpPr>
            <a:spLocks xmlns:a="http://schemas.openxmlformats.org/drawingml/2006/main" noGrp="1"/>
          </p:cNvSpPr>
          <p:nvPr/>
        </p:nvSpPr>
        <p:spPr>
          <a:xfrm xmlns:a="http://schemas.openxmlformats.org/drawingml/2006/main">
            <a:off x="12172950" y="60483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2 × 1 = 2</a:t>
            </a:r>
          </a:p>
        </p:txBody>
      </p:sp>
      <p:sp>
        <p:nvSpPr>
          <p:cNvPr id="36" name="factorial(3) stack frame">
            <a:extLst xmlns:a="http://schemas.openxmlformats.org/drawingml/2006/main">
              <a:ext uri="{FF2B5EF4-FFF2-40B4-BE49-F238E27FC236}">
                <a16:creationId xmlns:a16="http://schemas.microsoft.com/office/drawing/2014/main" id="{EA89935E-CAF8-4F8E-93BC-180A4687BC31}"/>
              </a:ext>
            </a:extLst>
          </p:cNvPr>
          <p:cNvSpPr>
            <a:spLocks xmlns:a="http://schemas.openxmlformats.org/drawingml/2006/main" noGrp="1"/>
          </p:cNvSpPr>
          <p:nvPr/>
        </p:nvSpPr>
        <p:spPr>
          <a:xfrm xmlns:a="http://schemas.openxmlformats.org/drawingml/2006/main">
            <a:off x="10096500" y="6886575"/>
            <a:ext cx="6953250" cy="1304925"/>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37" name="factorial(3)">
            <a:extLst xmlns:a="http://schemas.openxmlformats.org/drawingml/2006/main">
              <a:ext uri="{FF2B5EF4-FFF2-40B4-BE49-F238E27FC236}">
                <a16:creationId xmlns:a16="http://schemas.microsoft.com/office/drawing/2014/main" id="{D7FB0695-8C0B-4587-9E45-150835122DB0}"/>
              </a:ext>
            </a:extLst>
          </p:cNvPr>
          <p:cNvSpPr>
            <a:spLocks xmlns:a="http://schemas.openxmlformats.org/drawingml/2006/main" noGrp="1"/>
          </p:cNvSpPr>
          <p:nvPr/>
        </p:nvSpPr>
        <p:spPr>
          <a:xfrm xmlns:a="http://schemas.openxmlformats.org/drawingml/2006/main">
            <a:off x="10344150" y="7010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factorial(3)</a:t>
            </a:r>
          </a:p>
        </p:txBody>
      </p:sp>
      <p:sp>
        <p:nvSpPr>
          <p:cNvPr id="38" name="WAITING">
            <a:extLst xmlns:a="http://schemas.openxmlformats.org/drawingml/2006/main">
              <a:ext uri="{FF2B5EF4-FFF2-40B4-BE49-F238E27FC236}">
                <a16:creationId xmlns:a16="http://schemas.microsoft.com/office/drawing/2014/main" id="{EEFFE632-20D6-4A34-83EA-263CB44A4888}"/>
              </a:ext>
            </a:extLst>
          </p:cNvPr>
          <p:cNvSpPr>
            <a:spLocks xmlns:a="http://schemas.openxmlformats.org/drawingml/2006/main" noGrp="1"/>
          </p:cNvSpPr>
          <p:nvPr/>
        </p:nvSpPr>
        <p:spPr>
          <a:xfrm xmlns:a="http://schemas.openxmlformats.org/drawingml/2006/main">
            <a:off x="15049500" y="7077075"/>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39" name="n = 3">
            <a:extLst xmlns:a="http://schemas.openxmlformats.org/drawingml/2006/main">
              <a:ext uri="{FF2B5EF4-FFF2-40B4-BE49-F238E27FC236}">
                <a16:creationId xmlns:a16="http://schemas.microsoft.com/office/drawing/2014/main" id="{6900D937-280C-4368-B30E-0C60FEE0029A}"/>
              </a:ext>
            </a:extLst>
          </p:cNvPr>
          <p:cNvSpPr>
            <a:spLocks xmlns:a="http://schemas.openxmlformats.org/drawingml/2006/main" noGrp="1"/>
          </p:cNvSpPr>
          <p:nvPr/>
        </p:nvSpPr>
        <p:spPr>
          <a:xfrm xmlns:a="http://schemas.openxmlformats.org/drawingml/2006/main">
            <a:off x="10344150" y="7524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xmlns:a="http://schemas.openxmlformats.org/drawingml/2006/main">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n = 3</a:t>
            </a:r>
          </a:p>
        </p:txBody>
      </p:sp>
      <p:sp>
        <p:nvSpPr>
          <p:cNvPr id="40" name="waiting: 3 × ?">
            <a:extLst xmlns:a="http://schemas.openxmlformats.org/drawingml/2006/main">
              <a:ext uri="{FF2B5EF4-FFF2-40B4-BE49-F238E27FC236}">
                <a16:creationId xmlns:a16="http://schemas.microsoft.com/office/drawing/2014/main" id="{09E96978-B025-4666-8886-A18D0AD9C130}"/>
              </a:ext>
            </a:extLst>
          </p:cNvPr>
          <p:cNvSpPr>
            <a:spLocks xmlns:a="http://schemas.openxmlformats.org/drawingml/2006/main" noGrp="1"/>
          </p:cNvSpPr>
          <p:nvPr/>
        </p:nvSpPr>
        <p:spPr>
          <a:xfrm xmlns:a="http://schemas.openxmlformats.org/drawingml/2006/main">
            <a:off x="12172950" y="752475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3 × ?</a:t>
            </a:r>
          </a:p>
        </p:txBody>
      </p:sp>
      <p:sp>
        <p:nvSpPr>
          <p:cNvPr id="41" name="main stack frame">
            <a:extLst xmlns:a="http://schemas.openxmlformats.org/drawingml/2006/main">
              <a:ext uri="{FF2B5EF4-FFF2-40B4-BE49-F238E27FC236}">
                <a16:creationId xmlns:a16="http://schemas.microsoft.com/office/drawing/2014/main" id="{1FC622DF-C8FC-49AD-A154-A13534A4E24A}"/>
              </a:ext>
            </a:extLst>
          </p:cNvPr>
          <p:cNvSpPr>
            <a:spLocks xmlns:a="http://schemas.openxmlformats.org/drawingml/2006/main" noGrp="1"/>
          </p:cNvSpPr>
          <p:nvPr/>
        </p:nvSpPr>
        <p:spPr>
          <a:xfrm xmlns:a="http://schemas.openxmlformats.org/drawingml/2006/main">
            <a:off x="10096500" y="8362950"/>
            <a:ext cx="6953250" cy="1104900"/>
          </a:xfrm>
          <a:prstGeom xmlns:a="http://schemas.openxmlformats.org/drawingml/2006/main" prst="rect">
            <a:avLst/>
          </a:prstGeom>
          <a:solidFill xmlns:a="http://schemas.openxmlformats.org/drawingml/2006/main">
            <a:srgbClr val="F3F4F4"/>
          </a:solidFill>
          <a:ln xmlns:a="http://schemas.openxmlformats.org/drawingml/2006/main" w="19050">
            <a:solidFill>
              <a:srgbClr val="D9DEDF"/>
            </a:solidFill>
            <a:prstDash val="solid"/>
          </a:ln>
        </p:spPr>
      </p:sp>
      <p:sp>
        <p:nvSpPr>
          <p:cNvPr id="42" name="main">
            <a:extLst xmlns:a="http://schemas.openxmlformats.org/drawingml/2006/main">
              <a:ext uri="{FF2B5EF4-FFF2-40B4-BE49-F238E27FC236}">
                <a16:creationId xmlns:a16="http://schemas.microsoft.com/office/drawing/2014/main" id="{D11C5970-0179-4C6E-B697-95AF4333D132}"/>
              </a:ext>
            </a:extLst>
          </p:cNvPr>
          <p:cNvSpPr>
            <a:spLocks xmlns:a="http://schemas.openxmlformats.org/drawingml/2006/main" noGrp="1"/>
          </p:cNvSpPr>
          <p:nvPr/>
        </p:nvSpPr>
        <p:spPr>
          <a:xfrm xmlns:a="http://schemas.openxmlformats.org/drawingml/2006/main">
            <a:off x="10344150" y="84867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main</a:t>
            </a:r>
          </a:p>
        </p:txBody>
      </p:sp>
      <p:sp>
        <p:nvSpPr>
          <p:cNvPr id="43" name="WAITING">
            <a:extLst xmlns:a="http://schemas.openxmlformats.org/drawingml/2006/main">
              <a:ext uri="{FF2B5EF4-FFF2-40B4-BE49-F238E27FC236}">
                <a16:creationId xmlns:a16="http://schemas.microsoft.com/office/drawing/2014/main" id="{AEAD3D30-6625-43C2-90DE-202BA5EDBE39}"/>
              </a:ext>
            </a:extLst>
          </p:cNvPr>
          <p:cNvSpPr>
            <a:spLocks xmlns:a="http://schemas.openxmlformats.org/drawingml/2006/main" noGrp="1"/>
          </p:cNvSpPr>
          <p:nvPr/>
        </p:nvSpPr>
        <p:spPr>
          <a:xfrm xmlns:a="http://schemas.openxmlformats.org/drawingml/2006/main">
            <a:off x="15049500" y="85534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596167"/>
                </a:solidFill>
                <a:latin typeface="Arial"/>
                <a:ea typeface="Arial"/>
                <a:cs typeface="Arial"/>
              </a:defRPr>
            </a:defPPr>
            <a:lvl1pPr algn="r">
              <a:defRPr sz="1800" b="1">
                <a:solidFill>
                  <a:srgbClr val="596167"/>
                </a:solidFill>
                <a:latin typeface="Arial"/>
                <a:ea typeface="Arial"/>
                <a:cs typeface="Arial"/>
              </a:defRPr>
            </a:lvl1pPr>
            <a:lvl2pPr algn="r">
              <a:defRPr sz="1800" b="1">
                <a:solidFill>
                  <a:srgbClr val="596167"/>
                </a:solidFill>
                <a:latin typeface="Arial"/>
                <a:ea typeface="Arial"/>
                <a:cs typeface="Arial"/>
              </a:defRPr>
            </a:lvl2pPr>
            <a:lvl3pPr algn="r">
              <a:defRPr sz="1800" b="1">
                <a:solidFill>
                  <a:srgbClr val="596167"/>
                </a:solidFill>
                <a:latin typeface="Arial"/>
                <a:ea typeface="Arial"/>
                <a:cs typeface="Arial"/>
              </a:defRPr>
            </a:lvl3pPr>
            <a:lvl4pPr algn="r">
              <a:defRPr sz="1800" b="1">
                <a:solidFill>
                  <a:srgbClr val="596167"/>
                </a:solidFill>
                <a:latin typeface="Arial"/>
                <a:ea typeface="Arial"/>
                <a:cs typeface="Arial"/>
              </a:defRPr>
            </a:lvl4pPr>
            <a:lvl5pPr algn="r">
              <a:defRPr sz="1800" b="1">
                <a:solidFill>
                  <a:srgbClr val="596167"/>
                </a:solidFill>
                <a:latin typeface="Arial"/>
                <a:ea typeface="Arial"/>
                <a:cs typeface="Arial"/>
              </a:defRPr>
            </a:lvl5pPr>
            <a:lvl6pPr algn="r">
              <a:defRPr sz="1800" b="1">
                <a:solidFill>
                  <a:srgbClr val="596167"/>
                </a:solidFill>
                <a:latin typeface="Arial"/>
                <a:ea typeface="Arial"/>
                <a:cs typeface="Arial"/>
              </a:defRPr>
            </a:lvl6pPr>
            <a:lvl7pPr algn="r">
              <a:defRPr sz="1800" b="1">
                <a:solidFill>
                  <a:srgbClr val="596167"/>
                </a:solidFill>
                <a:latin typeface="Arial"/>
                <a:ea typeface="Arial"/>
                <a:cs typeface="Arial"/>
              </a:defRPr>
            </a:lvl7pPr>
            <a:lvl8pPr algn="r">
              <a:defRPr sz="1800" b="1">
                <a:solidFill>
                  <a:srgbClr val="596167"/>
                </a:solidFill>
                <a:latin typeface="Arial"/>
                <a:ea typeface="Arial"/>
                <a:cs typeface="Arial"/>
              </a:defRPr>
            </a:lvl8pPr>
            <a:lvl9pPr algn="r">
              <a:defRPr sz="1800" b="1">
                <a:solidFill>
                  <a:srgbClr val="596167"/>
                </a:solidFill>
                <a:latin typeface="Arial"/>
                <a:ea typeface="Arial"/>
                <a:cs typeface="Arial"/>
              </a:defRPr>
            </a:lvl9pPr>
          </a:lstStyle>
          <a:p xmlns:a="http://schemas.openxmlformats.org/drawingml/2006/main">
            <a:pPr algn="r">
              <a:lnSpc>
                <a:spcPct val="100000"/>
              </a:lnSpc>
              <a:buNone/>
              <a:defRPr sz="1800" b="1">
                <a:solidFill>
                  <a:srgbClr val="596167"/>
                </a:solidFill>
                <a:latin typeface="Arial"/>
                <a:ea typeface="Arial"/>
                <a:cs typeface="Arial"/>
              </a:defRPr>
            </a:pPr>
            <a:r>
              <a:rPr sz="1800" b="1">
                <a:solidFill>
                  <a:srgbClr val="596167"/>
                </a:solidFill>
                <a:latin typeface="Arial"/>
                <a:ea typeface="Arial"/>
                <a:cs typeface="Arial"/>
              </a:rPr>
              <a:t>WAITING</a:t>
            </a:r>
          </a:p>
        </p:txBody>
      </p:sp>
      <p:sp>
        <p:nvSpPr>
          <p:cNvPr id="44" name="waiting for result">
            <a:extLst xmlns:a="http://schemas.openxmlformats.org/drawingml/2006/main">
              <a:ext uri="{FF2B5EF4-FFF2-40B4-BE49-F238E27FC236}">
                <a16:creationId xmlns:a16="http://schemas.microsoft.com/office/drawing/2014/main" id="{A06A8FD2-9C62-430D-829A-BFF87ECA6CBA}"/>
              </a:ext>
            </a:extLst>
          </p:cNvPr>
          <p:cNvSpPr>
            <a:spLocks xmlns:a="http://schemas.openxmlformats.org/drawingml/2006/main" noGrp="1"/>
          </p:cNvSpPr>
          <p:nvPr/>
        </p:nvSpPr>
        <p:spPr>
          <a:xfrm xmlns:a="http://schemas.openxmlformats.org/drawingml/2006/main">
            <a:off x="10344150" y="9001125"/>
            <a:ext cx="6457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waiting for result</a:t>
            </a:r>
          </a:p>
        </p:txBody>
      </p:sp>
      <p:sp>
        <p:nvSpPr>
          <p:cNvPr id="45" name="factorial(0) has finished">
            <a:extLst xmlns:a="http://schemas.openxmlformats.org/drawingml/2006/main">
              <a:ext uri="{FF2B5EF4-FFF2-40B4-BE49-F238E27FC236}">
                <a16:creationId xmlns:a16="http://schemas.microsoft.com/office/drawing/2014/main" id="{5AB4E9C5-37CD-4A72-B0FE-9DF3D0B1F9E4}"/>
              </a:ext>
            </a:extLst>
          </p:cNvPr>
          <p:cNvSpPr>
            <a:spLocks xmlns:a="http://schemas.openxmlformats.org/drawingml/2006/main" noGrp="1"/>
          </p:cNvSpPr>
          <p:nvPr/>
        </p:nvSpPr>
        <p:spPr>
          <a:xfrm xmlns:a="http://schemas.openxmlformats.org/drawingml/2006/main">
            <a:off x="914400" y="352425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96167"/>
                </a:solidFill>
                <a:latin typeface="Arial"/>
                <a:ea typeface="Arial"/>
                <a:cs typeface="Arial"/>
              </a:defRPr>
            </a:defPPr>
            <a:lvl1pPr algn="l">
              <a:defRPr sz="2100" b="0">
                <a:solidFill>
                  <a:srgbClr val="596167"/>
                </a:solidFill>
                <a:latin typeface="Arial"/>
                <a:ea typeface="Arial"/>
                <a:cs typeface="Arial"/>
              </a:defRPr>
            </a:lvl1pPr>
            <a:lvl2pPr algn="l">
              <a:defRPr sz="2100" b="0">
                <a:solidFill>
                  <a:srgbClr val="596167"/>
                </a:solidFill>
                <a:latin typeface="Arial"/>
                <a:ea typeface="Arial"/>
                <a:cs typeface="Arial"/>
              </a:defRPr>
            </a:lvl2pPr>
            <a:lvl3pPr algn="l">
              <a:defRPr sz="2100" b="0">
                <a:solidFill>
                  <a:srgbClr val="596167"/>
                </a:solidFill>
                <a:latin typeface="Arial"/>
                <a:ea typeface="Arial"/>
                <a:cs typeface="Arial"/>
              </a:defRPr>
            </a:lvl3pPr>
            <a:lvl4pPr algn="l">
              <a:defRPr sz="2100" b="0">
                <a:solidFill>
                  <a:srgbClr val="596167"/>
                </a:solidFill>
                <a:latin typeface="Arial"/>
                <a:ea typeface="Arial"/>
                <a:cs typeface="Arial"/>
              </a:defRPr>
            </a:lvl4pPr>
            <a:lvl5pPr algn="l">
              <a:defRPr sz="2100" b="0">
                <a:solidFill>
                  <a:srgbClr val="596167"/>
                </a:solidFill>
                <a:latin typeface="Arial"/>
                <a:ea typeface="Arial"/>
                <a:cs typeface="Arial"/>
              </a:defRPr>
            </a:lvl5pPr>
            <a:lvl6pPr algn="l">
              <a:defRPr sz="2100" b="0">
                <a:solidFill>
                  <a:srgbClr val="596167"/>
                </a:solidFill>
                <a:latin typeface="Arial"/>
                <a:ea typeface="Arial"/>
                <a:cs typeface="Arial"/>
              </a:defRPr>
            </a:lvl6pPr>
            <a:lvl7pPr algn="l">
              <a:defRPr sz="2100" b="0">
                <a:solidFill>
                  <a:srgbClr val="596167"/>
                </a:solidFill>
                <a:latin typeface="Arial"/>
                <a:ea typeface="Arial"/>
                <a:cs typeface="Arial"/>
              </a:defRPr>
            </a:lvl7pPr>
            <a:lvl8pPr algn="l">
              <a:defRPr sz="2100" b="0">
                <a:solidFill>
                  <a:srgbClr val="596167"/>
                </a:solidFill>
                <a:latin typeface="Arial"/>
                <a:ea typeface="Arial"/>
                <a:cs typeface="Arial"/>
              </a:defRPr>
            </a:lvl8pPr>
            <a:lvl9pPr algn="l">
              <a:defRPr sz="2100" b="0">
                <a:solidFill>
                  <a:srgbClr val="596167"/>
                </a:solidFill>
                <a:latin typeface="Arial"/>
                <a:ea typeface="Arial"/>
                <a:cs typeface="Arial"/>
              </a:defRPr>
            </a:lvl9pPr>
          </a:lstStyle>
          <a:p xmlns:a="http://schemas.openxmlformats.org/drawingml/2006/main">
            <a:pPr algn="l">
              <a:lnSpc>
                <a:spcPct val="100000"/>
              </a:lnSpc>
              <a:buNone/>
              <a:defRPr sz="2100" b="0">
                <a:solidFill>
                  <a:srgbClr val="596167"/>
                </a:solidFill>
                <a:latin typeface="Arial"/>
                <a:ea typeface="Arial"/>
                <a:cs typeface="Arial"/>
              </a:defRPr>
            </a:pPr>
            <a:r>
              <a:rPr sz="2100" b="0">
                <a:solidFill>
                  <a:srgbClr val="596167"/>
                </a:solidFill>
                <a:latin typeface="Arial"/>
                <a:ea typeface="Arial"/>
                <a:cs typeface="Arial"/>
              </a:rPr>
              <a:t>factorial(0) has finished</a:t>
            </a:r>
          </a:p>
        </p:txBody>
      </p:sp>
      <p:sp>
        <p:nvSpPr>
          <p:cNvPr id="46" name="factorial(0) and factorial(1) have finished">
            <a:extLst xmlns:a="http://schemas.openxmlformats.org/drawingml/2006/main">
              <a:ext uri="{FF2B5EF4-FFF2-40B4-BE49-F238E27FC236}">
                <a16:creationId xmlns:a16="http://schemas.microsoft.com/office/drawing/2014/main" id="{F31DFA8E-F24D-4376-B634-714246EB11F8}"/>
              </a:ext>
            </a:extLst>
          </p:cNvPr>
          <p:cNvSpPr>
            <a:spLocks xmlns:a="http://schemas.openxmlformats.org/drawingml/2006/main" noGrp="1"/>
          </p:cNvSpPr>
          <p:nvPr/>
        </p:nvSpPr>
        <p:spPr>
          <a:xfrm xmlns:a="http://schemas.openxmlformats.org/drawingml/2006/main">
            <a:off x="10096500" y="409575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96167"/>
                </a:solidFill>
                <a:latin typeface="Arial"/>
                <a:ea typeface="Arial"/>
                <a:cs typeface="Arial"/>
              </a:defRPr>
            </a:defPPr>
            <a:lvl1pPr algn="l">
              <a:defRPr sz="2100" b="0">
                <a:solidFill>
                  <a:srgbClr val="596167"/>
                </a:solidFill>
                <a:latin typeface="Arial"/>
                <a:ea typeface="Arial"/>
                <a:cs typeface="Arial"/>
              </a:defRPr>
            </a:lvl1pPr>
            <a:lvl2pPr algn="l">
              <a:defRPr sz="2100" b="0">
                <a:solidFill>
                  <a:srgbClr val="596167"/>
                </a:solidFill>
                <a:latin typeface="Arial"/>
                <a:ea typeface="Arial"/>
                <a:cs typeface="Arial"/>
              </a:defRPr>
            </a:lvl2pPr>
            <a:lvl3pPr algn="l">
              <a:defRPr sz="2100" b="0">
                <a:solidFill>
                  <a:srgbClr val="596167"/>
                </a:solidFill>
                <a:latin typeface="Arial"/>
                <a:ea typeface="Arial"/>
                <a:cs typeface="Arial"/>
              </a:defRPr>
            </a:lvl3pPr>
            <a:lvl4pPr algn="l">
              <a:defRPr sz="2100" b="0">
                <a:solidFill>
                  <a:srgbClr val="596167"/>
                </a:solidFill>
                <a:latin typeface="Arial"/>
                <a:ea typeface="Arial"/>
                <a:cs typeface="Arial"/>
              </a:defRPr>
            </a:lvl4pPr>
            <a:lvl5pPr algn="l">
              <a:defRPr sz="2100" b="0">
                <a:solidFill>
                  <a:srgbClr val="596167"/>
                </a:solidFill>
                <a:latin typeface="Arial"/>
                <a:ea typeface="Arial"/>
                <a:cs typeface="Arial"/>
              </a:defRPr>
            </a:lvl5pPr>
            <a:lvl6pPr algn="l">
              <a:defRPr sz="2100" b="0">
                <a:solidFill>
                  <a:srgbClr val="596167"/>
                </a:solidFill>
                <a:latin typeface="Arial"/>
                <a:ea typeface="Arial"/>
                <a:cs typeface="Arial"/>
              </a:defRPr>
            </a:lvl6pPr>
            <a:lvl7pPr algn="l">
              <a:defRPr sz="2100" b="0">
                <a:solidFill>
                  <a:srgbClr val="596167"/>
                </a:solidFill>
                <a:latin typeface="Arial"/>
                <a:ea typeface="Arial"/>
                <a:cs typeface="Arial"/>
              </a:defRPr>
            </a:lvl7pPr>
            <a:lvl8pPr algn="l">
              <a:defRPr sz="2100" b="0">
                <a:solidFill>
                  <a:srgbClr val="596167"/>
                </a:solidFill>
                <a:latin typeface="Arial"/>
                <a:ea typeface="Arial"/>
                <a:cs typeface="Arial"/>
              </a:defRPr>
            </a:lvl8pPr>
            <a:lvl9pPr algn="l">
              <a:defRPr sz="2100" b="0">
                <a:solidFill>
                  <a:srgbClr val="596167"/>
                </a:solidFill>
                <a:latin typeface="Arial"/>
                <a:ea typeface="Arial"/>
                <a:cs typeface="Arial"/>
              </a:defRPr>
            </a:lvl9pPr>
          </a:lstStyle>
          <a:p xmlns:a="http://schemas.openxmlformats.org/drawingml/2006/main">
            <a:pPr algn="l">
              <a:lnSpc>
                <a:spcPct val="100000"/>
              </a:lnSpc>
              <a:buNone/>
              <a:defRPr sz="2100" b="0">
                <a:solidFill>
                  <a:srgbClr val="596167"/>
                </a:solidFill>
                <a:latin typeface="Arial"/>
                <a:ea typeface="Arial"/>
                <a:cs typeface="Arial"/>
              </a:defRPr>
            </a:pPr>
            <a:r>
              <a:rPr sz="2100" b="0">
                <a:solidFill>
                  <a:srgbClr val="596167"/>
                </a:solidFill>
                <a:latin typeface="Arial"/>
                <a:ea typeface="Arial"/>
                <a:cs typeface="Arial"/>
              </a:rPr>
              <a:t>factorial(0) and factorial(1) have finished</a:t>
            </a:r>
          </a:p>
        </p:txBody>
      </p:sp>
    </p:spTree>
    <p:extLst>
      <p:ext uri="{BB962C8B-B14F-4D97-AF65-F5344CB8AC3E}">
        <p14:creationId xmlns:p14="http://schemas.microsoft.com/office/powerpoint/2010/main" val="13628995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URSION">
            <a:extLst xmlns:a="http://schemas.openxmlformats.org/drawingml/2006/main">
              <a:ext uri="{FF2B5EF4-FFF2-40B4-BE49-F238E27FC236}">
                <a16:creationId xmlns:a16="http://schemas.microsoft.com/office/drawing/2014/main" id="{B55E2454-8DF2-4C6B-8CC8-727D7C49AD1A}"/>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2FF83E7F-186B-4FA7-9292-239C5ACE2CAA}"/>
              </a:ext>
            </a:extLst>
          </p:cNvPr>
          <p:cNvPicPr>
            <a:picLocks xmlns:a="http://schemas.openxmlformats.org/drawingml/2006/main" noChangeAspect="1"/>
          </p:cNvPicPr>
          <p:nvPr/>
        </p:nvPicPr>
        <p:blipFill>
          <a:blip xmlns:r="http://schemas.openxmlformats.org/officeDocument/2006/relationships" xmlns:a="http://schemas.openxmlformats.org/drawingml/2006/main" r:embed="R1775e4088cce4d7c"/>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The answer reaches main">
            <a:extLst xmlns:a="http://schemas.openxmlformats.org/drawingml/2006/main">
              <a:ext uri="{FF2B5EF4-FFF2-40B4-BE49-F238E27FC236}">
                <a16:creationId xmlns:a16="http://schemas.microsoft.com/office/drawing/2014/main" id="{7B931405-8618-4BAE-89E0-B05E875373DE}"/>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The answer reaches main</a:t>
            </a:r>
          </a:p>
        </p:txBody>
      </p:sp>
      <p:sp>
        <p:nvSpPr>
          <p:cNvPr id="4" name="">
            <a:extLst xmlns:a="http://schemas.openxmlformats.org/drawingml/2006/main">
              <a:ext uri="{FF2B5EF4-FFF2-40B4-BE49-F238E27FC236}">
                <a16:creationId xmlns:a16="http://schemas.microsoft.com/office/drawing/2014/main" id="{9782ACAF-5CB3-4E72-A30C-03FA1E03E380}"/>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2812418A-0B3C-4FD9-9E8D-D412A4421159}"/>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3">
            <a:extLst xmlns:a="http://schemas.openxmlformats.org/drawingml/2006/main">
              <a:ext uri="{FF2B5EF4-FFF2-40B4-BE49-F238E27FC236}">
                <a16:creationId xmlns:a16="http://schemas.microsoft.com/office/drawing/2014/main" id="{71E5B067-C281-4C39-9691-25EBC69C2F64}"/>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13</a:t>
            </a:r>
          </a:p>
        </p:txBody>
      </p:sp>
      <p:sp>
        <p:nvSpPr>
          <p:cNvPr id="7" name="factorial(3) resumes">
            <a:extLst xmlns:a="http://schemas.openxmlformats.org/drawingml/2006/main">
              <a:ext uri="{FF2B5EF4-FFF2-40B4-BE49-F238E27FC236}">
                <a16:creationId xmlns:a16="http://schemas.microsoft.com/office/drawing/2014/main" id="{5831D73E-7DE7-4E93-980B-BFFAE09CE48B}"/>
              </a:ext>
            </a:extLst>
          </p:cNvPr>
          <p:cNvSpPr>
            <a:spLocks xmlns:a="http://schemas.openxmlformats.org/drawingml/2006/main" noGrp="1"/>
          </p:cNvSpPr>
          <p:nvPr/>
        </p:nvSpPr>
        <p:spPr>
          <a:xfrm xmlns:a="http://schemas.openxmlformats.org/drawingml/2006/main">
            <a:off x="914400" y="304800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202426"/>
                </a:solidFill>
                <a:latin typeface="Arial"/>
                <a:ea typeface="Arial"/>
                <a:cs typeface="Arial"/>
              </a:defRPr>
            </a:defPPr>
            <a:lvl1pPr algn="l">
              <a:defRPr sz="3675" b="1">
                <a:solidFill>
                  <a:srgbClr val="202426"/>
                </a:solidFill>
                <a:latin typeface="Arial"/>
                <a:ea typeface="Arial"/>
                <a:cs typeface="Arial"/>
              </a:defRPr>
            </a:lvl1pPr>
            <a:lvl2pPr algn="l">
              <a:defRPr sz="3675" b="1">
                <a:solidFill>
                  <a:srgbClr val="202426"/>
                </a:solidFill>
                <a:latin typeface="Arial"/>
                <a:ea typeface="Arial"/>
                <a:cs typeface="Arial"/>
              </a:defRPr>
            </a:lvl2pPr>
            <a:lvl3pPr algn="l">
              <a:defRPr sz="3675" b="1">
                <a:solidFill>
                  <a:srgbClr val="202426"/>
                </a:solidFill>
                <a:latin typeface="Arial"/>
                <a:ea typeface="Arial"/>
                <a:cs typeface="Arial"/>
              </a:defRPr>
            </a:lvl3pPr>
            <a:lvl4pPr algn="l">
              <a:defRPr sz="3675" b="1">
                <a:solidFill>
                  <a:srgbClr val="202426"/>
                </a:solidFill>
                <a:latin typeface="Arial"/>
                <a:ea typeface="Arial"/>
                <a:cs typeface="Arial"/>
              </a:defRPr>
            </a:lvl4pPr>
            <a:lvl5pPr algn="l">
              <a:defRPr sz="3675" b="1">
                <a:solidFill>
                  <a:srgbClr val="202426"/>
                </a:solidFill>
                <a:latin typeface="Arial"/>
                <a:ea typeface="Arial"/>
                <a:cs typeface="Arial"/>
              </a:defRPr>
            </a:lvl5pPr>
            <a:lvl6pPr algn="l">
              <a:defRPr sz="3675" b="1">
                <a:solidFill>
                  <a:srgbClr val="202426"/>
                </a:solidFill>
                <a:latin typeface="Arial"/>
                <a:ea typeface="Arial"/>
                <a:cs typeface="Arial"/>
              </a:defRPr>
            </a:lvl6pPr>
            <a:lvl7pPr algn="l">
              <a:defRPr sz="3675" b="1">
                <a:solidFill>
                  <a:srgbClr val="202426"/>
                </a:solidFill>
                <a:latin typeface="Arial"/>
                <a:ea typeface="Arial"/>
                <a:cs typeface="Arial"/>
              </a:defRPr>
            </a:lvl7pPr>
            <a:lvl8pPr algn="l">
              <a:defRPr sz="3675" b="1">
                <a:solidFill>
                  <a:srgbClr val="202426"/>
                </a:solidFill>
                <a:latin typeface="Arial"/>
                <a:ea typeface="Arial"/>
                <a:cs typeface="Arial"/>
              </a:defRPr>
            </a:lvl8pPr>
            <a:lvl9pPr algn="l">
              <a:defRPr sz="3675" b="1">
                <a:solidFill>
                  <a:srgbClr val="202426"/>
                </a:solidFill>
                <a:latin typeface="Arial"/>
                <a:ea typeface="Arial"/>
                <a:cs typeface="Arial"/>
              </a:defRPr>
            </a:lvl9pPr>
          </a:lstStyle>
          <a:p xmlns:a="http://schemas.openxmlformats.org/drawingml/2006/main">
            <a:pPr algn="l">
              <a:lnSpc>
                <a:spcPct val="100000"/>
              </a:lnSpc>
              <a:buNone/>
              <a:defRPr sz="3675" b="1">
                <a:solidFill>
                  <a:srgbClr val="202426"/>
                </a:solidFill>
                <a:latin typeface="Arial"/>
                <a:ea typeface="Arial"/>
                <a:cs typeface="Arial"/>
              </a:defRPr>
            </a:pPr>
            <a:r>
              <a:rPr sz="3675" b="1">
                <a:solidFill>
                  <a:srgbClr val="202426"/>
                </a:solidFill>
                <a:latin typeface="Arial"/>
                <a:ea typeface="Arial"/>
                <a:cs typeface="Arial"/>
              </a:rPr>
              <a:t>factorial(3) resumes</a:t>
            </a:r>
          </a:p>
        </p:txBody>
      </p:sp>
      <p:sp>
        <p:nvSpPr>
          <p:cNvPr id="8" name="smaller = 2">
            <a:extLst xmlns:a="http://schemas.openxmlformats.org/drawingml/2006/main">
              <a:ext uri="{FF2B5EF4-FFF2-40B4-BE49-F238E27FC236}">
                <a16:creationId xmlns:a16="http://schemas.microsoft.com/office/drawing/2014/main" id="{1404512D-91EA-4EC4-856B-8CB5A95D9907}"/>
              </a:ext>
            </a:extLst>
          </p:cNvPr>
          <p:cNvSpPr>
            <a:spLocks xmlns:a="http://schemas.openxmlformats.org/drawingml/2006/main" noGrp="1"/>
          </p:cNvSpPr>
          <p:nvPr/>
        </p:nvSpPr>
        <p:spPr>
          <a:xfrm xmlns:a="http://schemas.openxmlformats.org/drawingml/2006/main">
            <a:off x="914400" y="419100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a:solidFill>
                  <a:srgbClr val="202426"/>
                </a:solidFill>
                <a:latin typeface="Courier New"/>
                <a:ea typeface="Courier New"/>
                <a:cs typeface="Courier New"/>
              </a:defRPr>
            </a:defPPr>
            <a:lvl1pPr algn="l">
              <a:defRPr sz="3750" b="0">
                <a:solidFill>
                  <a:srgbClr val="202426"/>
                </a:solidFill>
                <a:latin typeface="Courier New"/>
                <a:ea typeface="Courier New"/>
                <a:cs typeface="Courier New"/>
              </a:defRPr>
            </a:lvl1pPr>
            <a:lvl2pPr algn="l">
              <a:defRPr sz="3750" b="0">
                <a:solidFill>
                  <a:srgbClr val="202426"/>
                </a:solidFill>
                <a:latin typeface="Courier New"/>
                <a:ea typeface="Courier New"/>
                <a:cs typeface="Courier New"/>
              </a:defRPr>
            </a:lvl2pPr>
            <a:lvl3pPr algn="l">
              <a:defRPr sz="3750" b="0">
                <a:solidFill>
                  <a:srgbClr val="202426"/>
                </a:solidFill>
                <a:latin typeface="Courier New"/>
                <a:ea typeface="Courier New"/>
                <a:cs typeface="Courier New"/>
              </a:defRPr>
            </a:lvl3pPr>
            <a:lvl4pPr algn="l">
              <a:defRPr sz="3750" b="0">
                <a:solidFill>
                  <a:srgbClr val="202426"/>
                </a:solidFill>
                <a:latin typeface="Courier New"/>
                <a:ea typeface="Courier New"/>
                <a:cs typeface="Courier New"/>
              </a:defRPr>
            </a:lvl4pPr>
            <a:lvl5pPr algn="l">
              <a:defRPr sz="3750" b="0">
                <a:solidFill>
                  <a:srgbClr val="202426"/>
                </a:solidFill>
                <a:latin typeface="Courier New"/>
                <a:ea typeface="Courier New"/>
                <a:cs typeface="Courier New"/>
              </a:defRPr>
            </a:lvl5pPr>
            <a:lvl6pPr algn="l">
              <a:defRPr sz="3750" b="0">
                <a:solidFill>
                  <a:srgbClr val="202426"/>
                </a:solidFill>
                <a:latin typeface="Courier New"/>
                <a:ea typeface="Courier New"/>
                <a:cs typeface="Courier New"/>
              </a:defRPr>
            </a:lvl6pPr>
            <a:lvl7pPr algn="l">
              <a:defRPr sz="3750" b="0">
                <a:solidFill>
                  <a:srgbClr val="202426"/>
                </a:solidFill>
                <a:latin typeface="Courier New"/>
                <a:ea typeface="Courier New"/>
                <a:cs typeface="Courier New"/>
              </a:defRPr>
            </a:lvl7pPr>
            <a:lvl8pPr algn="l">
              <a:defRPr sz="3750" b="0">
                <a:solidFill>
                  <a:srgbClr val="202426"/>
                </a:solidFill>
                <a:latin typeface="Courier New"/>
                <a:ea typeface="Courier New"/>
                <a:cs typeface="Courier New"/>
              </a:defRPr>
            </a:lvl8pPr>
            <a:lvl9pPr algn="l">
              <a:defRPr sz="3750" b="0">
                <a:solidFill>
                  <a:srgbClr val="202426"/>
                </a:solidFill>
                <a:latin typeface="Courier New"/>
                <a:ea typeface="Courier New"/>
                <a:cs typeface="Courier New"/>
              </a:defRPr>
            </a:lvl9pPr>
          </a:lstStyle>
          <a:p xmlns:a="http://schemas.openxmlformats.org/drawingml/2006/main">
            <a:pPr algn="l">
              <a:lnSpc>
                <a:spcPct val="100000"/>
              </a:lnSpc>
              <a:buNone/>
              <a:defRPr sz="3750" b="0">
                <a:solidFill>
                  <a:srgbClr val="202426"/>
                </a:solidFill>
                <a:latin typeface="Courier New"/>
                <a:ea typeface="Courier New"/>
                <a:cs typeface="Courier New"/>
              </a:defRPr>
            </a:pPr>
            <a:r>
              <a:rPr sz="3750" b="0">
                <a:solidFill>
                  <a:srgbClr val="202426"/>
                </a:solidFill>
                <a:latin typeface="Courier New"/>
                <a:ea typeface="Courier New"/>
                <a:cs typeface="Courier New"/>
              </a:rPr>
              <a:t>smaller = 2</a:t>
            </a:r>
          </a:p>
        </p:txBody>
      </p:sp>
      <p:sp>
        <p:nvSpPr>
          <p:cNvPr id="9" name="3 × 2 = 6">
            <a:extLst xmlns:a="http://schemas.openxmlformats.org/drawingml/2006/main">
              <a:ext uri="{FF2B5EF4-FFF2-40B4-BE49-F238E27FC236}">
                <a16:creationId xmlns:a16="http://schemas.microsoft.com/office/drawing/2014/main" id="{C511845B-33D6-4329-995E-54A844C4EC1D}"/>
              </a:ext>
            </a:extLst>
          </p:cNvPr>
          <p:cNvSpPr>
            <a:spLocks xmlns:a="http://schemas.openxmlformats.org/drawingml/2006/main" noGrp="1"/>
          </p:cNvSpPr>
          <p:nvPr/>
        </p:nvSpPr>
        <p:spPr>
          <a:xfrm xmlns:a="http://schemas.openxmlformats.org/drawingml/2006/main">
            <a:off x="914400" y="53530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400" b="1">
                <a:solidFill>
                  <a:srgbClr val="B73513"/>
                </a:solidFill>
                <a:latin typeface="Arial"/>
                <a:ea typeface="Arial"/>
                <a:cs typeface="Arial"/>
              </a:defRPr>
            </a:defPPr>
            <a:lvl1pPr algn="l">
              <a:defRPr sz="5400" b="1">
                <a:solidFill>
                  <a:srgbClr val="B73513"/>
                </a:solidFill>
                <a:latin typeface="Arial"/>
                <a:ea typeface="Arial"/>
                <a:cs typeface="Arial"/>
              </a:defRPr>
            </a:lvl1pPr>
            <a:lvl2pPr algn="l">
              <a:defRPr sz="5400" b="1">
                <a:solidFill>
                  <a:srgbClr val="B73513"/>
                </a:solidFill>
                <a:latin typeface="Arial"/>
                <a:ea typeface="Arial"/>
                <a:cs typeface="Arial"/>
              </a:defRPr>
            </a:lvl2pPr>
            <a:lvl3pPr algn="l">
              <a:defRPr sz="5400" b="1">
                <a:solidFill>
                  <a:srgbClr val="B73513"/>
                </a:solidFill>
                <a:latin typeface="Arial"/>
                <a:ea typeface="Arial"/>
                <a:cs typeface="Arial"/>
              </a:defRPr>
            </a:lvl3pPr>
            <a:lvl4pPr algn="l">
              <a:defRPr sz="5400" b="1">
                <a:solidFill>
                  <a:srgbClr val="B73513"/>
                </a:solidFill>
                <a:latin typeface="Arial"/>
                <a:ea typeface="Arial"/>
                <a:cs typeface="Arial"/>
              </a:defRPr>
            </a:lvl4pPr>
            <a:lvl5pPr algn="l">
              <a:defRPr sz="5400" b="1">
                <a:solidFill>
                  <a:srgbClr val="B73513"/>
                </a:solidFill>
                <a:latin typeface="Arial"/>
                <a:ea typeface="Arial"/>
                <a:cs typeface="Arial"/>
              </a:defRPr>
            </a:lvl5pPr>
            <a:lvl6pPr algn="l">
              <a:defRPr sz="5400" b="1">
                <a:solidFill>
                  <a:srgbClr val="B73513"/>
                </a:solidFill>
                <a:latin typeface="Arial"/>
                <a:ea typeface="Arial"/>
                <a:cs typeface="Arial"/>
              </a:defRPr>
            </a:lvl6pPr>
            <a:lvl7pPr algn="l">
              <a:defRPr sz="5400" b="1">
                <a:solidFill>
                  <a:srgbClr val="B73513"/>
                </a:solidFill>
                <a:latin typeface="Arial"/>
                <a:ea typeface="Arial"/>
                <a:cs typeface="Arial"/>
              </a:defRPr>
            </a:lvl7pPr>
            <a:lvl8pPr algn="l">
              <a:defRPr sz="5400" b="1">
                <a:solidFill>
                  <a:srgbClr val="B73513"/>
                </a:solidFill>
                <a:latin typeface="Arial"/>
                <a:ea typeface="Arial"/>
                <a:cs typeface="Arial"/>
              </a:defRPr>
            </a:lvl8pPr>
            <a:lvl9pPr algn="l">
              <a:defRPr sz="5400" b="1">
                <a:solidFill>
                  <a:srgbClr val="B73513"/>
                </a:solidFill>
                <a:latin typeface="Arial"/>
                <a:ea typeface="Arial"/>
                <a:cs typeface="Arial"/>
              </a:defRPr>
            </a:lvl9pPr>
          </a:lstStyle>
          <a:p xmlns:a="http://schemas.openxmlformats.org/drawingml/2006/main">
            <a:pPr algn="l">
              <a:lnSpc>
                <a:spcPct val="100000"/>
              </a:lnSpc>
              <a:buNone/>
              <a:defRPr sz="5400" b="1">
                <a:solidFill>
                  <a:srgbClr val="B73513"/>
                </a:solidFill>
                <a:latin typeface="Arial"/>
                <a:ea typeface="Arial"/>
                <a:cs typeface="Arial"/>
              </a:defRPr>
            </a:pPr>
            <a:r>
              <a:rPr sz="5400" b="1">
                <a:solidFill>
                  <a:srgbClr val="B73513"/>
                </a:solidFill>
                <a:latin typeface="Arial"/>
                <a:ea typeface="Arial"/>
                <a:cs typeface="Arial"/>
              </a:rPr>
              <a:t>3 × 2 = 6</a:t>
            </a:r>
          </a:p>
        </p:txBody>
      </p:sp>
      <p:cxnSp>
        <p:nvCxnSpPr>
          <p:cNvPr id="10" name="">
            <a:extLst xmlns:a="http://schemas.openxmlformats.org/drawingml/2006/main">
              <a:ext uri="{FF2B5EF4-FFF2-40B4-BE49-F238E27FC236}">
                <a16:creationId xmlns:a16="http://schemas.microsoft.com/office/drawing/2014/main" id="{F97F5CE4-A685-4669-9108-3754F7A36F4A}"/>
              </a:ext>
            </a:extLst>
          </p:cNvPr>
          <p:cNvCxnSpPr/>
          <p:nvPr/>
        </p:nvCxnSpPr>
        <p:spPr>
          <a:xfrm xmlns:a="http://schemas.openxmlformats.org/drawingml/2006/main">
            <a:off x="8715375" y="5772150"/>
            <a:ext cx="1304925" cy="0"/>
          </a:xfrm>
          <a:prstGeom xmlns:a="http://schemas.openxmlformats.org/drawingml/2006/main" prst="straightConnector1">
            <a:avLst/>
          </a:prstGeom>
          <a:ln xmlns:a="http://schemas.openxmlformats.org/drawingml/2006/main" w="57150">
            <a:solidFill>
              <a:srgbClr val="E64519"/>
            </a:solidFill>
            <a:prstDash val="solid"/>
            <a:tailEnd type="triangle" w="med" len="med"/>
          </a:ln>
        </p:spPr>
      </p:cxnSp>
      <p:sp>
        <p:nvSpPr>
          <p:cNvPr id="11" name="main stack frame">
            <a:extLst xmlns:a="http://schemas.openxmlformats.org/drawingml/2006/main">
              <a:ext uri="{FF2B5EF4-FFF2-40B4-BE49-F238E27FC236}">
                <a16:creationId xmlns:a16="http://schemas.microsoft.com/office/drawing/2014/main" id="{3898DBBB-B79D-4A94-8DF9-B6E2D2EAFFA8}"/>
              </a:ext>
            </a:extLst>
          </p:cNvPr>
          <p:cNvSpPr>
            <a:spLocks xmlns:a="http://schemas.openxmlformats.org/drawingml/2006/main" noGrp="1"/>
          </p:cNvSpPr>
          <p:nvPr/>
        </p:nvSpPr>
        <p:spPr>
          <a:xfrm xmlns:a="http://schemas.openxmlformats.org/drawingml/2006/main">
            <a:off x="10668000" y="5010150"/>
            <a:ext cx="6191250" cy="1466850"/>
          </a:xfrm>
          <a:prstGeom xmlns:a="http://schemas.openxmlformats.org/drawingml/2006/main" prst="rect">
            <a:avLst/>
          </a:prstGeom>
          <a:solidFill xmlns:a="http://schemas.openxmlformats.org/drawingml/2006/main">
            <a:srgbClr val="FFF2EB"/>
          </a:solidFill>
          <a:ln xmlns:a="http://schemas.openxmlformats.org/drawingml/2006/main" w="38100">
            <a:solidFill>
              <a:srgbClr val="E64519"/>
            </a:solidFill>
            <a:prstDash val="solid"/>
          </a:ln>
        </p:spPr>
      </p:sp>
      <p:sp>
        <p:nvSpPr>
          <p:cNvPr id="12" name="">
            <a:extLst xmlns:a="http://schemas.openxmlformats.org/drawingml/2006/main">
              <a:ext uri="{FF2B5EF4-FFF2-40B4-BE49-F238E27FC236}">
                <a16:creationId xmlns:a16="http://schemas.microsoft.com/office/drawing/2014/main" id="{92C87CA1-9028-407C-B64D-168E6BE6D115}"/>
              </a:ext>
            </a:extLst>
          </p:cNvPr>
          <p:cNvSpPr>
            <a:spLocks xmlns:a="http://schemas.openxmlformats.org/drawingml/2006/main" noGrp="1"/>
          </p:cNvSpPr>
          <p:nvPr/>
        </p:nvSpPr>
        <p:spPr>
          <a:xfrm xmlns:a="http://schemas.openxmlformats.org/drawingml/2006/main">
            <a:off x="10668000" y="5010150"/>
            <a:ext cx="85725" cy="14668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3" name="main">
            <a:extLst xmlns:a="http://schemas.openxmlformats.org/drawingml/2006/main">
              <a:ext uri="{FF2B5EF4-FFF2-40B4-BE49-F238E27FC236}">
                <a16:creationId xmlns:a16="http://schemas.microsoft.com/office/drawing/2014/main" id="{1CDBCF98-7784-4FD9-8DA9-F0D17D9174DE}"/>
              </a:ext>
            </a:extLst>
          </p:cNvPr>
          <p:cNvSpPr>
            <a:spLocks xmlns:a="http://schemas.openxmlformats.org/drawingml/2006/main" noGrp="1"/>
          </p:cNvSpPr>
          <p:nvPr/>
        </p:nvSpPr>
        <p:spPr>
          <a:xfrm xmlns:a="http://schemas.openxmlformats.org/drawingml/2006/main">
            <a:off x="10915650" y="513397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main</a:t>
            </a:r>
          </a:p>
        </p:txBody>
      </p:sp>
      <p:sp>
        <p:nvSpPr>
          <p:cNvPr id="14" name="RESUMED">
            <a:extLst xmlns:a="http://schemas.openxmlformats.org/drawingml/2006/main">
              <a:ext uri="{FF2B5EF4-FFF2-40B4-BE49-F238E27FC236}">
                <a16:creationId xmlns:a16="http://schemas.microsoft.com/office/drawing/2014/main" id="{70FD4DB3-EB76-4A75-BE69-F88076C0C124}"/>
              </a:ext>
            </a:extLst>
          </p:cNvPr>
          <p:cNvSpPr>
            <a:spLocks xmlns:a="http://schemas.openxmlformats.org/drawingml/2006/main" noGrp="1"/>
          </p:cNvSpPr>
          <p:nvPr/>
        </p:nvSpPr>
        <p:spPr>
          <a:xfrm xmlns:a="http://schemas.openxmlformats.org/drawingml/2006/main">
            <a:off x="14859000" y="5200650"/>
            <a:ext cx="176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1">
                <a:solidFill>
                  <a:srgbClr val="B73513"/>
                </a:solidFill>
                <a:latin typeface="Arial"/>
                <a:ea typeface="Arial"/>
                <a:cs typeface="Arial"/>
              </a:defRPr>
            </a:defPPr>
            <a:lvl1pPr algn="r">
              <a:defRPr sz="1800" b="1">
                <a:solidFill>
                  <a:srgbClr val="B73513"/>
                </a:solidFill>
                <a:latin typeface="Arial"/>
                <a:ea typeface="Arial"/>
                <a:cs typeface="Arial"/>
              </a:defRPr>
            </a:lvl1pPr>
            <a:lvl2pPr algn="r">
              <a:defRPr sz="1800" b="1">
                <a:solidFill>
                  <a:srgbClr val="B73513"/>
                </a:solidFill>
                <a:latin typeface="Arial"/>
                <a:ea typeface="Arial"/>
                <a:cs typeface="Arial"/>
              </a:defRPr>
            </a:lvl2pPr>
            <a:lvl3pPr algn="r">
              <a:defRPr sz="1800" b="1">
                <a:solidFill>
                  <a:srgbClr val="B73513"/>
                </a:solidFill>
                <a:latin typeface="Arial"/>
                <a:ea typeface="Arial"/>
                <a:cs typeface="Arial"/>
              </a:defRPr>
            </a:lvl3pPr>
            <a:lvl4pPr algn="r">
              <a:defRPr sz="1800" b="1">
                <a:solidFill>
                  <a:srgbClr val="B73513"/>
                </a:solidFill>
                <a:latin typeface="Arial"/>
                <a:ea typeface="Arial"/>
                <a:cs typeface="Arial"/>
              </a:defRPr>
            </a:lvl4pPr>
            <a:lvl5pPr algn="r">
              <a:defRPr sz="1800" b="1">
                <a:solidFill>
                  <a:srgbClr val="B73513"/>
                </a:solidFill>
                <a:latin typeface="Arial"/>
                <a:ea typeface="Arial"/>
                <a:cs typeface="Arial"/>
              </a:defRPr>
            </a:lvl5pPr>
            <a:lvl6pPr algn="r">
              <a:defRPr sz="1800" b="1">
                <a:solidFill>
                  <a:srgbClr val="B73513"/>
                </a:solidFill>
                <a:latin typeface="Arial"/>
                <a:ea typeface="Arial"/>
                <a:cs typeface="Arial"/>
              </a:defRPr>
            </a:lvl6pPr>
            <a:lvl7pPr algn="r">
              <a:defRPr sz="1800" b="1">
                <a:solidFill>
                  <a:srgbClr val="B73513"/>
                </a:solidFill>
                <a:latin typeface="Arial"/>
                <a:ea typeface="Arial"/>
                <a:cs typeface="Arial"/>
              </a:defRPr>
            </a:lvl7pPr>
            <a:lvl8pPr algn="r">
              <a:defRPr sz="1800" b="1">
                <a:solidFill>
                  <a:srgbClr val="B73513"/>
                </a:solidFill>
                <a:latin typeface="Arial"/>
                <a:ea typeface="Arial"/>
                <a:cs typeface="Arial"/>
              </a:defRPr>
            </a:lvl8pPr>
            <a:lvl9pPr algn="r">
              <a:defRPr sz="1800" b="1">
                <a:solidFill>
                  <a:srgbClr val="B73513"/>
                </a:solidFill>
                <a:latin typeface="Arial"/>
                <a:ea typeface="Arial"/>
                <a:cs typeface="Arial"/>
              </a:defRPr>
            </a:lvl9pPr>
          </a:lstStyle>
          <a:p xmlns:a="http://schemas.openxmlformats.org/drawingml/2006/main">
            <a:pPr algn="r">
              <a:lnSpc>
                <a:spcPct val="100000"/>
              </a:lnSpc>
              <a:buNone/>
              <a:defRPr sz="1800" b="1">
                <a:solidFill>
                  <a:srgbClr val="B73513"/>
                </a:solidFill>
                <a:latin typeface="Arial"/>
                <a:ea typeface="Arial"/>
                <a:cs typeface="Arial"/>
              </a:defRPr>
            </a:pPr>
            <a:r>
              <a:rPr sz="1800" b="1">
                <a:solidFill>
                  <a:srgbClr val="B73513"/>
                </a:solidFill>
                <a:latin typeface="Arial"/>
                <a:ea typeface="Arial"/>
                <a:cs typeface="Arial"/>
              </a:rPr>
              <a:t>RESUMED</a:t>
            </a:r>
          </a:p>
        </p:txBody>
      </p:sp>
      <p:sp>
        <p:nvSpPr>
          <p:cNvPr id="15" name="result = 6">
            <a:extLst xmlns:a="http://schemas.openxmlformats.org/drawingml/2006/main">
              <a:ext uri="{FF2B5EF4-FFF2-40B4-BE49-F238E27FC236}">
                <a16:creationId xmlns:a16="http://schemas.microsoft.com/office/drawing/2014/main" id="{2DBA093F-425A-409D-81BE-41BBEB2C2E3E}"/>
              </a:ext>
            </a:extLst>
          </p:cNvPr>
          <p:cNvSpPr>
            <a:spLocks xmlns:a="http://schemas.openxmlformats.org/drawingml/2006/main" noGrp="1"/>
          </p:cNvSpPr>
          <p:nvPr/>
        </p:nvSpPr>
        <p:spPr>
          <a:xfrm xmlns:a="http://schemas.openxmlformats.org/drawingml/2006/main">
            <a:off x="10915650" y="5648325"/>
            <a:ext cx="569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result = 6</a:t>
            </a:r>
          </a:p>
        </p:txBody>
      </p:sp>
      <p:sp>
        <p:nvSpPr>
          <p:cNvPr id="16" name="All factorial calls&#10;have returned.">
            <a:extLst xmlns:a="http://schemas.openxmlformats.org/drawingml/2006/main">
              <a:ext uri="{FF2B5EF4-FFF2-40B4-BE49-F238E27FC236}">
                <a16:creationId xmlns:a16="http://schemas.microsoft.com/office/drawing/2014/main" id="{93C9F11A-B278-48A4-B515-30A94FE4BE71}"/>
              </a:ext>
            </a:extLst>
          </p:cNvPr>
          <p:cNvSpPr>
            <a:spLocks xmlns:a="http://schemas.openxmlformats.org/drawingml/2006/main" noGrp="1"/>
          </p:cNvSpPr>
          <p:nvPr/>
        </p:nvSpPr>
        <p:spPr>
          <a:xfrm xmlns:a="http://schemas.openxmlformats.org/drawingml/2006/main">
            <a:off x="10668000" y="7000875"/>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596167"/>
                </a:solidFill>
                <a:latin typeface="Arial"/>
                <a:ea typeface="Arial"/>
                <a:cs typeface="Arial"/>
              </a:defRPr>
            </a:defPPr>
            <a:lvl1pPr algn="l">
              <a:defRPr sz="3150" b="0">
                <a:solidFill>
                  <a:srgbClr val="596167"/>
                </a:solidFill>
                <a:latin typeface="Arial"/>
                <a:ea typeface="Arial"/>
                <a:cs typeface="Arial"/>
              </a:defRPr>
            </a:lvl1pPr>
            <a:lvl2pPr algn="l">
              <a:defRPr sz="3150" b="0">
                <a:solidFill>
                  <a:srgbClr val="596167"/>
                </a:solidFill>
                <a:latin typeface="Arial"/>
                <a:ea typeface="Arial"/>
                <a:cs typeface="Arial"/>
              </a:defRPr>
            </a:lvl2pPr>
            <a:lvl3pPr algn="l">
              <a:defRPr sz="3150" b="0">
                <a:solidFill>
                  <a:srgbClr val="596167"/>
                </a:solidFill>
                <a:latin typeface="Arial"/>
                <a:ea typeface="Arial"/>
                <a:cs typeface="Arial"/>
              </a:defRPr>
            </a:lvl3pPr>
            <a:lvl4pPr algn="l">
              <a:defRPr sz="3150" b="0">
                <a:solidFill>
                  <a:srgbClr val="596167"/>
                </a:solidFill>
                <a:latin typeface="Arial"/>
                <a:ea typeface="Arial"/>
                <a:cs typeface="Arial"/>
              </a:defRPr>
            </a:lvl4pPr>
            <a:lvl5pPr algn="l">
              <a:defRPr sz="3150" b="0">
                <a:solidFill>
                  <a:srgbClr val="596167"/>
                </a:solidFill>
                <a:latin typeface="Arial"/>
                <a:ea typeface="Arial"/>
                <a:cs typeface="Arial"/>
              </a:defRPr>
            </a:lvl5pPr>
            <a:lvl6pPr algn="l">
              <a:defRPr sz="3150" b="0">
                <a:solidFill>
                  <a:srgbClr val="596167"/>
                </a:solidFill>
                <a:latin typeface="Arial"/>
                <a:ea typeface="Arial"/>
                <a:cs typeface="Arial"/>
              </a:defRPr>
            </a:lvl6pPr>
            <a:lvl7pPr algn="l">
              <a:defRPr sz="3150" b="0">
                <a:solidFill>
                  <a:srgbClr val="596167"/>
                </a:solidFill>
                <a:latin typeface="Arial"/>
                <a:ea typeface="Arial"/>
                <a:cs typeface="Arial"/>
              </a:defRPr>
            </a:lvl7pPr>
            <a:lvl8pPr algn="l">
              <a:defRPr sz="3150" b="0">
                <a:solidFill>
                  <a:srgbClr val="596167"/>
                </a:solidFill>
                <a:latin typeface="Arial"/>
                <a:ea typeface="Arial"/>
                <a:cs typeface="Arial"/>
              </a:defRPr>
            </a:lvl8pPr>
            <a:lvl9pPr algn="l">
              <a:defRPr sz="3150" b="0">
                <a:solidFill>
                  <a:srgbClr val="596167"/>
                </a:solidFill>
                <a:latin typeface="Arial"/>
                <a:ea typeface="Arial"/>
                <a:cs typeface="Arial"/>
              </a:defRPr>
            </a:lvl9pPr>
          </a:lstStyle>
          <a:p xmlns:a="http://schemas.openxmlformats.org/drawingml/2006/main">
            <a:pPr algn="l">
              <a:lnSpc>
                <a:spcPct val="100000"/>
              </a:lnSpc>
              <a:buNone/>
              <a:defRPr sz="3150" b="0">
                <a:solidFill>
                  <a:srgbClr val="596167"/>
                </a:solidFill>
                <a:latin typeface="Arial"/>
                <a:ea typeface="Arial"/>
                <a:cs typeface="Arial"/>
              </a:defRPr>
            </a:pPr>
            <a:r>
              <a:rPr sz="3150" b="0">
                <a:solidFill>
                  <a:srgbClr val="596167"/>
                </a:solidFill>
                <a:latin typeface="Arial"/>
                <a:ea typeface="Arial"/>
                <a:cs typeface="Arial"/>
              </a:rPr>
              <a:t>All factorial calls</a:t>
            </a:r>
          </a:p>
          <a:p xmlns:a="http://schemas.openxmlformats.org/drawingml/2006/main">
            <a:pPr algn="l">
              <a:lnSpc>
                <a:spcPct val="100000"/>
              </a:lnSpc>
              <a:buNone/>
              <a:defRPr sz="3150" b="0">
                <a:solidFill>
                  <a:srgbClr val="596167"/>
                </a:solidFill>
                <a:latin typeface="Arial"/>
                <a:ea typeface="Arial"/>
                <a:cs typeface="Arial"/>
              </a:defRPr>
            </a:pPr>
            <a:r>
              <a:rPr sz="3150" b="0">
                <a:solidFill>
                  <a:srgbClr val="596167"/>
                </a:solidFill>
                <a:latin typeface="Arial"/>
                <a:ea typeface="Arial"/>
                <a:cs typeface="Arial"/>
              </a:rPr>
              <a:t>have returned.</a:t>
            </a:r>
          </a:p>
        </p:txBody>
      </p:sp>
      <p:sp>
        <p:nvSpPr>
          <p:cNvPr id="17" name="Return values">
            <a:extLst xmlns:a="http://schemas.openxmlformats.org/drawingml/2006/main">
              <a:ext uri="{FF2B5EF4-FFF2-40B4-BE49-F238E27FC236}">
                <a16:creationId xmlns:a16="http://schemas.microsoft.com/office/drawing/2014/main" id="{B8944916-42C3-4B16-974B-A37804C00243}"/>
              </a:ext>
            </a:extLst>
          </p:cNvPr>
          <p:cNvSpPr>
            <a:spLocks xmlns:a="http://schemas.openxmlformats.org/drawingml/2006/main" noGrp="1"/>
          </p:cNvSpPr>
          <p:nvPr/>
        </p:nvSpPr>
        <p:spPr>
          <a:xfrm xmlns:a="http://schemas.openxmlformats.org/drawingml/2006/main">
            <a:off x="914400" y="7781925"/>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Return values</a:t>
            </a:r>
          </a:p>
        </p:txBody>
      </p:sp>
      <p:sp>
        <p:nvSpPr>
          <p:cNvPr id="18" name="1, 1, 2, 6">
            <a:extLst xmlns:a="http://schemas.openxmlformats.org/drawingml/2006/main">
              <a:ext uri="{FF2B5EF4-FFF2-40B4-BE49-F238E27FC236}">
                <a16:creationId xmlns:a16="http://schemas.microsoft.com/office/drawing/2014/main" id="{2E9262B9-1F9D-4531-8F33-23149D7FE268}"/>
              </a:ext>
            </a:extLst>
          </p:cNvPr>
          <p:cNvSpPr>
            <a:spLocks xmlns:a="http://schemas.openxmlformats.org/drawingml/2006/main" noGrp="1"/>
          </p:cNvSpPr>
          <p:nvPr/>
        </p:nvSpPr>
        <p:spPr>
          <a:xfrm xmlns:a="http://schemas.openxmlformats.org/drawingml/2006/main">
            <a:off x="914400" y="8286750"/>
            <a:ext cx="809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202426"/>
                </a:solidFill>
                <a:latin typeface="Courier New"/>
                <a:ea typeface="Courier New"/>
                <a:cs typeface="Courier New"/>
              </a:defRPr>
            </a:defPPr>
            <a:lvl1pPr algn="l">
              <a:defRPr sz="3600" b="1">
                <a:solidFill>
                  <a:srgbClr val="202426"/>
                </a:solidFill>
                <a:latin typeface="Courier New"/>
                <a:ea typeface="Courier New"/>
                <a:cs typeface="Courier New"/>
              </a:defRPr>
            </a:lvl1pPr>
            <a:lvl2pPr algn="l">
              <a:defRPr sz="3600" b="1">
                <a:solidFill>
                  <a:srgbClr val="202426"/>
                </a:solidFill>
                <a:latin typeface="Courier New"/>
                <a:ea typeface="Courier New"/>
                <a:cs typeface="Courier New"/>
              </a:defRPr>
            </a:lvl2pPr>
            <a:lvl3pPr algn="l">
              <a:defRPr sz="3600" b="1">
                <a:solidFill>
                  <a:srgbClr val="202426"/>
                </a:solidFill>
                <a:latin typeface="Courier New"/>
                <a:ea typeface="Courier New"/>
                <a:cs typeface="Courier New"/>
              </a:defRPr>
            </a:lvl3pPr>
            <a:lvl4pPr algn="l">
              <a:defRPr sz="3600" b="1">
                <a:solidFill>
                  <a:srgbClr val="202426"/>
                </a:solidFill>
                <a:latin typeface="Courier New"/>
                <a:ea typeface="Courier New"/>
                <a:cs typeface="Courier New"/>
              </a:defRPr>
            </a:lvl4pPr>
            <a:lvl5pPr algn="l">
              <a:defRPr sz="3600" b="1">
                <a:solidFill>
                  <a:srgbClr val="202426"/>
                </a:solidFill>
                <a:latin typeface="Courier New"/>
                <a:ea typeface="Courier New"/>
                <a:cs typeface="Courier New"/>
              </a:defRPr>
            </a:lvl5pPr>
            <a:lvl6pPr algn="l">
              <a:defRPr sz="3600" b="1">
                <a:solidFill>
                  <a:srgbClr val="202426"/>
                </a:solidFill>
                <a:latin typeface="Courier New"/>
                <a:ea typeface="Courier New"/>
                <a:cs typeface="Courier New"/>
              </a:defRPr>
            </a:lvl6pPr>
            <a:lvl7pPr algn="l">
              <a:defRPr sz="3600" b="1">
                <a:solidFill>
                  <a:srgbClr val="202426"/>
                </a:solidFill>
                <a:latin typeface="Courier New"/>
                <a:ea typeface="Courier New"/>
                <a:cs typeface="Courier New"/>
              </a:defRPr>
            </a:lvl7pPr>
            <a:lvl8pPr algn="l">
              <a:defRPr sz="3600" b="1">
                <a:solidFill>
                  <a:srgbClr val="202426"/>
                </a:solidFill>
                <a:latin typeface="Courier New"/>
                <a:ea typeface="Courier New"/>
                <a:cs typeface="Courier New"/>
              </a:defRPr>
            </a:lvl8pPr>
            <a:lvl9pPr algn="l">
              <a:defRPr sz="3600" b="1">
                <a:solidFill>
                  <a:srgbClr val="202426"/>
                </a:solidFill>
                <a:latin typeface="Courier New"/>
                <a:ea typeface="Courier New"/>
                <a:cs typeface="Courier New"/>
              </a:defRPr>
            </a:lvl9pPr>
          </a:lstStyle>
          <a:p xmlns:a="http://schemas.openxmlformats.org/drawingml/2006/main">
            <a:pPr algn="l">
              <a:lnSpc>
                <a:spcPct val="100000"/>
              </a:lnSpc>
              <a:buNone/>
              <a:defRPr sz="3600" b="1">
                <a:solidFill>
                  <a:srgbClr val="202426"/>
                </a:solidFill>
                <a:latin typeface="Courier New"/>
                <a:ea typeface="Courier New"/>
                <a:cs typeface="Courier New"/>
              </a:defRPr>
            </a:pPr>
            <a:r>
              <a:rPr sz="3600" b="1">
                <a:solidFill>
                  <a:srgbClr val="202426"/>
                </a:solidFill>
                <a:latin typeface="Courier New"/>
                <a:ea typeface="Courier New"/>
                <a:cs typeface="Courier New"/>
              </a:rPr>
              <a:t>1, 1, 2, 6</a:t>
            </a:r>
          </a:p>
        </p:txBody>
      </p:sp>
    </p:spTree>
    <p:extLst>
      <p:ext uri="{BB962C8B-B14F-4D97-AF65-F5344CB8AC3E}">
        <p14:creationId xmlns:p14="http://schemas.microsoft.com/office/powerpoint/2010/main" val="1663959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RECURSION">
            <a:extLst xmlns:a="http://schemas.openxmlformats.org/drawingml/2006/main">
              <a:ext uri="{FF2B5EF4-FFF2-40B4-BE49-F238E27FC236}">
                <a16:creationId xmlns:a16="http://schemas.microsoft.com/office/drawing/2014/main" id="{7C5CA893-3227-40D2-9BF1-B845439C3013}"/>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A6A01FA2-A3C6-4769-B1EA-04C684B6F06D}"/>
              </a:ext>
            </a:extLst>
          </p:cNvPr>
          <p:cNvPicPr>
            <a:picLocks xmlns:a="http://schemas.openxmlformats.org/drawingml/2006/main" noChangeAspect="1"/>
          </p:cNvPicPr>
          <p:nvPr/>
        </p:nvPicPr>
        <p:blipFill>
          <a:blip xmlns:r="http://schemas.openxmlformats.org/officeDocument/2006/relationships" xmlns:a="http://schemas.openxmlformats.org/drawingml/2006/main" r:embed="Rcb668f7b7dc34fa9"/>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Before or after the recursive call?">
            <a:extLst xmlns:a="http://schemas.openxmlformats.org/drawingml/2006/main">
              <a:ext uri="{FF2B5EF4-FFF2-40B4-BE49-F238E27FC236}">
                <a16:creationId xmlns:a16="http://schemas.microsoft.com/office/drawing/2014/main" id="{ECB7F73C-A2C3-452D-A9F1-621470210D02}"/>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Before or after the recursive call?</a:t>
            </a:r>
          </a:p>
        </p:txBody>
      </p:sp>
      <p:sp>
        <p:nvSpPr>
          <p:cNvPr id="4" name="">
            <a:extLst xmlns:a="http://schemas.openxmlformats.org/drawingml/2006/main">
              <a:ext uri="{FF2B5EF4-FFF2-40B4-BE49-F238E27FC236}">
                <a16:creationId xmlns:a16="http://schemas.microsoft.com/office/drawing/2014/main" id="{1CFA3E77-28E7-44E8-8623-0ADC7A4F7680}"/>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F1619A0B-30C3-445A-A89A-20131DE258BA}"/>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4">
            <a:extLst xmlns:a="http://schemas.openxmlformats.org/drawingml/2006/main">
              <a:ext uri="{FF2B5EF4-FFF2-40B4-BE49-F238E27FC236}">
                <a16:creationId xmlns:a16="http://schemas.microsoft.com/office/drawing/2014/main" id="{3E48CEC7-AFD8-46DA-AF60-6A0117DB1324}"/>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14</a:t>
            </a:r>
          </a:p>
        </p:txBody>
      </p:sp>
      <p:sp>
        <p:nvSpPr>
          <p:cNvPr id="7" name="Print before the call">
            <a:extLst xmlns:a="http://schemas.openxmlformats.org/drawingml/2006/main">
              <a:ext uri="{FF2B5EF4-FFF2-40B4-BE49-F238E27FC236}">
                <a16:creationId xmlns:a16="http://schemas.microsoft.com/office/drawing/2014/main" id="{41B257AA-3E0D-4D22-899A-A7F78C2309A2}"/>
              </a:ext>
            </a:extLst>
          </p:cNvPr>
          <p:cNvSpPr>
            <a:spLocks xmlns:a="http://schemas.openxmlformats.org/drawingml/2006/main" noGrp="1"/>
          </p:cNvSpPr>
          <p:nvPr/>
        </p:nvSpPr>
        <p:spPr>
          <a:xfrm xmlns:a="http://schemas.openxmlformats.org/drawingml/2006/main">
            <a:off x="914400" y="2809875"/>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596167"/>
                </a:solidFill>
                <a:latin typeface="Arial"/>
                <a:ea typeface="Arial"/>
                <a:cs typeface="Arial"/>
              </a:defRPr>
            </a:defPPr>
            <a:lvl1pPr algn="l">
              <a:defRPr sz="2325" b="0">
                <a:solidFill>
                  <a:srgbClr val="596167"/>
                </a:solidFill>
                <a:latin typeface="Arial"/>
                <a:ea typeface="Arial"/>
                <a:cs typeface="Arial"/>
              </a:defRPr>
            </a:lvl1pPr>
            <a:lvl2pPr algn="l">
              <a:defRPr sz="2325" b="0">
                <a:solidFill>
                  <a:srgbClr val="596167"/>
                </a:solidFill>
                <a:latin typeface="Arial"/>
                <a:ea typeface="Arial"/>
                <a:cs typeface="Arial"/>
              </a:defRPr>
            </a:lvl2pPr>
            <a:lvl3pPr algn="l">
              <a:defRPr sz="2325" b="0">
                <a:solidFill>
                  <a:srgbClr val="596167"/>
                </a:solidFill>
                <a:latin typeface="Arial"/>
                <a:ea typeface="Arial"/>
                <a:cs typeface="Arial"/>
              </a:defRPr>
            </a:lvl3pPr>
            <a:lvl4pPr algn="l">
              <a:defRPr sz="2325" b="0">
                <a:solidFill>
                  <a:srgbClr val="596167"/>
                </a:solidFill>
                <a:latin typeface="Arial"/>
                <a:ea typeface="Arial"/>
                <a:cs typeface="Arial"/>
              </a:defRPr>
            </a:lvl4pPr>
            <a:lvl5pPr algn="l">
              <a:defRPr sz="2325" b="0">
                <a:solidFill>
                  <a:srgbClr val="596167"/>
                </a:solidFill>
                <a:latin typeface="Arial"/>
                <a:ea typeface="Arial"/>
                <a:cs typeface="Arial"/>
              </a:defRPr>
            </a:lvl5pPr>
            <a:lvl6pPr algn="l">
              <a:defRPr sz="2325" b="0">
                <a:solidFill>
                  <a:srgbClr val="596167"/>
                </a:solidFill>
                <a:latin typeface="Arial"/>
                <a:ea typeface="Arial"/>
                <a:cs typeface="Arial"/>
              </a:defRPr>
            </a:lvl6pPr>
            <a:lvl7pPr algn="l">
              <a:defRPr sz="2325" b="0">
                <a:solidFill>
                  <a:srgbClr val="596167"/>
                </a:solidFill>
                <a:latin typeface="Arial"/>
                <a:ea typeface="Arial"/>
                <a:cs typeface="Arial"/>
              </a:defRPr>
            </a:lvl7pPr>
            <a:lvl8pPr algn="l">
              <a:defRPr sz="2325" b="0">
                <a:solidFill>
                  <a:srgbClr val="596167"/>
                </a:solidFill>
                <a:latin typeface="Arial"/>
                <a:ea typeface="Arial"/>
                <a:cs typeface="Arial"/>
              </a:defRPr>
            </a:lvl8pPr>
            <a:lvl9pPr algn="l">
              <a:defRPr sz="2325" b="0">
                <a:solidFill>
                  <a:srgbClr val="596167"/>
                </a:solidFill>
                <a:latin typeface="Arial"/>
                <a:ea typeface="Arial"/>
                <a:cs typeface="Arial"/>
              </a:defRPr>
            </a:lvl9pPr>
          </a:lstStyle>
          <a:p xmlns:a="http://schemas.openxmlformats.org/drawingml/2006/main">
            <a:pPr algn="l">
              <a:lnSpc>
                <a:spcPct val="100000"/>
              </a:lnSpc>
              <a:buNone/>
              <a:defRPr sz="2325" b="0">
                <a:solidFill>
                  <a:srgbClr val="596167"/>
                </a:solidFill>
                <a:latin typeface="Arial"/>
                <a:ea typeface="Arial"/>
                <a:cs typeface="Arial"/>
              </a:defRPr>
            </a:pPr>
            <a:r>
              <a:rPr sz="2325" b="0">
                <a:solidFill>
                  <a:srgbClr val="596167"/>
                </a:solidFill>
                <a:latin typeface="Arial"/>
                <a:ea typeface="Arial"/>
                <a:cs typeface="Arial"/>
              </a:rPr>
              <a:t>Print before the call</a:t>
            </a:r>
          </a:p>
        </p:txBody>
      </p:sp>
      <p:sp>
        <p:nvSpPr>
          <p:cNvPr id="8" name="Print after the call">
            <a:extLst xmlns:a="http://schemas.openxmlformats.org/drawingml/2006/main">
              <a:ext uri="{FF2B5EF4-FFF2-40B4-BE49-F238E27FC236}">
                <a16:creationId xmlns:a16="http://schemas.microsoft.com/office/drawing/2014/main" id="{DA70C2E9-BBEE-4772-AA47-933D83B1E750}"/>
              </a:ext>
            </a:extLst>
          </p:cNvPr>
          <p:cNvSpPr>
            <a:spLocks xmlns:a="http://schemas.openxmlformats.org/drawingml/2006/main" noGrp="1"/>
          </p:cNvSpPr>
          <p:nvPr/>
        </p:nvSpPr>
        <p:spPr>
          <a:xfrm xmlns:a="http://schemas.openxmlformats.org/drawingml/2006/main">
            <a:off x="9563100" y="2809875"/>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596167"/>
                </a:solidFill>
                <a:latin typeface="Arial"/>
                <a:ea typeface="Arial"/>
                <a:cs typeface="Arial"/>
              </a:defRPr>
            </a:defPPr>
            <a:lvl1pPr algn="l">
              <a:defRPr sz="2325" b="0">
                <a:solidFill>
                  <a:srgbClr val="596167"/>
                </a:solidFill>
                <a:latin typeface="Arial"/>
                <a:ea typeface="Arial"/>
                <a:cs typeface="Arial"/>
              </a:defRPr>
            </a:lvl1pPr>
            <a:lvl2pPr algn="l">
              <a:defRPr sz="2325" b="0">
                <a:solidFill>
                  <a:srgbClr val="596167"/>
                </a:solidFill>
                <a:latin typeface="Arial"/>
                <a:ea typeface="Arial"/>
                <a:cs typeface="Arial"/>
              </a:defRPr>
            </a:lvl2pPr>
            <a:lvl3pPr algn="l">
              <a:defRPr sz="2325" b="0">
                <a:solidFill>
                  <a:srgbClr val="596167"/>
                </a:solidFill>
                <a:latin typeface="Arial"/>
                <a:ea typeface="Arial"/>
                <a:cs typeface="Arial"/>
              </a:defRPr>
            </a:lvl3pPr>
            <a:lvl4pPr algn="l">
              <a:defRPr sz="2325" b="0">
                <a:solidFill>
                  <a:srgbClr val="596167"/>
                </a:solidFill>
                <a:latin typeface="Arial"/>
                <a:ea typeface="Arial"/>
                <a:cs typeface="Arial"/>
              </a:defRPr>
            </a:lvl4pPr>
            <a:lvl5pPr algn="l">
              <a:defRPr sz="2325" b="0">
                <a:solidFill>
                  <a:srgbClr val="596167"/>
                </a:solidFill>
                <a:latin typeface="Arial"/>
                <a:ea typeface="Arial"/>
                <a:cs typeface="Arial"/>
              </a:defRPr>
            </a:lvl5pPr>
            <a:lvl6pPr algn="l">
              <a:defRPr sz="2325" b="0">
                <a:solidFill>
                  <a:srgbClr val="596167"/>
                </a:solidFill>
                <a:latin typeface="Arial"/>
                <a:ea typeface="Arial"/>
                <a:cs typeface="Arial"/>
              </a:defRPr>
            </a:lvl6pPr>
            <a:lvl7pPr algn="l">
              <a:defRPr sz="2325" b="0">
                <a:solidFill>
                  <a:srgbClr val="596167"/>
                </a:solidFill>
                <a:latin typeface="Arial"/>
                <a:ea typeface="Arial"/>
                <a:cs typeface="Arial"/>
              </a:defRPr>
            </a:lvl7pPr>
            <a:lvl8pPr algn="l">
              <a:defRPr sz="2325" b="0">
                <a:solidFill>
                  <a:srgbClr val="596167"/>
                </a:solidFill>
                <a:latin typeface="Arial"/>
                <a:ea typeface="Arial"/>
                <a:cs typeface="Arial"/>
              </a:defRPr>
            </a:lvl8pPr>
            <a:lvl9pPr algn="l">
              <a:defRPr sz="2325" b="0">
                <a:solidFill>
                  <a:srgbClr val="596167"/>
                </a:solidFill>
                <a:latin typeface="Arial"/>
                <a:ea typeface="Arial"/>
                <a:cs typeface="Arial"/>
              </a:defRPr>
            </a:lvl9pPr>
          </a:lstStyle>
          <a:p xmlns:a="http://schemas.openxmlformats.org/drawingml/2006/main">
            <a:pPr algn="l">
              <a:lnSpc>
                <a:spcPct val="100000"/>
              </a:lnSpc>
              <a:buNone/>
              <a:defRPr sz="2325" b="0">
                <a:solidFill>
                  <a:srgbClr val="596167"/>
                </a:solidFill>
                <a:latin typeface="Arial"/>
                <a:ea typeface="Arial"/>
                <a:cs typeface="Arial"/>
              </a:defRPr>
            </a:pPr>
            <a:r>
              <a:rPr sz="2325" b="0">
                <a:solidFill>
                  <a:srgbClr val="596167"/>
                </a:solidFill>
                <a:latin typeface="Arial"/>
                <a:ea typeface="Arial"/>
                <a:cs typeface="Arial"/>
              </a:rPr>
              <a:t>Print after the call</a:t>
            </a:r>
          </a:p>
        </p:txBody>
      </p:sp>
      <p:sp>
        <p:nvSpPr>
          <p:cNvPr id="9" name="">
            <a:extLst xmlns:a="http://schemas.openxmlformats.org/drawingml/2006/main">
              <a:ext uri="{FF2B5EF4-FFF2-40B4-BE49-F238E27FC236}">
                <a16:creationId xmlns:a16="http://schemas.microsoft.com/office/drawing/2014/main" id="{5032A501-2F36-437C-9999-12E874B1DC5E}"/>
              </a:ext>
            </a:extLst>
          </p:cNvPr>
          <p:cNvSpPr>
            <a:spLocks xmlns:a="http://schemas.openxmlformats.org/drawingml/2006/main" noGrp="1"/>
          </p:cNvSpPr>
          <p:nvPr/>
        </p:nvSpPr>
        <p:spPr>
          <a:xfrm xmlns:a="http://schemas.openxmlformats.org/drawingml/2006/main">
            <a:off x="914400" y="3505200"/>
            <a:ext cx="7810500" cy="4352925"/>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DB6FE2-A98D-458F-B931-DF1CFA4CA27A}"/>
              </a:ext>
            </a:extLst>
          </p:cNvPr>
          <p:cNvSpPr>
            <a:spLocks xmlns:a="http://schemas.openxmlformats.org/drawingml/2006/main" noGrp="1"/>
          </p:cNvSpPr>
          <p:nvPr/>
        </p:nvSpPr>
        <p:spPr>
          <a:xfrm xmlns:a="http://schemas.openxmlformats.org/drawingml/2006/main">
            <a:off x="1028700" y="5924550"/>
            <a:ext cx="7581900" cy="56197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1" name="void count_down(int n)">
            <a:extLst xmlns:a="http://schemas.openxmlformats.org/drawingml/2006/main">
              <a:ext uri="{FF2B5EF4-FFF2-40B4-BE49-F238E27FC236}">
                <a16:creationId xmlns:a16="http://schemas.microsoft.com/office/drawing/2014/main" id="{89A981AB-9173-4957-B721-178B876CCD15}"/>
              </a:ext>
            </a:extLst>
          </p:cNvPr>
          <p:cNvSpPr>
            <a:spLocks xmlns:a="http://schemas.openxmlformats.org/drawingml/2006/main" noGrp="1"/>
          </p:cNvSpPr>
          <p:nvPr/>
        </p:nvSpPr>
        <p:spPr>
          <a:xfrm xmlns:a="http://schemas.openxmlformats.org/drawingml/2006/main">
            <a:off x="1162050" y="370522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void count_down(int n)</a:t>
            </a:r>
          </a:p>
        </p:txBody>
      </p:sp>
      <p:sp>
        <p:nvSpPr>
          <p:cNvPr id="12" name="{">
            <a:extLst xmlns:a="http://schemas.openxmlformats.org/drawingml/2006/main">
              <a:ext uri="{FF2B5EF4-FFF2-40B4-BE49-F238E27FC236}">
                <a16:creationId xmlns:a16="http://schemas.microsoft.com/office/drawing/2014/main" id="{21602678-DA38-4DEE-984E-40685F85CF7C}"/>
              </a:ext>
            </a:extLst>
          </p:cNvPr>
          <p:cNvSpPr>
            <a:spLocks xmlns:a="http://schemas.openxmlformats.org/drawingml/2006/main" noGrp="1"/>
          </p:cNvSpPr>
          <p:nvPr/>
        </p:nvSpPr>
        <p:spPr>
          <a:xfrm xmlns:a="http://schemas.openxmlformats.org/drawingml/2006/main">
            <a:off x="1162050" y="4267200"/>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a:t>
            </a:r>
          </a:p>
        </p:txBody>
      </p:sp>
      <p:sp>
        <p:nvSpPr>
          <p:cNvPr id="13" name="    if (n == 0)">
            <a:extLst xmlns:a="http://schemas.openxmlformats.org/drawingml/2006/main">
              <a:ext uri="{FF2B5EF4-FFF2-40B4-BE49-F238E27FC236}">
                <a16:creationId xmlns:a16="http://schemas.microsoft.com/office/drawing/2014/main" id="{FE3A3E10-CFD3-4E0C-9E3C-6B16FDBDE951}"/>
              </a:ext>
            </a:extLst>
          </p:cNvPr>
          <p:cNvSpPr>
            <a:spLocks xmlns:a="http://schemas.openxmlformats.org/drawingml/2006/main" noGrp="1"/>
          </p:cNvSpPr>
          <p:nvPr/>
        </p:nvSpPr>
        <p:spPr>
          <a:xfrm xmlns:a="http://schemas.openxmlformats.org/drawingml/2006/main">
            <a:off x="1162050" y="482917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if (n == 0)</a:t>
            </a:r>
          </a:p>
        </p:txBody>
      </p:sp>
      <p:sp>
        <p:nvSpPr>
          <p:cNvPr id="14" name="        return;">
            <a:extLst xmlns:a="http://schemas.openxmlformats.org/drawingml/2006/main">
              <a:ext uri="{FF2B5EF4-FFF2-40B4-BE49-F238E27FC236}">
                <a16:creationId xmlns:a16="http://schemas.microsoft.com/office/drawing/2014/main" id="{40CDB8A9-4AD9-4F19-9AF0-6203A6C8CEEB}"/>
              </a:ext>
            </a:extLst>
          </p:cNvPr>
          <p:cNvSpPr>
            <a:spLocks xmlns:a="http://schemas.openxmlformats.org/drawingml/2006/main" noGrp="1"/>
          </p:cNvSpPr>
          <p:nvPr/>
        </p:nvSpPr>
        <p:spPr>
          <a:xfrm xmlns:a="http://schemas.openxmlformats.org/drawingml/2006/main">
            <a:off x="1162050" y="5391150"/>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return;</a:t>
            </a:r>
          </a:p>
        </p:txBody>
      </p:sp>
      <p:sp>
        <p:nvSpPr>
          <p:cNvPr id="15" name="    printf(&quot;%i\n&quot;, n);">
            <a:extLst xmlns:a="http://schemas.openxmlformats.org/drawingml/2006/main">
              <a:ext uri="{FF2B5EF4-FFF2-40B4-BE49-F238E27FC236}">
                <a16:creationId xmlns:a16="http://schemas.microsoft.com/office/drawing/2014/main" id="{18A6778B-C30C-4632-AFEC-C8C67F2BEEBB}"/>
              </a:ext>
            </a:extLst>
          </p:cNvPr>
          <p:cNvSpPr>
            <a:spLocks xmlns:a="http://schemas.openxmlformats.org/drawingml/2006/main" noGrp="1"/>
          </p:cNvSpPr>
          <p:nvPr/>
        </p:nvSpPr>
        <p:spPr>
          <a:xfrm xmlns:a="http://schemas.openxmlformats.org/drawingml/2006/main">
            <a:off x="1162050" y="595312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printf("%i\n", n);</a:t>
            </a:r>
          </a:p>
        </p:txBody>
      </p:sp>
      <p:sp>
        <p:nvSpPr>
          <p:cNvPr id="16" name="    count_down(n - 1);">
            <a:extLst xmlns:a="http://schemas.openxmlformats.org/drawingml/2006/main">
              <a:ext uri="{FF2B5EF4-FFF2-40B4-BE49-F238E27FC236}">
                <a16:creationId xmlns:a16="http://schemas.microsoft.com/office/drawing/2014/main" id="{004A48B9-5F36-4CFA-B97C-6C35CDCBB730}"/>
              </a:ext>
            </a:extLst>
          </p:cNvPr>
          <p:cNvSpPr>
            <a:spLocks xmlns:a="http://schemas.openxmlformats.org/drawingml/2006/main" noGrp="1"/>
          </p:cNvSpPr>
          <p:nvPr/>
        </p:nvSpPr>
        <p:spPr>
          <a:xfrm xmlns:a="http://schemas.openxmlformats.org/drawingml/2006/main">
            <a:off x="1162050" y="6515100"/>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count_down(n - 1);</a:t>
            </a:r>
          </a:p>
        </p:txBody>
      </p:sp>
      <p:sp>
        <p:nvSpPr>
          <p:cNvPr id="17" name="}">
            <a:extLst xmlns:a="http://schemas.openxmlformats.org/drawingml/2006/main">
              <a:ext uri="{FF2B5EF4-FFF2-40B4-BE49-F238E27FC236}">
                <a16:creationId xmlns:a16="http://schemas.microsoft.com/office/drawing/2014/main" id="{7B2BC03B-8DD0-4CE9-A4D2-3EE537130329}"/>
              </a:ext>
            </a:extLst>
          </p:cNvPr>
          <p:cNvSpPr>
            <a:spLocks xmlns:a="http://schemas.openxmlformats.org/drawingml/2006/main" noGrp="1"/>
          </p:cNvSpPr>
          <p:nvPr/>
        </p:nvSpPr>
        <p:spPr>
          <a:xfrm xmlns:a="http://schemas.openxmlformats.org/drawingml/2006/main">
            <a:off x="1162050" y="707707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a:t>
            </a:r>
          </a:p>
        </p:txBody>
      </p:sp>
      <p:sp>
        <p:nvSpPr>
          <p:cNvPr id="18" name="">
            <a:extLst xmlns:a="http://schemas.openxmlformats.org/drawingml/2006/main">
              <a:ext uri="{FF2B5EF4-FFF2-40B4-BE49-F238E27FC236}">
                <a16:creationId xmlns:a16="http://schemas.microsoft.com/office/drawing/2014/main" id="{01E5E9A6-12D9-4FB0-8848-B1DB2650FCD4}"/>
              </a:ext>
            </a:extLst>
          </p:cNvPr>
          <p:cNvSpPr>
            <a:spLocks xmlns:a="http://schemas.openxmlformats.org/drawingml/2006/main" noGrp="1"/>
          </p:cNvSpPr>
          <p:nvPr/>
        </p:nvSpPr>
        <p:spPr>
          <a:xfrm xmlns:a="http://schemas.openxmlformats.org/drawingml/2006/main">
            <a:off x="9563100" y="3505200"/>
            <a:ext cx="7810500" cy="4352925"/>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2345D74-7532-4D1C-956C-C3B91D536748}"/>
              </a:ext>
            </a:extLst>
          </p:cNvPr>
          <p:cNvSpPr>
            <a:spLocks xmlns:a="http://schemas.openxmlformats.org/drawingml/2006/main" noGrp="1"/>
          </p:cNvSpPr>
          <p:nvPr/>
        </p:nvSpPr>
        <p:spPr>
          <a:xfrm xmlns:a="http://schemas.openxmlformats.org/drawingml/2006/main">
            <a:off x="9677400" y="6486525"/>
            <a:ext cx="7581900" cy="56197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20" name="void count_up(int n)">
            <a:extLst xmlns:a="http://schemas.openxmlformats.org/drawingml/2006/main">
              <a:ext uri="{FF2B5EF4-FFF2-40B4-BE49-F238E27FC236}">
                <a16:creationId xmlns:a16="http://schemas.microsoft.com/office/drawing/2014/main" id="{8AA8B65D-38FF-44A4-8133-4939C9D1E0FE}"/>
              </a:ext>
            </a:extLst>
          </p:cNvPr>
          <p:cNvSpPr>
            <a:spLocks xmlns:a="http://schemas.openxmlformats.org/drawingml/2006/main" noGrp="1"/>
          </p:cNvSpPr>
          <p:nvPr/>
        </p:nvSpPr>
        <p:spPr>
          <a:xfrm xmlns:a="http://schemas.openxmlformats.org/drawingml/2006/main">
            <a:off x="9810750" y="370522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void count_up(int n)</a:t>
            </a:r>
          </a:p>
        </p:txBody>
      </p:sp>
      <p:sp>
        <p:nvSpPr>
          <p:cNvPr id="21" name="{">
            <a:extLst xmlns:a="http://schemas.openxmlformats.org/drawingml/2006/main">
              <a:ext uri="{FF2B5EF4-FFF2-40B4-BE49-F238E27FC236}">
                <a16:creationId xmlns:a16="http://schemas.microsoft.com/office/drawing/2014/main" id="{279C7CED-D0F5-40D3-BEA4-E625E9683F81}"/>
              </a:ext>
            </a:extLst>
          </p:cNvPr>
          <p:cNvSpPr>
            <a:spLocks xmlns:a="http://schemas.openxmlformats.org/drawingml/2006/main" noGrp="1"/>
          </p:cNvSpPr>
          <p:nvPr/>
        </p:nvSpPr>
        <p:spPr>
          <a:xfrm xmlns:a="http://schemas.openxmlformats.org/drawingml/2006/main">
            <a:off x="9810750" y="4267200"/>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a:t>
            </a:r>
          </a:p>
        </p:txBody>
      </p:sp>
      <p:sp>
        <p:nvSpPr>
          <p:cNvPr id="22" name="    if (n == 0)">
            <a:extLst xmlns:a="http://schemas.openxmlformats.org/drawingml/2006/main">
              <a:ext uri="{FF2B5EF4-FFF2-40B4-BE49-F238E27FC236}">
                <a16:creationId xmlns:a16="http://schemas.microsoft.com/office/drawing/2014/main" id="{574E3CAC-1F56-4899-ADA8-A084C046581C}"/>
              </a:ext>
            </a:extLst>
          </p:cNvPr>
          <p:cNvSpPr>
            <a:spLocks xmlns:a="http://schemas.openxmlformats.org/drawingml/2006/main" noGrp="1"/>
          </p:cNvSpPr>
          <p:nvPr/>
        </p:nvSpPr>
        <p:spPr>
          <a:xfrm xmlns:a="http://schemas.openxmlformats.org/drawingml/2006/main">
            <a:off x="9810750" y="482917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if (n == 0)</a:t>
            </a:r>
          </a:p>
        </p:txBody>
      </p:sp>
      <p:sp>
        <p:nvSpPr>
          <p:cNvPr id="23" name="        return;">
            <a:extLst xmlns:a="http://schemas.openxmlformats.org/drawingml/2006/main">
              <a:ext uri="{FF2B5EF4-FFF2-40B4-BE49-F238E27FC236}">
                <a16:creationId xmlns:a16="http://schemas.microsoft.com/office/drawing/2014/main" id="{5FF8E5DF-A35B-4AD3-A6B0-F9442185A2D5}"/>
              </a:ext>
            </a:extLst>
          </p:cNvPr>
          <p:cNvSpPr>
            <a:spLocks xmlns:a="http://schemas.openxmlformats.org/drawingml/2006/main" noGrp="1"/>
          </p:cNvSpPr>
          <p:nvPr/>
        </p:nvSpPr>
        <p:spPr>
          <a:xfrm xmlns:a="http://schemas.openxmlformats.org/drawingml/2006/main">
            <a:off x="9810750" y="5391150"/>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return;</a:t>
            </a:r>
          </a:p>
        </p:txBody>
      </p:sp>
      <p:sp>
        <p:nvSpPr>
          <p:cNvPr id="24" name="    count_up(n - 1);">
            <a:extLst xmlns:a="http://schemas.openxmlformats.org/drawingml/2006/main">
              <a:ext uri="{FF2B5EF4-FFF2-40B4-BE49-F238E27FC236}">
                <a16:creationId xmlns:a16="http://schemas.microsoft.com/office/drawing/2014/main" id="{D1BBE1DC-3E29-4069-B7A5-D6F1FA545280}"/>
              </a:ext>
            </a:extLst>
          </p:cNvPr>
          <p:cNvSpPr>
            <a:spLocks xmlns:a="http://schemas.openxmlformats.org/drawingml/2006/main" noGrp="1"/>
          </p:cNvSpPr>
          <p:nvPr/>
        </p:nvSpPr>
        <p:spPr>
          <a:xfrm xmlns:a="http://schemas.openxmlformats.org/drawingml/2006/main">
            <a:off x="9810750" y="595312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count_up(n - 1);</a:t>
            </a:r>
          </a:p>
        </p:txBody>
      </p:sp>
      <p:sp>
        <p:nvSpPr>
          <p:cNvPr id="25" name="    printf(&quot;%i\n&quot;, n);">
            <a:extLst xmlns:a="http://schemas.openxmlformats.org/drawingml/2006/main">
              <a:ext uri="{FF2B5EF4-FFF2-40B4-BE49-F238E27FC236}">
                <a16:creationId xmlns:a16="http://schemas.microsoft.com/office/drawing/2014/main" id="{D0A52565-4E4B-4771-BEFE-CDE621DF5BC3}"/>
              </a:ext>
            </a:extLst>
          </p:cNvPr>
          <p:cNvSpPr>
            <a:spLocks xmlns:a="http://schemas.openxmlformats.org/drawingml/2006/main" noGrp="1"/>
          </p:cNvSpPr>
          <p:nvPr/>
        </p:nvSpPr>
        <p:spPr>
          <a:xfrm xmlns:a="http://schemas.openxmlformats.org/drawingml/2006/main">
            <a:off x="9810750" y="6515100"/>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    printf("%i\n", n);</a:t>
            </a:r>
          </a:p>
        </p:txBody>
      </p:sp>
      <p:sp>
        <p:nvSpPr>
          <p:cNvPr id="26" name="}">
            <a:extLst xmlns:a="http://schemas.openxmlformats.org/drawingml/2006/main">
              <a:ext uri="{FF2B5EF4-FFF2-40B4-BE49-F238E27FC236}">
                <a16:creationId xmlns:a16="http://schemas.microsoft.com/office/drawing/2014/main" id="{296F87F4-E103-4C5E-83AF-211D4D4C9648}"/>
              </a:ext>
            </a:extLst>
          </p:cNvPr>
          <p:cNvSpPr>
            <a:spLocks xmlns:a="http://schemas.openxmlformats.org/drawingml/2006/main" noGrp="1"/>
          </p:cNvSpPr>
          <p:nvPr/>
        </p:nvSpPr>
        <p:spPr>
          <a:xfrm xmlns:a="http://schemas.openxmlformats.org/drawingml/2006/main">
            <a:off x="9810750" y="7077075"/>
            <a:ext cx="7315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02426"/>
                </a:solidFill>
                <a:latin typeface="Courier New"/>
                <a:ea typeface="Courier New"/>
                <a:cs typeface="Courier New"/>
              </a:defRPr>
            </a:defPPr>
            <a:lvl1pPr algn="l">
              <a:defRPr sz="2475" b="0">
                <a:solidFill>
                  <a:srgbClr val="202426"/>
                </a:solidFill>
                <a:latin typeface="Courier New"/>
                <a:ea typeface="Courier New"/>
                <a:cs typeface="Courier New"/>
              </a:defRPr>
            </a:lvl1pPr>
            <a:lvl2pPr algn="l">
              <a:defRPr sz="2475" b="0">
                <a:solidFill>
                  <a:srgbClr val="202426"/>
                </a:solidFill>
                <a:latin typeface="Courier New"/>
                <a:ea typeface="Courier New"/>
                <a:cs typeface="Courier New"/>
              </a:defRPr>
            </a:lvl2pPr>
            <a:lvl3pPr algn="l">
              <a:defRPr sz="2475" b="0">
                <a:solidFill>
                  <a:srgbClr val="202426"/>
                </a:solidFill>
                <a:latin typeface="Courier New"/>
                <a:ea typeface="Courier New"/>
                <a:cs typeface="Courier New"/>
              </a:defRPr>
            </a:lvl3pPr>
            <a:lvl4pPr algn="l">
              <a:defRPr sz="2475" b="0">
                <a:solidFill>
                  <a:srgbClr val="202426"/>
                </a:solidFill>
                <a:latin typeface="Courier New"/>
                <a:ea typeface="Courier New"/>
                <a:cs typeface="Courier New"/>
              </a:defRPr>
            </a:lvl4pPr>
            <a:lvl5pPr algn="l">
              <a:defRPr sz="2475" b="0">
                <a:solidFill>
                  <a:srgbClr val="202426"/>
                </a:solidFill>
                <a:latin typeface="Courier New"/>
                <a:ea typeface="Courier New"/>
                <a:cs typeface="Courier New"/>
              </a:defRPr>
            </a:lvl5pPr>
            <a:lvl6pPr algn="l">
              <a:defRPr sz="2475" b="0">
                <a:solidFill>
                  <a:srgbClr val="202426"/>
                </a:solidFill>
                <a:latin typeface="Courier New"/>
                <a:ea typeface="Courier New"/>
                <a:cs typeface="Courier New"/>
              </a:defRPr>
            </a:lvl6pPr>
            <a:lvl7pPr algn="l">
              <a:defRPr sz="2475" b="0">
                <a:solidFill>
                  <a:srgbClr val="202426"/>
                </a:solidFill>
                <a:latin typeface="Courier New"/>
                <a:ea typeface="Courier New"/>
                <a:cs typeface="Courier New"/>
              </a:defRPr>
            </a:lvl7pPr>
            <a:lvl8pPr algn="l">
              <a:defRPr sz="2475" b="0">
                <a:solidFill>
                  <a:srgbClr val="202426"/>
                </a:solidFill>
                <a:latin typeface="Courier New"/>
                <a:ea typeface="Courier New"/>
                <a:cs typeface="Courier New"/>
              </a:defRPr>
            </a:lvl8pPr>
            <a:lvl9pPr algn="l">
              <a:defRPr sz="2475" b="0">
                <a:solidFill>
                  <a:srgbClr val="202426"/>
                </a:solidFill>
                <a:latin typeface="Courier New"/>
                <a:ea typeface="Courier New"/>
                <a:cs typeface="Courier New"/>
              </a:defRPr>
            </a:lvl9pPr>
          </a:lstStyle>
          <a:p xmlns:a="http://schemas.openxmlformats.org/drawingml/2006/main">
            <a:pPr algn="l">
              <a:lnSpc>
                <a:spcPct val="100000"/>
              </a:lnSpc>
              <a:buNone/>
              <a:defRPr sz="2475" b="0">
                <a:solidFill>
                  <a:srgbClr val="202426"/>
                </a:solidFill>
                <a:latin typeface="Courier New"/>
                <a:ea typeface="Courier New"/>
                <a:cs typeface="Courier New"/>
              </a:defRPr>
            </a:pPr>
            <a:r>
              <a:rPr sz="2475" b="0">
                <a:solidFill>
                  <a:srgbClr val="202426"/>
                </a:solidFill>
                <a:latin typeface="Courier New"/>
                <a:ea typeface="Courier New"/>
                <a:cs typeface="Courier New"/>
              </a:rPr>
              <a:t>}</a:t>
            </a:r>
          </a:p>
        </p:txBody>
      </p:sp>
      <p:sp>
        <p:nvSpPr>
          <p:cNvPr id="27" name="">
            <a:extLst xmlns:a="http://schemas.openxmlformats.org/drawingml/2006/main">
              <a:ext uri="{FF2B5EF4-FFF2-40B4-BE49-F238E27FC236}">
                <a16:creationId xmlns:a16="http://schemas.microsoft.com/office/drawing/2014/main" id="{AD612D77-6F02-4EBA-9F2C-A20A376C3AE6}"/>
              </a:ext>
            </a:extLst>
          </p:cNvPr>
          <p:cNvSpPr>
            <a:spLocks xmlns:a="http://schemas.openxmlformats.org/drawingml/2006/main" noGrp="1"/>
          </p:cNvSpPr>
          <p:nvPr/>
        </p:nvSpPr>
        <p:spPr>
          <a:xfrm xmlns:a="http://schemas.openxmlformats.org/drawingml/2006/main">
            <a:off x="914400" y="8477250"/>
            <a:ext cx="16459200" cy="7810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3EB1518-AAD4-485C-832E-F08A17750007}"/>
              </a:ext>
            </a:extLst>
          </p:cNvPr>
          <p:cNvSpPr>
            <a:spLocks xmlns:a="http://schemas.openxmlformats.org/drawingml/2006/main" noGrp="1"/>
          </p:cNvSpPr>
          <p:nvPr/>
        </p:nvSpPr>
        <p:spPr>
          <a:xfrm xmlns:a="http://schemas.openxmlformats.org/drawingml/2006/main">
            <a:off x="914400" y="8477250"/>
            <a:ext cx="57150" cy="7810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29" name="What does each function print when n starts at 3?">
            <a:extLst xmlns:a="http://schemas.openxmlformats.org/drawingml/2006/main">
              <a:ext uri="{FF2B5EF4-FFF2-40B4-BE49-F238E27FC236}">
                <a16:creationId xmlns:a16="http://schemas.microsoft.com/office/drawing/2014/main" id="{6D891AA1-638D-4011-B747-BB9776991E55}"/>
              </a:ext>
            </a:extLst>
          </p:cNvPr>
          <p:cNvSpPr>
            <a:spLocks xmlns:a="http://schemas.openxmlformats.org/drawingml/2006/main" noGrp="1"/>
          </p:cNvSpPr>
          <p:nvPr/>
        </p:nvSpPr>
        <p:spPr>
          <a:xfrm xmlns:a="http://schemas.openxmlformats.org/drawingml/2006/main">
            <a:off x="1190625" y="8648700"/>
            <a:ext cx="1581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202426"/>
                </a:solidFill>
                <a:latin typeface="Arial"/>
                <a:ea typeface="Arial"/>
                <a:cs typeface="Arial"/>
              </a:defRPr>
            </a:defPPr>
            <a:lvl1pPr algn="l">
              <a:defRPr sz="3150" b="0">
                <a:solidFill>
                  <a:srgbClr val="202426"/>
                </a:solidFill>
                <a:latin typeface="Arial"/>
                <a:ea typeface="Arial"/>
                <a:cs typeface="Arial"/>
              </a:defRPr>
            </a:lvl1pPr>
            <a:lvl2pPr algn="l">
              <a:defRPr sz="3150" b="0">
                <a:solidFill>
                  <a:srgbClr val="202426"/>
                </a:solidFill>
                <a:latin typeface="Arial"/>
                <a:ea typeface="Arial"/>
                <a:cs typeface="Arial"/>
              </a:defRPr>
            </a:lvl2pPr>
            <a:lvl3pPr algn="l">
              <a:defRPr sz="3150" b="0">
                <a:solidFill>
                  <a:srgbClr val="202426"/>
                </a:solidFill>
                <a:latin typeface="Arial"/>
                <a:ea typeface="Arial"/>
                <a:cs typeface="Arial"/>
              </a:defRPr>
            </a:lvl3pPr>
            <a:lvl4pPr algn="l">
              <a:defRPr sz="3150" b="0">
                <a:solidFill>
                  <a:srgbClr val="202426"/>
                </a:solidFill>
                <a:latin typeface="Arial"/>
                <a:ea typeface="Arial"/>
                <a:cs typeface="Arial"/>
              </a:defRPr>
            </a:lvl4pPr>
            <a:lvl5pPr algn="l">
              <a:defRPr sz="3150" b="0">
                <a:solidFill>
                  <a:srgbClr val="202426"/>
                </a:solidFill>
                <a:latin typeface="Arial"/>
                <a:ea typeface="Arial"/>
                <a:cs typeface="Arial"/>
              </a:defRPr>
            </a:lvl5pPr>
            <a:lvl6pPr algn="l">
              <a:defRPr sz="3150" b="0">
                <a:solidFill>
                  <a:srgbClr val="202426"/>
                </a:solidFill>
                <a:latin typeface="Arial"/>
                <a:ea typeface="Arial"/>
                <a:cs typeface="Arial"/>
              </a:defRPr>
            </a:lvl6pPr>
            <a:lvl7pPr algn="l">
              <a:defRPr sz="3150" b="0">
                <a:solidFill>
                  <a:srgbClr val="202426"/>
                </a:solidFill>
                <a:latin typeface="Arial"/>
                <a:ea typeface="Arial"/>
                <a:cs typeface="Arial"/>
              </a:defRPr>
            </a:lvl7pPr>
            <a:lvl8pPr algn="l">
              <a:defRPr sz="3150" b="0">
                <a:solidFill>
                  <a:srgbClr val="202426"/>
                </a:solidFill>
                <a:latin typeface="Arial"/>
                <a:ea typeface="Arial"/>
                <a:cs typeface="Arial"/>
              </a:defRPr>
            </a:lvl8pPr>
            <a:lvl9pPr algn="l">
              <a:defRPr sz="3150" b="0">
                <a:solidFill>
                  <a:srgbClr val="202426"/>
                </a:solidFill>
                <a:latin typeface="Arial"/>
                <a:ea typeface="Arial"/>
                <a:cs typeface="Arial"/>
              </a:defRPr>
            </a:lvl9pPr>
          </a:lstStyle>
          <a:p xmlns:a="http://schemas.openxmlformats.org/drawingml/2006/main">
            <a:pPr algn="l">
              <a:lnSpc>
                <a:spcPct val="100000"/>
              </a:lnSpc>
              <a:buNone/>
              <a:defRPr sz="3150" b="0">
                <a:solidFill>
                  <a:srgbClr val="202426"/>
                </a:solidFill>
                <a:latin typeface="Arial"/>
                <a:ea typeface="Arial"/>
                <a:cs typeface="Arial"/>
              </a:defRPr>
            </a:pPr>
            <a:r>
              <a:rPr sz="3150" b="0">
                <a:solidFill>
                  <a:srgbClr val="202426"/>
                </a:solidFill>
                <a:latin typeface="Arial"/>
                <a:ea typeface="Arial"/>
                <a:cs typeface="Arial"/>
              </a:rPr>
              <a:t>What does each function print when n starts at 3?</a:t>
            </a:r>
          </a:p>
        </p:txBody>
      </p:sp>
    </p:spTree>
    <p:extLst>
      <p:ext uri="{BB962C8B-B14F-4D97-AF65-F5344CB8AC3E}">
        <p14:creationId xmlns:p14="http://schemas.microsoft.com/office/powerpoint/2010/main" val="4674215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RECURSION">
            <a:extLst xmlns:a="http://schemas.openxmlformats.org/drawingml/2006/main">
              <a:ext uri="{FF2B5EF4-FFF2-40B4-BE49-F238E27FC236}">
                <a16:creationId xmlns:a16="http://schemas.microsoft.com/office/drawing/2014/main" id="{C2B4AD51-9A5E-4512-A493-AB3439D9A63A}"/>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7656ABC6-CA09-4D21-8E56-A05F6859FFF0}"/>
              </a:ext>
            </a:extLst>
          </p:cNvPr>
          <p:cNvPicPr>
            <a:picLocks xmlns:a="http://schemas.openxmlformats.org/drawingml/2006/main" noChangeAspect="1"/>
          </p:cNvPicPr>
          <p:nvPr/>
        </p:nvPicPr>
        <p:blipFill>
          <a:blip xmlns:r="http://schemas.openxmlformats.org/officeDocument/2006/relationships" xmlns:a="http://schemas.openxmlformats.org/drawingml/2006/main" r:embed="Rf364fcf631684dd5"/>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Print order follows execution order">
            <a:extLst xmlns:a="http://schemas.openxmlformats.org/drawingml/2006/main">
              <a:ext uri="{FF2B5EF4-FFF2-40B4-BE49-F238E27FC236}">
                <a16:creationId xmlns:a16="http://schemas.microsoft.com/office/drawing/2014/main" id="{C98A864E-4D1E-4AB5-90A2-0A24E7901929}"/>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Print order follows execution order</a:t>
            </a:r>
          </a:p>
        </p:txBody>
      </p:sp>
      <p:sp>
        <p:nvSpPr>
          <p:cNvPr id="4" name="">
            <a:extLst xmlns:a="http://schemas.openxmlformats.org/drawingml/2006/main">
              <a:ext uri="{FF2B5EF4-FFF2-40B4-BE49-F238E27FC236}">
                <a16:creationId xmlns:a16="http://schemas.microsoft.com/office/drawing/2014/main" id="{A33E3DD1-8EEE-47A0-8265-447BB4C89544}"/>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514D0E11-7B25-4AC1-BBCD-45ED8ADCA0FA}"/>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5">
            <a:extLst xmlns:a="http://schemas.openxmlformats.org/drawingml/2006/main">
              <a:ext uri="{FF2B5EF4-FFF2-40B4-BE49-F238E27FC236}">
                <a16:creationId xmlns:a16="http://schemas.microsoft.com/office/drawing/2014/main" id="{285C0871-9BBC-4FF6-96A9-B1B3979B1CC7}"/>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15</a:t>
            </a:r>
          </a:p>
        </p:txBody>
      </p:sp>
      <p:sp>
        <p:nvSpPr>
          <p:cNvPr id="7" name="count_down(3)">
            <a:extLst xmlns:a="http://schemas.openxmlformats.org/drawingml/2006/main">
              <a:ext uri="{FF2B5EF4-FFF2-40B4-BE49-F238E27FC236}">
                <a16:creationId xmlns:a16="http://schemas.microsoft.com/office/drawing/2014/main" id="{47B27492-AF09-4233-ABFC-8FA477BA9141}"/>
              </a:ext>
            </a:extLst>
          </p:cNvPr>
          <p:cNvSpPr>
            <a:spLocks xmlns:a="http://schemas.openxmlformats.org/drawingml/2006/main" noGrp="1"/>
          </p:cNvSpPr>
          <p:nvPr/>
        </p:nvSpPr>
        <p:spPr>
          <a:xfrm xmlns:a="http://schemas.openxmlformats.org/drawingml/2006/main">
            <a:off x="914400" y="3067050"/>
            <a:ext cx="7810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202426"/>
                </a:solidFill>
                <a:latin typeface="Courier New"/>
                <a:ea typeface="Courier New"/>
                <a:cs typeface="Courier New"/>
              </a:defRPr>
            </a:defPPr>
            <a:lvl1pPr algn="l">
              <a:defRPr sz="3675" b="1">
                <a:solidFill>
                  <a:srgbClr val="202426"/>
                </a:solidFill>
                <a:latin typeface="Courier New"/>
                <a:ea typeface="Courier New"/>
                <a:cs typeface="Courier New"/>
              </a:defRPr>
            </a:lvl1pPr>
            <a:lvl2pPr algn="l">
              <a:defRPr sz="3675" b="1">
                <a:solidFill>
                  <a:srgbClr val="202426"/>
                </a:solidFill>
                <a:latin typeface="Courier New"/>
                <a:ea typeface="Courier New"/>
                <a:cs typeface="Courier New"/>
              </a:defRPr>
            </a:lvl2pPr>
            <a:lvl3pPr algn="l">
              <a:defRPr sz="3675" b="1">
                <a:solidFill>
                  <a:srgbClr val="202426"/>
                </a:solidFill>
                <a:latin typeface="Courier New"/>
                <a:ea typeface="Courier New"/>
                <a:cs typeface="Courier New"/>
              </a:defRPr>
            </a:lvl3pPr>
            <a:lvl4pPr algn="l">
              <a:defRPr sz="3675" b="1">
                <a:solidFill>
                  <a:srgbClr val="202426"/>
                </a:solidFill>
                <a:latin typeface="Courier New"/>
                <a:ea typeface="Courier New"/>
                <a:cs typeface="Courier New"/>
              </a:defRPr>
            </a:lvl4pPr>
            <a:lvl5pPr algn="l">
              <a:defRPr sz="3675" b="1">
                <a:solidFill>
                  <a:srgbClr val="202426"/>
                </a:solidFill>
                <a:latin typeface="Courier New"/>
                <a:ea typeface="Courier New"/>
                <a:cs typeface="Courier New"/>
              </a:defRPr>
            </a:lvl5pPr>
            <a:lvl6pPr algn="l">
              <a:defRPr sz="3675" b="1">
                <a:solidFill>
                  <a:srgbClr val="202426"/>
                </a:solidFill>
                <a:latin typeface="Courier New"/>
                <a:ea typeface="Courier New"/>
                <a:cs typeface="Courier New"/>
              </a:defRPr>
            </a:lvl6pPr>
            <a:lvl7pPr algn="l">
              <a:defRPr sz="3675" b="1">
                <a:solidFill>
                  <a:srgbClr val="202426"/>
                </a:solidFill>
                <a:latin typeface="Courier New"/>
                <a:ea typeface="Courier New"/>
                <a:cs typeface="Courier New"/>
              </a:defRPr>
            </a:lvl7pPr>
            <a:lvl8pPr algn="l">
              <a:defRPr sz="3675" b="1">
                <a:solidFill>
                  <a:srgbClr val="202426"/>
                </a:solidFill>
                <a:latin typeface="Courier New"/>
                <a:ea typeface="Courier New"/>
                <a:cs typeface="Courier New"/>
              </a:defRPr>
            </a:lvl8pPr>
            <a:lvl9pPr algn="l">
              <a:defRPr sz="3675" b="1">
                <a:solidFill>
                  <a:srgbClr val="202426"/>
                </a:solidFill>
                <a:latin typeface="Courier New"/>
                <a:ea typeface="Courier New"/>
                <a:cs typeface="Courier New"/>
              </a:defRPr>
            </a:lvl9pPr>
          </a:lstStyle>
          <a:p xmlns:a="http://schemas.openxmlformats.org/drawingml/2006/main">
            <a:pPr algn="l">
              <a:lnSpc>
                <a:spcPct val="100000"/>
              </a:lnSpc>
              <a:buNone/>
              <a:defRPr sz="3675" b="1">
                <a:solidFill>
                  <a:srgbClr val="202426"/>
                </a:solidFill>
                <a:latin typeface="Courier New"/>
                <a:ea typeface="Courier New"/>
                <a:cs typeface="Courier New"/>
              </a:defRPr>
            </a:pPr>
            <a:r>
              <a:rPr sz="3675" b="1">
                <a:solidFill>
                  <a:srgbClr val="202426"/>
                </a:solidFill>
                <a:latin typeface="Courier New"/>
                <a:ea typeface="Courier New"/>
                <a:cs typeface="Courier New"/>
              </a:rPr>
              <a:t>count_down(3)</a:t>
            </a:r>
          </a:p>
        </p:txBody>
      </p:sp>
      <p:sp>
        <p:nvSpPr>
          <p:cNvPr id="8" name="count_up(3)">
            <a:extLst xmlns:a="http://schemas.openxmlformats.org/drawingml/2006/main">
              <a:ext uri="{FF2B5EF4-FFF2-40B4-BE49-F238E27FC236}">
                <a16:creationId xmlns:a16="http://schemas.microsoft.com/office/drawing/2014/main" id="{620D4EF7-43D1-4D80-8C40-F1DBE2A9E935}"/>
              </a:ext>
            </a:extLst>
          </p:cNvPr>
          <p:cNvSpPr>
            <a:spLocks xmlns:a="http://schemas.openxmlformats.org/drawingml/2006/main" noGrp="1"/>
          </p:cNvSpPr>
          <p:nvPr/>
        </p:nvSpPr>
        <p:spPr>
          <a:xfrm xmlns:a="http://schemas.openxmlformats.org/drawingml/2006/main">
            <a:off x="9563100" y="3067050"/>
            <a:ext cx="7810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202426"/>
                </a:solidFill>
                <a:latin typeface="Courier New"/>
                <a:ea typeface="Courier New"/>
                <a:cs typeface="Courier New"/>
              </a:defRPr>
            </a:defPPr>
            <a:lvl1pPr algn="l">
              <a:defRPr sz="3675" b="1">
                <a:solidFill>
                  <a:srgbClr val="202426"/>
                </a:solidFill>
                <a:latin typeface="Courier New"/>
                <a:ea typeface="Courier New"/>
                <a:cs typeface="Courier New"/>
              </a:defRPr>
            </a:lvl1pPr>
            <a:lvl2pPr algn="l">
              <a:defRPr sz="3675" b="1">
                <a:solidFill>
                  <a:srgbClr val="202426"/>
                </a:solidFill>
                <a:latin typeface="Courier New"/>
                <a:ea typeface="Courier New"/>
                <a:cs typeface="Courier New"/>
              </a:defRPr>
            </a:lvl2pPr>
            <a:lvl3pPr algn="l">
              <a:defRPr sz="3675" b="1">
                <a:solidFill>
                  <a:srgbClr val="202426"/>
                </a:solidFill>
                <a:latin typeface="Courier New"/>
                <a:ea typeface="Courier New"/>
                <a:cs typeface="Courier New"/>
              </a:defRPr>
            </a:lvl3pPr>
            <a:lvl4pPr algn="l">
              <a:defRPr sz="3675" b="1">
                <a:solidFill>
                  <a:srgbClr val="202426"/>
                </a:solidFill>
                <a:latin typeface="Courier New"/>
                <a:ea typeface="Courier New"/>
                <a:cs typeface="Courier New"/>
              </a:defRPr>
            </a:lvl4pPr>
            <a:lvl5pPr algn="l">
              <a:defRPr sz="3675" b="1">
                <a:solidFill>
                  <a:srgbClr val="202426"/>
                </a:solidFill>
                <a:latin typeface="Courier New"/>
                <a:ea typeface="Courier New"/>
                <a:cs typeface="Courier New"/>
              </a:defRPr>
            </a:lvl5pPr>
            <a:lvl6pPr algn="l">
              <a:defRPr sz="3675" b="1">
                <a:solidFill>
                  <a:srgbClr val="202426"/>
                </a:solidFill>
                <a:latin typeface="Courier New"/>
                <a:ea typeface="Courier New"/>
                <a:cs typeface="Courier New"/>
              </a:defRPr>
            </a:lvl6pPr>
            <a:lvl7pPr algn="l">
              <a:defRPr sz="3675" b="1">
                <a:solidFill>
                  <a:srgbClr val="202426"/>
                </a:solidFill>
                <a:latin typeface="Courier New"/>
                <a:ea typeface="Courier New"/>
                <a:cs typeface="Courier New"/>
              </a:defRPr>
            </a:lvl7pPr>
            <a:lvl8pPr algn="l">
              <a:defRPr sz="3675" b="1">
                <a:solidFill>
                  <a:srgbClr val="202426"/>
                </a:solidFill>
                <a:latin typeface="Courier New"/>
                <a:ea typeface="Courier New"/>
                <a:cs typeface="Courier New"/>
              </a:defRPr>
            </a:lvl8pPr>
            <a:lvl9pPr algn="l">
              <a:defRPr sz="3675" b="1">
                <a:solidFill>
                  <a:srgbClr val="202426"/>
                </a:solidFill>
                <a:latin typeface="Courier New"/>
                <a:ea typeface="Courier New"/>
                <a:cs typeface="Courier New"/>
              </a:defRPr>
            </a:lvl9pPr>
          </a:lstStyle>
          <a:p xmlns:a="http://schemas.openxmlformats.org/drawingml/2006/main">
            <a:pPr algn="l">
              <a:lnSpc>
                <a:spcPct val="100000"/>
              </a:lnSpc>
              <a:buNone/>
              <a:defRPr sz="3675" b="1">
                <a:solidFill>
                  <a:srgbClr val="202426"/>
                </a:solidFill>
                <a:latin typeface="Courier New"/>
                <a:ea typeface="Courier New"/>
                <a:cs typeface="Courier New"/>
              </a:defRPr>
            </a:pPr>
            <a:r>
              <a:rPr sz="3675" b="1">
                <a:solidFill>
                  <a:srgbClr val="202426"/>
                </a:solidFill>
                <a:latin typeface="Courier New"/>
                <a:ea typeface="Courier New"/>
                <a:cs typeface="Courier New"/>
              </a:rPr>
              <a:t>count_up(3)</a:t>
            </a:r>
          </a:p>
        </p:txBody>
      </p:sp>
      <p:sp>
        <p:nvSpPr>
          <p:cNvPr id="9" name="3   2   1">
            <a:extLst xmlns:a="http://schemas.openxmlformats.org/drawingml/2006/main">
              <a:ext uri="{FF2B5EF4-FFF2-40B4-BE49-F238E27FC236}">
                <a16:creationId xmlns:a16="http://schemas.microsoft.com/office/drawing/2014/main" id="{FC7080F5-CC8A-44EA-80C6-4104788361F5}"/>
              </a:ext>
            </a:extLst>
          </p:cNvPr>
          <p:cNvSpPr>
            <a:spLocks xmlns:a="http://schemas.openxmlformats.org/drawingml/2006/main" noGrp="1"/>
          </p:cNvSpPr>
          <p:nvPr/>
        </p:nvSpPr>
        <p:spPr>
          <a:xfrm xmlns:a="http://schemas.openxmlformats.org/drawingml/2006/main">
            <a:off x="914400" y="4533900"/>
            <a:ext cx="7810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225" b="1">
                <a:solidFill>
                  <a:srgbClr val="B73513"/>
                </a:solidFill>
                <a:latin typeface="Courier New"/>
                <a:ea typeface="Courier New"/>
                <a:cs typeface="Courier New"/>
              </a:defRPr>
            </a:defPPr>
            <a:lvl1pPr algn="l">
              <a:defRPr sz="6225" b="1">
                <a:solidFill>
                  <a:srgbClr val="B73513"/>
                </a:solidFill>
                <a:latin typeface="Courier New"/>
                <a:ea typeface="Courier New"/>
                <a:cs typeface="Courier New"/>
              </a:defRPr>
            </a:lvl1pPr>
            <a:lvl2pPr algn="l">
              <a:defRPr sz="6225" b="1">
                <a:solidFill>
                  <a:srgbClr val="B73513"/>
                </a:solidFill>
                <a:latin typeface="Courier New"/>
                <a:ea typeface="Courier New"/>
                <a:cs typeface="Courier New"/>
              </a:defRPr>
            </a:lvl2pPr>
            <a:lvl3pPr algn="l">
              <a:defRPr sz="6225" b="1">
                <a:solidFill>
                  <a:srgbClr val="B73513"/>
                </a:solidFill>
                <a:latin typeface="Courier New"/>
                <a:ea typeface="Courier New"/>
                <a:cs typeface="Courier New"/>
              </a:defRPr>
            </a:lvl3pPr>
            <a:lvl4pPr algn="l">
              <a:defRPr sz="6225" b="1">
                <a:solidFill>
                  <a:srgbClr val="B73513"/>
                </a:solidFill>
                <a:latin typeface="Courier New"/>
                <a:ea typeface="Courier New"/>
                <a:cs typeface="Courier New"/>
              </a:defRPr>
            </a:lvl4pPr>
            <a:lvl5pPr algn="l">
              <a:defRPr sz="6225" b="1">
                <a:solidFill>
                  <a:srgbClr val="B73513"/>
                </a:solidFill>
                <a:latin typeface="Courier New"/>
                <a:ea typeface="Courier New"/>
                <a:cs typeface="Courier New"/>
              </a:defRPr>
            </a:lvl5pPr>
            <a:lvl6pPr algn="l">
              <a:defRPr sz="6225" b="1">
                <a:solidFill>
                  <a:srgbClr val="B73513"/>
                </a:solidFill>
                <a:latin typeface="Courier New"/>
                <a:ea typeface="Courier New"/>
                <a:cs typeface="Courier New"/>
              </a:defRPr>
            </a:lvl6pPr>
            <a:lvl7pPr algn="l">
              <a:defRPr sz="6225" b="1">
                <a:solidFill>
                  <a:srgbClr val="B73513"/>
                </a:solidFill>
                <a:latin typeface="Courier New"/>
                <a:ea typeface="Courier New"/>
                <a:cs typeface="Courier New"/>
              </a:defRPr>
            </a:lvl7pPr>
            <a:lvl8pPr algn="l">
              <a:defRPr sz="6225" b="1">
                <a:solidFill>
                  <a:srgbClr val="B73513"/>
                </a:solidFill>
                <a:latin typeface="Courier New"/>
                <a:ea typeface="Courier New"/>
                <a:cs typeface="Courier New"/>
              </a:defRPr>
            </a:lvl8pPr>
            <a:lvl9pPr algn="l">
              <a:defRPr sz="6225" b="1">
                <a:solidFill>
                  <a:srgbClr val="B73513"/>
                </a:solidFill>
                <a:latin typeface="Courier New"/>
                <a:ea typeface="Courier New"/>
                <a:cs typeface="Courier New"/>
              </a:defRPr>
            </a:lvl9pPr>
          </a:lstStyle>
          <a:p xmlns:a="http://schemas.openxmlformats.org/drawingml/2006/main">
            <a:pPr algn="l">
              <a:lnSpc>
                <a:spcPct val="100000"/>
              </a:lnSpc>
              <a:buNone/>
              <a:defRPr sz="6225" b="1">
                <a:solidFill>
                  <a:srgbClr val="B73513"/>
                </a:solidFill>
                <a:latin typeface="Courier New"/>
                <a:ea typeface="Courier New"/>
                <a:cs typeface="Courier New"/>
              </a:defRPr>
            </a:pPr>
            <a:r>
              <a:rPr sz="6225" b="1">
                <a:solidFill>
                  <a:srgbClr val="B73513"/>
                </a:solidFill>
                <a:latin typeface="Courier New"/>
                <a:ea typeface="Courier New"/>
                <a:cs typeface="Courier New"/>
              </a:rPr>
              <a:t>3   2   1</a:t>
            </a:r>
          </a:p>
        </p:txBody>
      </p:sp>
      <p:sp>
        <p:nvSpPr>
          <p:cNvPr id="10" name="1   2   3">
            <a:extLst xmlns:a="http://schemas.openxmlformats.org/drawingml/2006/main">
              <a:ext uri="{FF2B5EF4-FFF2-40B4-BE49-F238E27FC236}">
                <a16:creationId xmlns:a16="http://schemas.microsoft.com/office/drawing/2014/main" id="{0DEE1A72-55D6-4857-9CE0-3FFD50A64B9F}"/>
              </a:ext>
            </a:extLst>
          </p:cNvPr>
          <p:cNvSpPr>
            <a:spLocks xmlns:a="http://schemas.openxmlformats.org/drawingml/2006/main" noGrp="1"/>
          </p:cNvSpPr>
          <p:nvPr/>
        </p:nvSpPr>
        <p:spPr>
          <a:xfrm xmlns:a="http://schemas.openxmlformats.org/drawingml/2006/main">
            <a:off x="9563100" y="4533900"/>
            <a:ext cx="7810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225" b="1">
                <a:solidFill>
                  <a:srgbClr val="B73513"/>
                </a:solidFill>
                <a:latin typeface="Courier New"/>
                <a:ea typeface="Courier New"/>
                <a:cs typeface="Courier New"/>
              </a:defRPr>
            </a:defPPr>
            <a:lvl1pPr algn="l">
              <a:defRPr sz="6225" b="1">
                <a:solidFill>
                  <a:srgbClr val="B73513"/>
                </a:solidFill>
                <a:latin typeface="Courier New"/>
                <a:ea typeface="Courier New"/>
                <a:cs typeface="Courier New"/>
              </a:defRPr>
            </a:lvl1pPr>
            <a:lvl2pPr algn="l">
              <a:defRPr sz="6225" b="1">
                <a:solidFill>
                  <a:srgbClr val="B73513"/>
                </a:solidFill>
                <a:latin typeface="Courier New"/>
                <a:ea typeface="Courier New"/>
                <a:cs typeface="Courier New"/>
              </a:defRPr>
            </a:lvl2pPr>
            <a:lvl3pPr algn="l">
              <a:defRPr sz="6225" b="1">
                <a:solidFill>
                  <a:srgbClr val="B73513"/>
                </a:solidFill>
                <a:latin typeface="Courier New"/>
                <a:ea typeface="Courier New"/>
                <a:cs typeface="Courier New"/>
              </a:defRPr>
            </a:lvl3pPr>
            <a:lvl4pPr algn="l">
              <a:defRPr sz="6225" b="1">
                <a:solidFill>
                  <a:srgbClr val="B73513"/>
                </a:solidFill>
                <a:latin typeface="Courier New"/>
                <a:ea typeface="Courier New"/>
                <a:cs typeface="Courier New"/>
              </a:defRPr>
            </a:lvl4pPr>
            <a:lvl5pPr algn="l">
              <a:defRPr sz="6225" b="1">
                <a:solidFill>
                  <a:srgbClr val="B73513"/>
                </a:solidFill>
                <a:latin typeface="Courier New"/>
                <a:ea typeface="Courier New"/>
                <a:cs typeface="Courier New"/>
              </a:defRPr>
            </a:lvl5pPr>
            <a:lvl6pPr algn="l">
              <a:defRPr sz="6225" b="1">
                <a:solidFill>
                  <a:srgbClr val="B73513"/>
                </a:solidFill>
                <a:latin typeface="Courier New"/>
                <a:ea typeface="Courier New"/>
                <a:cs typeface="Courier New"/>
              </a:defRPr>
            </a:lvl6pPr>
            <a:lvl7pPr algn="l">
              <a:defRPr sz="6225" b="1">
                <a:solidFill>
                  <a:srgbClr val="B73513"/>
                </a:solidFill>
                <a:latin typeface="Courier New"/>
                <a:ea typeface="Courier New"/>
                <a:cs typeface="Courier New"/>
              </a:defRPr>
            </a:lvl7pPr>
            <a:lvl8pPr algn="l">
              <a:defRPr sz="6225" b="1">
                <a:solidFill>
                  <a:srgbClr val="B73513"/>
                </a:solidFill>
                <a:latin typeface="Courier New"/>
                <a:ea typeface="Courier New"/>
                <a:cs typeface="Courier New"/>
              </a:defRPr>
            </a:lvl8pPr>
            <a:lvl9pPr algn="l">
              <a:defRPr sz="6225" b="1">
                <a:solidFill>
                  <a:srgbClr val="B73513"/>
                </a:solidFill>
                <a:latin typeface="Courier New"/>
                <a:ea typeface="Courier New"/>
                <a:cs typeface="Courier New"/>
              </a:defRPr>
            </a:lvl9pPr>
          </a:lstStyle>
          <a:p xmlns:a="http://schemas.openxmlformats.org/drawingml/2006/main">
            <a:pPr algn="l">
              <a:lnSpc>
                <a:spcPct val="100000"/>
              </a:lnSpc>
              <a:buNone/>
              <a:defRPr sz="6225" b="1">
                <a:solidFill>
                  <a:srgbClr val="B73513"/>
                </a:solidFill>
                <a:latin typeface="Courier New"/>
                <a:ea typeface="Courier New"/>
                <a:cs typeface="Courier New"/>
              </a:defRPr>
            </a:pPr>
            <a:r>
              <a:rPr sz="6225" b="1">
                <a:solidFill>
                  <a:srgbClr val="B73513"/>
                </a:solidFill>
                <a:latin typeface="Courier New"/>
                <a:ea typeface="Courier New"/>
                <a:cs typeface="Courier New"/>
              </a:rPr>
              <a:t>1   2   3</a:t>
            </a:r>
          </a:p>
        </p:txBody>
      </p:sp>
      <p:sp>
        <p:nvSpPr>
          <p:cNvPr id="11" name="">
            <a:extLst xmlns:a="http://schemas.openxmlformats.org/drawingml/2006/main">
              <a:ext uri="{FF2B5EF4-FFF2-40B4-BE49-F238E27FC236}">
                <a16:creationId xmlns:a16="http://schemas.microsoft.com/office/drawing/2014/main" id="{E77F7D3E-D204-4AB5-B823-9227CBB8DCDC}"/>
              </a:ext>
            </a:extLst>
          </p:cNvPr>
          <p:cNvSpPr>
            <a:spLocks xmlns:a="http://schemas.openxmlformats.org/drawingml/2006/main" noGrp="1"/>
          </p:cNvSpPr>
          <p:nvPr/>
        </p:nvSpPr>
        <p:spPr>
          <a:xfrm xmlns:a="http://schemas.openxmlformats.org/drawingml/2006/main">
            <a:off x="914400" y="6267450"/>
            <a:ext cx="78105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633D4C-4C7A-4AB8-98EC-767C932A0914}"/>
              </a:ext>
            </a:extLst>
          </p:cNvPr>
          <p:cNvSpPr>
            <a:spLocks xmlns:a="http://schemas.openxmlformats.org/drawingml/2006/main" noGrp="1"/>
          </p:cNvSpPr>
          <p:nvPr/>
        </p:nvSpPr>
        <p:spPr>
          <a:xfrm xmlns:a="http://schemas.openxmlformats.org/drawingml/2006/main">
            <a:off x="9563100" y="6267450"/>
            <a:ext cx="78105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3" name="Print happens&#10;before going deeper.">
            <a:extLst xmlns:a="http://schemas.openxmlformats.org/drawingml/2006/main">
              <a:ext uri="{FF2B5EF4-FFF2-40B4-BE49-F238E27FC236}">
                <a16:creationId xmlns:a16="http://schemas.microsoft.com/office/drawing/2014/main" id="{799CEE42-F584-486F-A93E-8F94C4984060}"/>
              </a:ext>
            </a:extLst>
          </p:cNvPr>
          <p:cNvSpPr>
            <a:spLocks xmlns:a="http://schemas.openxmlformats.org/drawingml/2006/main" noGrp="1"/>
          </p:cNvSpPr>
          <p:nvPr/>
        </p:nvSpPr>
        <p:spPr>
          <a:xfrm xmlns:a="http://schemas.openxmlformats.org/drawingml/2006/main">
            <a:off x="914400" y="6810375"/>
            <a:ext cx="7810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202426"/>
                </a:solidFill>
                <a:latin typeface="Arial"/>
                <a:ea typeface="Arial"/>
                <a:cs typeface="Arial"/>
              </a:defRPr>
            </a:defPPr>
            <a:lvl1pPr algn="l">
              <a:defRPr sz="3300" b="0">
                <a:solidFill>
                  <a:srgbClr val="202426"/>
                </a:solidFill>
                <a:latin typeface="Arial"/>
                <a:ea typeface="Arial"/>
                <a:cs typeface="Arial"/>
              </a:defRPr>
            </a:lvl1pPr>
            <a:lvl2pPr algn="l">
              <a:defRPr sz="3300" b="0">
                <a:solidFill>
                  <a:srgbClr val="202426"/>
                </a:solidFill>
                <a:latin typeface="Arial"/>
                <a:ea typeface="Arial"/>
                <a:cs typeface="Arial"/>
              </a:defRPr>
            </a:lvl2pPr>
            <a:lvl3pPr algn="l">
              <a:defRPr sz="3300" b="0">
                <a:solidFill>
                  <a:srgbClr val="202426"/>
                </a:solidFill>
                <a:latin typeface="Arial"/>
                <a:ea typeface="Arial"/>
                <a:cs typeface="Arial"/>
              </a:defRPr>
            </a:lvl3pPr>
            <a:lvl4pPr algn="l">
              <a:defRPr sz="3300" b="0">
                <a:solidFill>
                  <a:srgbClr val="202426"/>
                </a:solidFill>
                <a:latin typeface="Arial"/>
                <a:ea typeface="Arial"/>
                <a:cs typeface="Arial"/>
              </a:defRPr>
            </a:lvl4pPr>
            <a:lvl5pPr algn="l">
              <a:defRPr sz="3300" b="0">
                <a:solidFill>
                  <a:srgbClr val="202426"/>
                </a:solidFill>
                <a:latin typeface="Arial"/>
                <a:ea typeface="Arial"/>
                <a:cs typeface="Arial"/>
              </a:defRPr>
            </a:lvl5pPr>
            <a:lvl6pPr algn="l">
              <a:defRPr sz="3300" b="0">
                <a:solidFill>
                  <a:srgbClr val="202426"/>
                </a:solidFill>
                <a:latin typeface="Arial"/>
                <a:ea typeface="Arial"/>
                <a:cs typeface="Arial"/>
              </a:defRPr>
            </a:lvl6pPr>
            <a:lvl7pPr algn="l">
              <a:defRPr sz="3300" b="0">
                <a:solidFill>
                  <a:srgbClr val="202426"/>
                </a:solidFill>
                <a:latin typeface="Arial"/>
                <a:ea typeface="Arial"/>
                <a:cs typeface="Arial"/>
              </a:defRPr>
            </a:lvl7pPr>
            <a:lvl8pPr algn="l">
              <a:defRPr sz="3300" b="0">
                <a:solidFill>
                  <a:srgbClr val="202426"/>
                </a:solidFill>
                <a:latin typeface="Arial"/>
                <a:ea typeface="Arial"/>
                <a:cs typeface="Arial"/>
              </a:defRPr>
            </a:lvl8pPr>
            <a:lvl9pPr algn="l">
              <a:defRPr sz="3300" b="0">
                <a:solidFill>
                  <a:srgbClr val="202426"/>
                </a:solidFill>
                <a:latin typeface="Arial"/>
                <a:ea typeface="Arial"/>
                <a:cs typeface="Arial"/>
              </a:defRPr>
            </a:lvl9pPr>
          </a:lstStyle>
          <a:p xmlns:a="http://schemas.openxmlformats.org/drawingml/2006/main">
            <a:pPr algn="l">
              <a:lnSpc>
                <a:spcPct val="100000"/>
              </a:lnSpc>
              <a:buNone/>
              <a:defRPr sz="3300" b="0">
                <a:solidFill>
                  <a:srgbClr val="202426"/>
                </a:solidFill>
                <a:latin typeface="Arial"/>
                <a:ea typeface="Arial"/>
                <a:cs typeface="Arial"/>
              </a:defRPr>
            </a:pPr>
            <a:r>
              <a:rPr sz="3300" b="0">
                <a:solidFill>
                  <a:srgbClr val="202426"/>
                </a:solidFill>
                <a:latin typeface="Arial"/>
                <a:ea typeface="Arial"/>
                <a:cs typeface="Arial"/>
              </a:rPr>
              <a:t>Print happens</a:t>
            </a:r>
          </a:p>
          <a:p xmlns:a="http://schemas.openxmlformats.org/drawingml/2006/main">
            <a:pPr algn="l">
              <a:lnSpc>
                <a:spcPct val="100000"/>
              </a:lnSpc>
              <a:buNone/>
              <a:defRPr sz="3300" b="0">
                <a:solidFill>
                  <a:srgbClr val="202426"/>
                </a:solidFill>
                <a:latin typeface="Arial"/>
                <a:ea typeface="Arial"/>
                <a:cs typeface="Arial"/>
              </a:defRPr>
            </a:pPr>
            <a:r>
              <a:rPr sz="3300" b="0">
                <a:solidFill>
                  <a:srgbClr val="202426"/>
                </a:solidFill>
                <a:latin typeface="Arial"/>
                <a:ea typeface="Arial"/>
                <a:cs typeface="Arial"/>
              </a:rPr>
              <a:t>before going deeper.</a:t>
            </a:r>
          </a:p>
        </p:txBody>
      </p:sp>
      <p:sp>
        <p:nvSpPr>
          <p:cNvPr id="14" name="Print waits&#10;for the smaller call to return.">
            <a:extLst xmlns:a="http://schemas.openxmlformats.org/drawingml/2006/main">
              <a:ext uri="{FF2B5EF4-FFF2-40B4-BE49-F238E27FC236}">
                <a16:creationId xmlns:a16="http://schemas.microsoft.com/office/drawing/2014/main" id="{9ECE9A92-63F0-4001-8892-D3EFAFE71C39}"/>
              </a:ext>
            </a:extLst>
          </p:cNvPr>
          <p:cNvSpPr>
            <a:spLocks xmlns:a="http://schemas.openxmlformats.org/drawingml/2006/main" noGrp="1"/>
          </p:cNvSpPr>
          <p:nvPr/>
        </p:nvSpPr>
        <p:spPr>
          <a:xfrm xmlns:a="http://schemas.openxmlformats.org/drawingml/2006/main">
            <a:off x="9563100" y="6810375"/>
            <a:ext cx="7810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202426"/>
                </a:solidFill>
                <a:latin typeface="Arial"/>
                <a:ea typeface="Arial"/>
                <a:cs typeface="Arial"/>
              </a:defRPr>
            </a:defPPr>
            <a:lvl1pPr algn="l">
              <a:defRPr sz="3300" b="0">
                <a:solidFill>
                  <a:srgbClr val="202426"/>
                </a:solidFill>
                <a:latin typeface="Arial"/>
                <a:ea typeface="Arial"/>
                <a:cs typeface="Arial"/>
              </a:defRPr>
            </a:lvl1pPr>
            <a:lvl2pPr algn="l">
              <a:defRPr sz="3300" b="0">
                <a:solidFill>
                  <a:srgbClr val="202426"/>
                </a:solidFill>
                <a:latin typeface="Arial"/>
                <a:ea typeface="Arial"/>
                <a:cs typeface="Arial"/>
              </a:defRPr>
            </a:lvl2pPr>
            <a:lvl3pPr algn="l">
              <a:defRPr sz="3300" b="0">
                <a:solidFill>
                  <a:srgbClr val="202426"/>
                </a:solidFill>
                <a:latin typeface="Arial"/>
                <a:ea typeface="Arial"/>
                <a:cs typeface="Arial"/>
              </a:defRPr>
            </a:lvl3pPr>
            <a:lvl4pPr algn="l">
              <a:defRPr sz="3300" b="0">
                <a:solidFill>
                  <a:srgbClr val="202426"/>
                </a:solidFill>
                <a:latin typeface="Arial"/>
                <a:ea typeface="Arial"/>
                <a:cs typeface="Arial"/>
              </a:defRPr>
            </a:lvl4pPr>
            <a:lvl5pPr algn="l">
              <a:defRPr sz="3300" b="0">
                <a:solidFill>
                  <a:srgbClr val="202426"/>
                </a:solidFill>
                <a:latin typeface="Arial"/>
                <a:ea typeface="Arial"/>
                <a:cs typeface="Arial"/>
              </a:defRPr>
            </a:lvl5pPr>
            <a:lvl6pPr algn="l">
              <a:defRPr sz="3300" b="0">
                <a:solidFill>
                  <a:srgbClr val="202426"/>
                </a:solidFill>
                <a:latin typeface="Arial"/>
                <a:ea typeface="Arial"/>
                <a:cs typeface="Arial"/>
              </a:defRPr>
            </a:lvl6pPr>
            <a:lvl7pPr algn="l">
              <a:defRPr sz="3300" b="0">
                <a:solidFill>
                  <a:srgbClr val="202426"/>
                </a:solidFill>
                <a:latin typeface="Arial"/>
                <a:ea typeface="Arial"/>
                <a:cs typeface="Arial"/>
              </a:defRPr>
            </a:lvl7pPr>
            <a:lvl8pPr algn="l">
              <a:defRPr sz="3300" b="0">
                <a:solidFill>
                  <a:srgbClr val="202426"/>
                </a:solidFill>
                <a:latin typeface="Arial"/>
                <a:ea typeface="Arial"/>
                <a:cs typeface="Arial"/>
              </a:defRPr>
            </a:lvl8pPr>
            <a:lvl9pPr algn="l">
              <a:defRPr sz="3300" b="0">
                <a:solidFill>
                  <a:srgbClr val="202426"/>
                </a:solidFill>
                <a:latin typeface="Arial"/>
                <a:ea typeface="Arial"/>
                <a:cs typeface="Arial"/>
              </a:defRPr>
            </a:lvl9pPr>
          </a:lstStyle>
          <a:p xmlns:a="http://schemas.openxmlformats.org/drawingml/2006/main">
            <a:pPr algn="l">
              <a:lnSpc>
                <a:spcPct val="100000"/>
              </a:lnSpc>
              <a:buNone/>
              <a:defRPr sz="3300" b="0">
                <a:solidFill>
                  <a:srgbClr val="202426"/>
                </a:solidFill>
                <a:latin typeface="Arial"/>
                <a:ea typeface="Arial"/>
                <a:cs typeface="Arial"/>
              </a:defRPr>
            </a:pPr>
            <a:r>
              <a:rPr sz="3300" b="0">
                <a:solidFill>
                  <a:srgbClr val="202426"/>
                </a:solidFill>
                <a:latin typeface="Arial"/>
                <a:ea typeface="Arial"/>
                <a:cs typeface="Arial"/>
              </a:rPr>
              <a:t>Print waits</a:t>
            </a:r>
          </a:p>
          <a:p xmlns:a="http://schemas.openxmlformats.org/drawingml/2006/main">
            <a:pPr algn="l">
              <a:lnSpc>
                <a:spcPct val="100000"/>
              </a:lnSpc>
              <a:buNone/>
              <a:defRPr sz="3300" b="0">
                <a:solidFill>
                  <a:srgbClr val="202426"/>
                </a:solidFill>
                <a:latin typeface="Arial"/>
                <a:ea typeface="Arial"/>
                <a:cs typeface="Arial"/>
              </a:defRPr>
            </a:pPr>
            <a:r>
              <a:rPr sz="3300" b="0">
                <a:solidFill>
                  <a:srgbClr val="202426"/>
                </a:solidFill>
                <a:latin typeface="Arial"/>
                <a:ea typeface="Arial"/>
                <a:cs typeface="Arial"/>
              </a:rPr>
              <a:t>for the smaller call to return.</a:t>
            </a:r>
          </a:p>
        </p:txBody>
      </p:sp>
    </p:spTree>
    <p:extLst>
      <p:ext uri="{BB962C8B-B14F-4D97-AF65-F5344CB8AC3E}">
        <p14:creationId xmlns:p14="http://schemas.microsoft.com/office/powerpoint/2010/main" val="20578994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URSION">
            <a:extLst xmlns:a="http://schemas.openxmlformats.org/drawingml/2006/main">
              <a:ext uri="{FF2B5EF4-FFF2-40B4-BE49-F238E27FC236}">
                <a16:creationId xmlns:a16="http://schemas.microsoft.com/office/drawing/2014/main" id="{B50778A5-BA2E-4E77-8ECD-2DF5625D7867}"/>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D56F49BE-6E3F-4C1E-B562-6BEA1C3CBE66}"/>
              </a:ext>
            </a:extLst>
          </p:cNvPr>
          <p:cNvPicPr>
            <a:picLocks xmlns:a="http://schemas.openxmlformats.org/drawingml/2006/main" noChangeAspect="1"/>
          </p:cNvPicPr>
          <p:nvPr/>
        </p:nvPicPr>
        <p:blipFill>
          <a:blip xmlns:r="http://schemas.openxmlformats.org/officeDocument/2006/relationships" xmlns:a="http://schemas.openxmlformats.org/drawingml/2006/main" r:embed="R2909ecba9720453d"/>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A base case must be reachable">
            <a:extLst xmlns:a="http://schemas.openxmlformats.org/drawingml/2006/main">
              <a:ext uri="{FF2B5EF4-FFF2-40B4-BE49-F238E27FC236}">
                <a16:creationId xmlns:a16="http://schemas.microsoft.com/office/drawing/2014/main" id="{E703CE03-260F-4E7B-99EC-687C29A7D283}"/>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A base case must be reachable</a:t>
            </a:r>
          </a:p>
        </p:txBody>
      </p:sp>
      <p:sp>
        <p:nvSpPr>
          <p:cNvPr id="4" name="">
            <a:extLst xmlns:a="http://schemas.openxmlformats.org/drawingml/2006/main">
              <a:ext uri="{FF2B5EF4-FFF2-40B4-BE49-F238E27FC236}">
                <a16:creationId xmlns:a16="http://schemas.microsoft.com/office/drawing/2014/main" id="{606662F8-4A61-42FF-BF5C-15F670ED1008}"/>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EECDE8DE-A507-4B4B-8FAD-B4E5DF5BF7A2}"/>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6">
            <a:extLst xmlns:a="http://schemas.openxmlformats.org/drawingml/2006/main">
              <a:ext uri="{FF2B5EF4-FFF2-40B4-BE49-F238E27FC236}">
                <a16:creationId xmlns:a16="http://schemas.microsoft.com/office/drawing/2014/main" id="{C1D65007-3835-4445-8988-74F87421E9A4}"/>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0E7D086D-8376-43D7-8D61-0479D6219A21}"/>
              </a:ext>
            </a:extLst>
          </p:cNvPr>
          <p:cNvSpPr>
            <a:spLocks xmlns:a="http://schemas.openxmlformats.org/drawingml/2006/main" noGrp="1"/>
          </p:cNvSpPr>
          <p:nvPr/>
        </p:nvSpPr>
        <p:spPr>
          <a:xfrm xmlns:a="http://schemas.openxmlformats.org/drawingml/2006/main">
            <a:off x="914400" y="3057525"/>
            <a:ext cx="9620250" cy="428625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D1F5E9-7C90-4C7F-B953-D890E0E8A63D}"/>
              </a:ext>
            </a:extLst>
          </p:cNvPr>
          <p:cNvSpPr>
            <a:spLocks xmlns:a="http://schemas.openxmlformats.org/drawingml/2006/main" noGrp="1"/>
          </p:cNvSpPr>
          <p:nvPr/>
        </p:nvSpPr>
        <p:spPr>
          <a:xfrm xmlns:a="http://schemas.openxmlformats.org/drawingml/2006/main">
            <a:off x="1028700" y="5991225"/>
            <a:ext cx="9391650" cy="5524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9" name="void count_down(int n)">
            <a:extLst xmlns:a="http://schemas.openxmlformats.org/drawingml/2006/main">
              <a:ext uri="{FF2B5EF4-FFF2-40B4-BE49-F238E27FC236}">
                <a16:creationId xmlns:a16="http://schemas.microsoft.com/office/drawing/2014/main" id="{04A7AF22-5081-4673-923B-16E32B37864A}"/>
              </a:ext>
            </a:extLst>
          </p:cNvPr>
          <p:cNvSpPr>
            <a:spLocks xmlns:a="http://schemas.openxmlformats.org/drawingml/2006/main" noGrp="1"/>
          </p:cNvSpPr>
          <p:nvPr/>
        </p:nvSpPr>
        <p:spPr>
          <a:xfrm xmlns:a="http://schemas.openxmlformats.org/drawingml/2006/main">
            <a:off x="1162050" y="325755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void count_down(int n)</a:t>
            </a:r>
          </a:p>
        </p:txBody>
      </p:sp>
      <p:sp>
        <p:nvSpPr>
          <p:cNvPr id="10" name="{">
            <a:extLst xmlns:a="http://schemas.openxmlformats.org/drawingml/2006/main">
              <a:ext uri="{FF2B5EF4-FFF2-40B4-BE49-F238E27FC236}">
                <a16:creationId xmlns:a16="http://schemas.microsoft.com/office/drawing/2014/main" id="{457E2095-42E6-40A4-BC83-0048D8A9FAC3}"/>
              </a:ext>
            </a:extLst>
          </p:cNvPr>
          <p:cNvSpPr>
            <a:spLocks xmlns:a="http://schemas.openxmlformats.org/drawingml/2006/main" noGrp="1"/>
          </p:cNvSpPr>
          <p:nvPr/>
        </p:nvSpPr>
        <p:spPr>
          <a:xfrm xmlns:a="http://schemas.openxmlformats.org/drawingml/2006/main">
            <a:off x="1162050" y="381000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a:t>
            </a:r>
          </a:p>
        </p:txBody>
      </p:sp>
      <p:sp>
        <p:nvSpPr>
          <p:cNvPr id="11" name="    if (n == 0)">
            <a:extLst xmlns:a="http://schemas.openxmlformats.org/drawingml/2006/main">
              <a:ext uri="{FF2B5EF4-FFF2-40B4-BE49-F238E27FC236}">
                <a16:creationId xmlns:a16="http://schemas.microsoft.com/office/drawing/2014/main" id="{846D078D-A082-4EC4-9AF8-ED442A2992A7}"/>
              </a:ext>
            </a:extLst>
          </p:cNvPr>
          <p:cNvSpPr>
            <a:spLocks xmlns:a="http://schemas.openxmlformats.org/drawingml/2006/main" noGrp="1"/>
          </p:cNvSpPr>
          <p:nvPr/>
        </p:nvSpPr>
        <p:spPr>
          <a:xfrm xmlns:a="http://schemas.openxmlformats.org/drawingml/2006/main">
            <a:off x="1162050" y="436245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    if (n == 0)</a:t>
            </a:r>
          </a:p>
        </p:txBody>
      </p:sp>
      <p:sp>
        <p:nvSpPr>
          <p:cNvPr id="12" name="        return;">
            <a:extLst xmlns:a="http://schemas.openxmlformats.org/drawingml/2006/main">
              <a:ext uri="{FF2B5EF4-FFF2-40B4-BE49-F238E27FC236}">
                <a16:creationId xmlns:a16="http://schemas.microsoft.com/office/drawing/2014/main" id="{A1B74E8F-CC13-43B6-BEDA-D9D20C31E908}"/>
              </a:ext>
            </a:extLst>
          </p:cNvPr>
          <p:cNvSpPr>
            <a:spLocks xmlns:a="http://schemas.openxmlformats.org/drawingml/2006/main" noGrp="1"/>
          </p:cNvSpPr>
          <p:nvPr/>
        </p:nvSpPr>
        <p:spPr>
          <a:xfrm xmlns:a="http://schemas.openxmlformats.org/drawingml/2006/main">
            <a:off x="1162050" y="491490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        return;</a:t>
            </a:r>
          </a:p>
        </p:txBody>
      </p:sp>
      <p:sp>
        <p:nvSpPr>
          <p:cNvPr id="13" name="    printf(&quot;%i\n&quot;, n);">
            <a:extLst xmlns:a="http://schemas.openxmlformats.org/drawingml/2006/main">
              <a:ext uri="{FF2B5EF4-FFF2-40B4-BE49-F238E27FC236}">
                <a16:creationId xmlns:a16="http://schemas.microsoft.com/office/drawing/2014/main" id="{DC85213C-712D-45F2-96E5-DE74D4E3799D}"/>
              </a:ext>
            </a:extLst>
          </p:cNvPr>
          <p:cNvSpPr>
            <a:spLocks xmlns:a="http://schemas.openxmlformats.org/drawingml/2006/main" noGrp="1"/>
          </p:cNvSpPr>
          <p:nvPr/>
        </p:nvSpPr>
        <p:spPr>
          <a:xfrm xmlns:a="http://schemas.openxmlformats.org/drawingml/2006/main">
            <a:off x="1162050" y="546735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    printf("%i\n", n);</a:t>
            </a:r>
          </a:p>
        </p:txBody>
      </p:sp>
      <p:sp>
        <p:nvSpPr>
          <p:cNvPr id="14" name="    count_down(n);">
            <a:extLst xmlns:a="http://schemas.openxmlformats.org/drawingml/2006/main">
              <a:ext uri="{FF2B5EF4-FFF2-40B4-BE49-F238E27FC236}">
                <a16:creationId xmlns:a16="http://schemas.microsoft.com/office/drawing/2014/main" id="{9BA118A3-B6F2-45B7-BAA3-51C92D804219}"/>
              </a:ext>
            </a:extLst>
          </p:cNvPr>
          <p:cNvSpPr>
            <a:spLocks xmlns:a="http://schemas.openxmlformats.org/drawingml/2006/main" noGrp="1"/>
          </p:cNvSpPr>
          <p:nvPr/>
        </p:nvSpPr>
        <p:spPr>
          <a:xfrm xmlns:a="http://schemas.openxmlformats.org/drawingml/2006/main">
            <a:off x="1162050" y="601980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    count_down(n);</a:t>
            </a:r>
          </a:p>
        </p:txBody>
      </p:sp>
      <p:sp>
        <p:nvSpPr>
          <p:cNvPr id="15" name="}">
            <a:extLst xmlns:a="http://schemas.openxmlformats.org/drawingml/2006/main">
              <a:ext uri="{FF2B5EF4-FFF2-40B4-BE49-F238E27FC236}">
                <a16:creationId xmlns:a16="http://schemas.microsoft.com/office/drawing/2014/main" id="{4D176431-9792-4EA8-A89B-AB166C502C79}"/>
              </a:ext>
            </a:extLst>
          </p:cNvPr>
          <p:cNvSpPr>
            <a:spLocks xmlns:a="http://schemas.openxmlformats.org/drawingml/2006/main" noGrp="1"/>
          </p:cNvSpPr>
          <p:nvPr/>
        </p:nvSpPr>
        <p:spPr>
          <a:xfrm xmlns:a="http://schemas.openxmlformats.org/drawingml/2006/main">
            <a:off x="1162050" y="6572250"/>
            <a:ext cx="9124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202426"/>
                </a:solidFill>
                <a:latin typeface="Courier New"/>
                <a:ea typeface="Courier New"/>
                <a:cs typeface="Courier New"/>
              </a:defRPr>
            </a:defPPr>
            <a:lvl1pPr algn="l">
              <a:defRPr sz="2775" b="0">
                <a:solidFill>
                  <a:srgbClr val="202426"/>
                </a:solidFill>
                <a:latin typeface="Courier New"/>
                <a:ea typeface="Courier New"/>
                <a:cs typeface="Courier New"/>
              </a:defRPr>
            </a:lvl1pPr>
            <a:lvl2pPr algn="l">
              <a:defRPr sz="2775" b="0">
                <a:solidFill>
                  <a:srgbClr val="202426"/>
                </a:solidFill>
                <a:latin typeface="Courier New"/>
                <a:ea typeface="Courier New"/>
                <a:cs typeface="Courier New"/>
              </a:defRPr>
            </a:lvl2pPr>
            <a:lvl3pPr algn="l">
              <a:defRPr sz="2775" b="0">
                <a:solidFill>
                  <a:srgbClr val="202426"/>
                </a:solidFill>
                <a:latin typeface="Courier New"/>
                <a:ea typeface="Courier New"/>
                <a:cs typeface="Courier New"/>
              </a:defRPr>
            </a:lvl3pPr>
            <a:lvl4pPr algn="l">
              <a:defRPr sz="2775" b="0">
                <a:solidFill>
                  <a:srgbClr val="202426"/>
                </a:solidFill>
                <a:latin typeface="Courier New"/>
                <a:ea typeface="Courier New"/>
                <a:cs typeface="Courier New"/>
              </a:defRPr>
            </a:lvl4pPr>
            <a:lvl5pPr algn="l">
              <a:defRPr sz="2775" b="0">
                <a:solidFill>
                  <a:srgbClr val="202426"/>
                </a:solidFill>
                <a:latin typeface="Courier New"/>
                <a:ea typeface="Courier New"/>
                <a:cs typeface="Courier New"/>
              </a:defRPr>
            </a:lvl5pPr>
            <a:lvl6pPr algn="l">
              <a:defRPr sz="2775" b="0">
                <a:solidFill>
                  <a:srgbClr val="202426"/>
                </a:solidFill>
                <a:latin typeface="Courier New"/>
                <a:ea typeface="Courier New"/>
                <a:cs typeface="Courier New"/>
              </a:defRPr>
            </a:lvl6pPr>
            <a:lvl7pPr algn="l">
              <a:defRPr sz="2775" b="0">
                <a:solidFill>
                  <a:srgbClr val="202426"/>
                </a:solidFill>
                <a:latin typeface="Courier New"/>
                <a:ea typeface="Courier New"/>
                <a:cs typeface="Courier New"/>
              </a:defRPr>
            </a:lvl7pPr>
            <a:lvl8pPr algn="l">
              <a:defRPr sz="2775" b="0">
                <a:solidFill>
                  <a:srgbClr val="202426"/>
                </a:solidFill>
                <a:latin typeface="Courier New"/>
                <a:ea typeface="Courier New"/>
                <a:cs typeface="Courier New"/>
              </a:defRPr>
            </a:lvl8pPr>
            <a:lvl9pPr algn="l">
              <a:defRPr sz="2775" b="0">
                <a:solidFill>
                  <a:srgbClr val="202426"/>
                </a:solidFill>
                <a:latin typeface="Courier New"/>
                <a:ea typeface="Courier New"/>
                <a:cs typeface="Courier New"/>
              </a:defRPr>
            </a:lvl9pPr>
          </a:lstStyle>
          <a:p xmlns:a="http://schemas.openxmlformats.org/drawingml/2006/main">
            <a:pPr algn="l">
              <a:lnSpc>
                <a:spcPct val="100000"/>
              </a:lnSpc>
              <a:buNone/>
              <a:defRPr sz="2775" b="0">
                <a:solidFill>
                  <a:srgbClr val="202426"/>
                </a:solidFill>
                <a:latin typeface="Courier New"/>
                <a:ea typeface="Courier New"/>
                <a:cs typeface="Courier New"/>
              </a:defRPr>
            </a:pPr>
            <a:r>
              <a:rPr sz="2775" b="0">
                <a:solidFill>
                  <a:srgbClr val="202426"/>
                </a:solidFill>
                <a:latin typeface="Courier New"/>
                <a:ea typeface="Courier New"/>
                <a:cs typeface="Courier New"/>
              </a:rPr>
              <a:t>}</a:t>
            </a:r>
          </a:p>
        </p:txBody>
      </p:sp>
      <p:sp>
        <p:nvSpPr>
          <p:cNvPr id="16" name="Starting with n = 3">
            <a:extLst xmlns:a="http://schemas.openxmlformats.org/drawingml/2006/main">
              <a:ext uri="{FF2B5EF4-FFF2-40B4-BE49-F238E27FC236}">
                <a16:creationId xmlns:a16="http://schemas.microsoft.com/office/drawing/2014/main" id="{A08D4E9E-AC02-4C4E-BE97-E0C923A2F4C2}"/>
              </a:ext>
            </a:extLst>
          </p:cNvPr>
          <p:cNvSpPr>
            <a:spLocks xmlns:a="http://schemas.openxmlformats.org/drawingml/2006/main" noGrp="1"/>
          </p:cNvSpPr>
          <p:nvPr/>
        </p:nvSpPr>
        <p:spPr>
          <a:xfrm xmlns:a="http://schemas.openxmlformats.org/drawingml/2006/main">
            <a:off x="11430000" y="3219450"/>
            <a:ext cx="581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202426"/>
                </a:solidFill>
                <a:latin typeface="Arial"/>
                <a:ea typeface="Arial"/>
                <a:cs typeface="Arial"/>
              </a:defRPr>
            </a:defPPr>
            <a:lvl1pPr algn="l">
              <a:defRPr sz="3000" b="1">
                <a:solidFill>
                  <a:srgbClr val="202426"/>
                </a:solidFill>
                <a:latin typeface="Arial"/>
                <a:ea typeface="Arial"/>
                <a:cs typeface="Arial"/>
              </a:defRPr>
            </a:lvl1pPr>
            <a:lvl2pPr algn="l">
              <a:defRPr sz="3000" b="1">
                <a:solidFill>
                  <a:srgbClr val="202426"/>
                </a:solidFill>
                <a:latin typeface="Arial"/>
                <a:ea typeface="Arial"/>
                <a:cs typeface="Arial"/>
              </a:defRPr>
            </a:lvl2pPr>
            <a:lvl3pPr algn="l">
              <a:defRPr sz="3000" b="1">
                <a:solidFill>
                  <a:srgbClr val="202426"/>
                </a:solidFill>
                <a:latin typeface="Arial"/>
                <a:ea typeface="Arial"/>
                <a:cs typeface="Arial"/>
              </a:defRPr>
            </a:lvl3pPr>
            <a:lvl4pPr algn="l">
              <a:defRPr sz="3000" b="1">
                <a:solidFill>
                  <a:srgbClr val="202426"/>
                </a:solidFill>
                <a:latin typeface="Arial"/>
                <a:ea typeface="Arial"/>
                <a:cs typeface="Arial"/>
              </a:defRPr>
            </a:lvl4pPr>
            <a:lvl5pPr algn="l">
              <a:defRPr sz="3000" b="1">
                <a:solidFill>
                  <a:srgbClr val="202426"/>
                </a:solidFill>
                <a:latin typeface="Arial"/>
                <a:ea typeface="Arial"/>
                <a:cs typeface="Arial"/>
              </a:defRPr>
            </a:lvl5pPr>
            <a:lvl6pPr algn="l">
              <a:defRPr sz="3000" b="1">
                <a:solidFill>
                  <a:srgbClr val="202426"/>
                </a:solidFill>
                <a:latin typeface="Arial"/>
                <a:ea typeface="Arial"/>
                <a:cs typeface="Arial"/>
              </a:defRPr>
            </a:lvl6pPr>
            <a:lvl7pPr algn="l">
              <a:defRPr sz="3000" b="1">
                <a:solidFill>
                  <a:srgbClr val="202426"/>
                </a:solidFill>
                <a:latin typeface="Arial"/>
                <a:ea typeface="Arial"/>
                <a:cs typeface="Arial"/>
              </a:defRPr>
            </a:lvl7pPr>
            <a:lvl8pPr algn="l">
              <a:defRPr sz="3000" b="1">
                <a:solidFill>
                  <a:srgbClr val="202426"/>
                </a:solidFill>
                <a:latin typeface="Arial"/>
                <a:ea typeface="Arial"/>
                <a:cs typeface="Arial"/>
              </a:defRPr>
            </a:lvl8pPr>
            <a:lvl9pPr algn="l">
              <a:defRPr sz="3000" b="1">
                <a:solidFill>
                  <a:srgbClr val="202426"/>
                </a:solidFill>
                <a:latin typeface="Arial"/>
                <a:ea typeface="Arial"/>
                <a:cs typeface="Arial"/>
              </a:defRPr>
            </a:lvl9pPr>
          </a:lstStyle>
          <a:p xmlns:a="http://schemas.openxmlformats.org/drawingml/2006/main">
            <a:pPr algn="l">
              <a:lnSpc>
                <a:spcPct val="100000"/>
              </a:lnSpc>
              <a:buNone/>
              <a:defRPr sz="3000" b="1">
                <a:solidFill>
                  <a:srgbClr val="202426"/>
                </a:solidFill>
                <a:latin typeface="Arial"/>
                <a:ea typeface="Arial"/>
                <a:cs typeface="Arial"/>
              </a:defRPr>
            </a:pPr>
            <a:r>
              <a:rPr sz="3000" b="1">
                <a:solidFill>
                  <a:srgbClr val="202426"/>
                </a:solidFill>
                <a:latin typeface="Arial"/>
                <a:ea typeface="Arial"/>
                <a:cs typeface="Arial"/>
              </a:rPr>
              <a:t>Starting with n = 3</a:t>
            </a:r>
          </a:p>
        </p:txBody>
      </p:sp>
      <p:sp>
        <p:nvSpPr>
          <p:cNvPr id="17" name="3, 3, 3, 3, …">
            <a:extLst xmlns:a="http://schemas.openxmlformats.org/drawingml/2006/main">
              <a:ext uri="{FF2B5EF4-FFF2-40B4-BE49-F238E27FC236}">
                <a16:creationId xmlns:a16="http://schemas.microsoft.com/office/drawing/2014/main" id="{8E55C23C-36B9-4C71-A980-7D16360FF5B0}"/>
              </a:ext>
            </a:extLst>
          </p:cNvPr>
          <p:cNvSpPr>
            <a:spLocks xmlns:a="http://schemas.openxmlformats.org/drawingml/2006/main" noGrp="1"/>
          </p:cNvSpPr>
          <p:nvPr/>
        </p:nvSpPr>
        <p:spPr>
          <a:xfrm xmlns:a="http://schemas.openxmlformats.org/drawingml/2006/main">
            <a:off x="11430000" y="4257675"/>
            <a:ext cx="581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202426"/>
                </a:solidFill>
                <a:latin typeface="Courier New"/>
                <a:ea typeface="Courier New"/>
                <a:cs typeface="Courier New"/>
              </a:defRPr>
            </a:defPPr>
            <a:lvl1pPr algn="l">
              <a:defRPr sz="3375" b="0">
                <a:solidFill>
                  <a:srgbClr val="202426"/>
                </a:solidFill>
                <a:latin typeface="Courier New"/>
                <a:ea typeface="Courier New"/>
                <a:cs typeface="Courier New"/>
              </a:defRPr>
            </a:lvl1pPr>
            <a:lvl2pPr algn="l">
              <a:defRPr sz="3375" b="0">
                <a:solidFill>
                  <a:srgbClr val="202426"/>
                </a:solidFill>
                <a:latin typeface="Courier New"/>
                <a:ea typeface="Courier New"/>
                <a:cs typeface="Courier New"/>
              </a:defRPr>
            </a:lvl2pPr>
            <a:lvl3pPr algn="l">
              <a:defRPr sz="3375" b="0">
                <a:solidFill>
                  <a:srgbClr val="202426"/>
                </a:solidFill>
                <a:latin typeface="Courier New"/>
                <a:ea typeface="Courier New"/>
                <a:cs typeface="Courier New"/>
              </a:defRPr>
            </a:lvl3pPr>
            <a:lvl4pPr algn="l">
              <a:defRPr sz="3375" b="0">
                <a:solidFill>
                  <a:srgbClr val="202426"/>
                </a:solidFill>
                <a:latin typeface="Courier New"/>
                <a:ea typeface="Courier New"/>
                <a:cs typeface="Courier New"/>
              </a:defRPr>
            </a:lvl4pPr>
            <a:lvl5pPr algn="l">
              <a:defRPr sz="3375" b="0">
                <a:solidFill>
                  <a:srgbClr val="202426"/>
                </a:solidFill>
                <a:latin typeface="Courier New"/>
                <a:ea typeface="Courier New"/>
                <a:cs typeface="Courier New"/>
              </a:defRPr>
            </a:lvl5pPr>
            <a:lvl6pPr algn="l">
              <a:defRPr sz="3375" b="0">
                <a:solidFill>
                  <a:srgbClr val="202426"/>
                </a:solidFill>
                <a:latin typeface="Courier New"/>
                <a:ea typeface="Courier New"/>
                <a:cs typeface="Courier New"/>
              </a:defRPr>
            </a:lvl6pPr>
            <a:lvl7pPr algn="l">
              <a:defRPr sz="3375" b="0">
                <a:solidFill>
                  <a:srgbClr val="202426"/>
                </a:solidFill>
                <a:latin typeface="Courier New"/>
                <a:ea typeface="Courier New"/>
                <a:cs typeface="Courier New"/>
              </a:defRPr>
            </a:lvl7pPr>
            <a:lvl8pPr algn="l">
              <a:defRPr sz="3375" b="0">
                <a:solidFill>
                  <a:srgbClr val="202426"/>
                </a:solidFill>
                <a:latin typeface="Courier New"/>
                <a:ea typeface="Courier New"/>
                <a:cs typeface="Courier New"/>
              </a:defRPr>
            </a:lvl8pPr>
            <a:lvl9pPr algn="l">
              <a:defRPr sz="3375" b="0">
                <a:solidFill>
                  <a:srgbClr val="202426"/>
                </a:solidFill>
                <a:latin typeface="Courier New"/>
                <a:ea typeface="Courier New"/>
                <a:cs typeface="Courier New"/>
              </a:defRPr>
            </a:lvl9pPr>
          </a:lstStyle>
          <a:p xmlns:a="http://schemas.openxmlformats.org/drawingml/2006/main">
            <a:pPr algn="l">
              <a:lnSpc>
                <a:spcPct val="100000"/>
              </a:lnSpc>
              <a:buNone/>
              <a:defRPr sz="3375" b="0">
                <a:solidFill>
                  <a:srgbClr val="202426"/>
                </a:solidFill>
                <a:latin typeface="Courier New"/>
                <a:ea typeface="Courier New"/>
                <a:cs typeface="Courier New"/>
              </a:defRPr>
            </a:pPr>
            <a:r>
              <a:rPr sz="3375" b="0">
                <a:solidFill>
                  <a:srgbClr val="202426"/>
                </a:solidFill>
                <a:latin typeface="Courier New"/>
                <a:ea typeface="Courier New"/>
                <a:cs typeface="Courier New"/>
              </a:rPr>
              <a:t>3, 3, 3, 3, …</a:t>
            </a:r>
          </a:p>
        </p:txBody>
      </p:sp>
      <p:sp>
        <p:nvSpPr>
          <p:cNvPr id="18" name="The input never reaches 0.">
            <a:extLst xmlns:a="http://schemas.openxmlformats.org/drawingml/2006/main">
              <a:ext uri="{FF2B5EF4-FFF2-40B4-BE49-F238E27FC236}">
                <a16:creationId xmlns:a16="http://schemas.microsoft.com/office/drawing/2014/main" id="{55A8162E-40F1-4151-A5C6-2D8DE0D1F691}"/>
              </a:ext>
            </a:extLst>
          </p:cNvPr>
          <p:cNvSpPr>
            <a:spLocks xmlns:a="http://schemas.openxmlformats.org/drawingml/2006/main" noGrp="1"/>
          </p:cNvSpPr>
          <p:nvPr/>
        </p:nvSpPr>
        <p:spPr>
          <a:xfrm xmlns:a="http://schemas.openxmlformats.org/drawingml/2006/main">
            <a:off x="11430000" y="5381625"/>
            <a:ext cx="581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202426"/>
                </a:solidFill>
                <a:latin typeface="Arial"/>
                <a:ea typeface="Arial"/>
                <a:cs typeface="Arial"/>
              </a:defRPr>
            </a:defPPr>
            <a:lvl1pPr algn="l">
              <a:defRPr sz="2925" b="0">
                <a:solidFill>
                  <a:srgbClr val="202426"/>
                </a:solidFill>
                <a:latin typeface="Arial"/>
                <a:ea typeface="Arial"/>
                <a:cs typeface="Arial"/>
              </a:defRPr>
            </a:lvl1pPr>
            <a:lvl2pPr algn="l">
              <a:defRPr sz="2925" b="0">
                <a:solidFill>
                  <a:srgbClr val="202426"/>
                </a:solidFill>
                <a:latin typeface="Arial"/>
                <a:ea typeface="Arial"/>
                <a:cs typeface="Arial"/>
              </a:defRPr>
            </a:lvl2pPr>
            <a:lvl3pPr algn="l">
              <a:defRPr sz="2925" b="0">
                <a:solidFill>
                  <a:srgbClr val="202426"/>
                </a:solidFill>
                <a:latin typeface="Arial"/>
                <a:ea typeface="Arial"/>
                <a:cs typeface="Arial"/>
              </a:defRPr>
            </a:lvl3pPr>
            <a:lvl4pPr algn="l">
              <a:defRPr sz="2925" b="0">
                <a:solidFill>
                  <a:srgbClr val="202426"/>
                </a:solidFill>
                <a:latin typeface="Arial"/>
                <a:ea typeface="Arial"/>
                <a:cs typeface="Arial"/>
              </a:defRPr>
            </a:lvl4pPr>
            <a:lvl5pPr algn="l">
              <a:defRPr sz="2925" b="0">
                <a:solidFill>
                  <a:srgbClr val="202426"/>
                </a:solidFill>
                <a:latin typeface="Arial"/>
                <a:ea typeface="Arial"/>
                <a:cs typeface="Arial"/>
              </a:defRPr>
            </a:lvl5pPr>
            <a:lvl6pPr algn="l">
              <a:defRPr sz="2925" b="0">
                <a:solidFill>
                  <a:srgbClr val="202426"/>
                </a:solidFill>
                <a:latin typeface="Arial"/>
                <a:ea typeface="Arial"/>
                <a:cs typeface="Arial"/>
              </a:defRPr>
            </a:lvl6pPr>
            <a:lvl7pPr algn="l">
              <a:defRPr sz="2925" b="0">
                <a:solidFill>
                  <a:srgbClr val="202426"/>
                </a:solidFill>
                <a:latin typeface="Arial"/>
                <a:ea typeface="Arial"/>
                <a:cs typeface="Arial"/>
              </a:defRPr>
            </a:lvl7pPr>
            <a:lvl8pPr algn="l">
              <a:defRPr sz="2925" b="0">
                <a:solidFill>
                  <a:srgbClr val="202426"/>
                </a:solidFill>
                <a:latin typeface="Arial"/>
                <a:ea typeface="Arial"/>
                <a:cs typeface="Arial"/>
              </a:defRPr>
            </a:lvl8pPr>
            <a:lvl9pPr algn="l">
              <a:defRPr sz="2925" b="0">
                <a:solidFill>
                  <a:srgbClr val="202426"/>
                </a:solidFill>
                <a:latin typeface="Arial"/>
                <a:ea typeface="Arial"/>
                <a:cs typeface="Arial"/>
              </a:defRPr>
            </a:lvl9pPr>
          </a:lstStyle>
          <a:p xmlns:a="http://schemas.openxmlformats.org/drawingml/2006/main">
            <a:pPr algn="l">
              <a:lnSpc>
                <a:spcPct val="100000"/>
              </a:lnSpc>
              <a:buNone/>
              <a:defRPr sz="2925" b="0">
                <a:solidFill>
                  <a:srgbClr val="202426"/>
                </a:solidFill>
                <a:latin typeface="Arial"/>
                <a:ea typeface="Arial"/>
                <a:cs typeface="Arial"/>
              </a:defRPr>
            </a:pPr>
            <a:r>
              <a:rPr sz="2925" b="0">
                <a:solidFill>
                  <a:srgbClr val="202426"/>
                </a:solidFill>
                <a:latin typeface="Arial"/>
                <a:ea typeface="Arial"/>
                <a:cs typeface="Arial"/>
              </a:rPr>
              <a:t>The input never reaches 0.</a:t>
            </a:r>
          </a:p>
        </p:txBody>
      </p:sp>
      <p:sp>
        <p:nvSpPr>
          <p:cNvPr id="19" name="Repair">
            <a:extLst xmlns:a="http://schemas.openxmlformats.org/drawingml/2006/main">
              <a:ext uri="{FF2B5EF4-FFF2-40B4-BE49-F238E27FC236}">
                <a16:creationId xmlns:a16="http://schemas.microsoft.com/office/drawing/2014/main" id="{AEF35BE7-9CA2-4BC8-AB2E-27C190B97D19}"/>
              </a:ext>
            </a:extLst>
          </p:cNvPr>
          <p:cNvSpPr>
            <a:spLocks xmlns:a="http://schemas.openxmlformats.org/drawingml/2006/main" noGrp="1"/>
          </p:cNvSpPr>
          <p:nvPr/>
        </p:nvSpPr>
        <p:spPr>
          <a:xfrm xmlns:a="http://schemas.openxmlformats.org/drawingml/2006/main">
            <a:off x="11430000" y="7000875"/>
            <a:ext cx="581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73513"/>
                </a:solidFill>
                <a:latin typeface="Arial"/>
                <a:ea typeface="Arial"/>
                <a:cs typeface="Arial"/>
              </a:defRPr>
            </a:defPPr>
            <a:lvl1pPr algn="l">
              <a:defRPr sz="2850" b="1">
                <a:solidFill>
                  <a:srgbClr val="B73513"/>
                </a:solidFill>
                <a:latin typeface="Arial"/>
                <a:ea typeface="Arial"/>
                <a:cs typeface="Arial"/>
              </a:defRPr>
            </a:lvl1pPr>
            <a:lvl2pPr algn="l">
              <a:defRPr sz="2850" b="1">
                <a:solidFill>
                  <a:srgbClr val="B73513"/>
                </a:solidFill>
                <a:latin typeface="Arial"/>
                <a:ea typeface="Arial"/>
                <a:cs typeface="Arial"/>
              </a:defRPr>
            </a:lvl2pPr>
            <a:lvl3pPr algn="l">
              <a:defRPr sz="2850" b="1">
                <a:solidFill>
                  <a:srgbClr val="B73513"/>
                </a:solidFill>
                <a:latin typeface="Arial"/>
                <a:ea typeface="Arial"/>
                <a:cs typeface="Arial"/>
              </a:defRPr>
            </a:lvl3pPr>
            <a:lvl4pPr algn="l">
              <a:defRPr sz="2850" b="1">
                <a:solidFill>
                  <a:srgbClr val="B73513"/>
                </a:solidFill>
                <a:latin typeface="Arial"/>
                <a:ea typeface="Arial"/>
                <a:cs typeface="Arial"/>
              </a:defRPr>
            </a:lvl4pPr>
            <a:lvl5pPr algn="l">
              <a:defRPr sz="2850" b="1">
                <a:solidFill>
                  <a:srgbClr val="B73513"/>
                </a:solidFill>
                <a:latin typeface="Arial"/>
                <a:ea typeface="Arial"/>
                <a:cs typeface="Arial"/>
              </a:defRPr>
            </a:lvl5pPr>
            <a:lvl6pPr algn="l">
              <a:defRPr sz="2850" b="1">
                <a:solidFill>
                  <a:srgbClr val="B73513"/>
                </a:solidFill>
                <a:latin typeface="Arial"/>
                <a:ea typeface="Arial"/>
                <a:cs typeface="Arial"/>
              </a:defRPr>
            </a:lvl6pPr>
            <a:lvl7pPr algn="l">
              <a:defRPr sz="2850" b="1">
                <a:solidFill>
                  <a:srgbClr val="B73513"/>
                </a:solidFill>
                <a:latin typeface="Arial"/>
                <a:ea typeface="Arial"/>
                <a:cs typeface="Arial"/>
              </a:defRPr>
            </a:lvl7pPr>
            <a:lvl8pPr algn="l">
              <a:defRPr sz="2850" b="1">
                <a:solidFill>
                  <a:srgbClr val="B73513"/>
                </a:solidFill>
                <a:latin typeface="Arial"/>
                <a:ea typeface="Arial"/>
                <a:cs typeface="Arial"/>
              </a:defRPr>
            </a:lvl8pPr>
            <a:lvl9pPr algn="l">
              <a:defRPr sz="2850" b="1">
                <a:solidFill>
                  <a:srgbClr val="B73513"/>
                </a:solidFill>
                <a:latin typeface="Arial"/>
                <a:ea typeface="Arial"/>
                <a:cs typeface="Arial"/>
              </a:defRPr>
            </a:lvl9pPr>
          </a:lstStyle>
          <a:p xmlns:a="http://schemas.openxmlformats.org/drawingml/2006/main">
            <a:pPr algn="l">
              <a:lnSpc>
                <a:spcPct val="100000"/>
              </a:lnSpc>
              <a:buNone/>
              <a:defRPr sz="2850" b="1">
                <a:solidFill>
                  <a:srgbClr val="B73513"/>
                </a:solidFill>
                <a:latin typeface="Arial"/>
                <a:ea typeface="Arial"/>
                <a:cs typeface="Arial"/>
              </a:defRPr>
            </a:pPr>
            <a:r>
              <a:rPr sz="2850" b="1">
                <a:solidFill>
                  <a:srgbClr val="B73513"/>
                </a:solidFill>
                <a:latin typeface="Arial"/>
                <a:ea typeface="Arial"/>
                <a:cs typeface="Arial"/>
              </a:rPr>
              <a:t>Repair</a:t>
            </a:r>
          </a:p>
        </p:txBody>
      </p:sp>
      <p:sp>
        <p:nvSpPr>
          <p:cNvPr id="20" name="count_down(n - 1);">
            <a:extLst xmlns:a="http://schemas.openxmlformats.org/drawingml/2006/main">
              <a:ext uri="{FF2B5EF4-FFF2-40B4-BE49-F238E27FC236}">
                <a16:creationId xmlns:a16="http://schemas.microsoft.com/office/drawing/2014/main" id="{375771CB-1447-44E0-B189-BB742DB1DD91}"/>
              </a:ext>
            </a:extLst>
          </p:cNvPr>
          <p:cNvSpPr>
            <a:spLocks xmlns:a="http://schemas.openxmlformats.org/drawingml/2006/main" noGrp="1"/>
          </p:cNvSpPr>
          <p:nvPr/>
        </p:nvSpPr>
        <p:spPr>
          <a:xfrm xmlns:a="http://schemas.openxmlformats.org/drawingml/2006/main">
            <a:off x="11430000" y="7620000"/>
            <a:ext cx="581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count_down(n - 1);</a:t>
            </a:r>
          </a:p>
        </p:txBody>
      </p:sp>
    </p:spTree>
    <p:extLst>
      <p:ext uri="{BB962C8B-B14F-4D97-AF65-F5344CB8AC3E}">
        <p14:creationId xmlns:p14="http://schemas.microsoft.com/office/powerpoint/2010/main" val="18067793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URSION">
            <a:extLst xmlns:a="http://schemas.openxmlformats.org/drawingml/2006/main">
              <a:ext uri="{FF2B5EF4-FFF2-40B4-BE49-F238E27FC236}">
                <a16:creationId xmlns:a16="http://schemas.microsoft.com/office/drawing/2014/main" id="{E86C9594-DA6E-4A19-95AB-F96DF11B97C9}"/>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09ED07B5-D2F8-4622-AF30-16E3A9CA77A3}"/>
              </a:ext>
            </a:extLst>
          </p:cNvPr>
          <p:cNvPicPr>
            <a:picLocks xmlns:a="http://schemas.openxmlformats.org/drawingml/2006/main" noChangeAspect="1"/>
          </p:cNvPicPr>
          <p:nvPr/>
        </p:nvPicPr>
        <p:blipFill>
          <a:blip xmlns:r="http://schemas.openxmlformats.org/officeDocument/2006/relationships" xmlns:a="http://schemas.openxmlformats.org/drawingml/2006/main" r:embed="R9df40ec2eac040e9"/>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A new task: sum_to(3)">
            <a:extLst xmlns:a="http://schemas.openxmlformats.org/drawingml/2006/main">
              <a:ext uri="{FF2B5EF4-FFF2-40B4-BE49-F238E27FC236}">
                <a16:creationId xmlns:a16="http://schemas.microsoft.com/office/drawing/2014/main" id="{BCDDAAAC-762B-47FD-A1C9-152EED1E980F}"/>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A new task: sum_to(3)</a:t>
            </a:r>
          </a:p>
        </p:txBody>
      </p:sp>
      <p:sp>
        <p:nvSpPr>
          <p:cNvPr id="4" name="">
            <a:extLst xmlns:a="http://schemas.openxmlformats.org/drawingml/2006/main">
              <a:ext uri="{FF2B5EF4-FFF2-40B4-BE49-F238E27FC236}">
                <a16:creationId xmlns:a16="http://schemas.microsoft.com/office/drawing/2014/main" id="{69387C25-DE8B-45F5-B3C6-EAA8B11F88B5}"/>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4CF3ED98-CDA6-40E8-8316-B2540102C24F}"/>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7">
            <a:extLst xmlns:a="http://schemas.openxmlformats.org/drawingml/2006/main">
              <a:ext uri="{FF2B5EF4-FFF2-40B4-BE49-F238E27FC236}">
                <a16:creationId xmlns:a16="http://schemas.microsoft.com/office/drawing/2014/main" id="{ECA6DD6A-8D8B-4F18-A9FE-EF4AE35A13DF}"/>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17</a:t>
            </a:r>
          </a:p>
        </p:txBody>
      </p:sp>
      <p:sp>
        <p:nvSpPr>
          <p:cNvPr id="7" name="1 + 2 + 3 = ?">
            <a:extLst xmlns:a="http://schemas.openxmlformats.org/drawingml/2006/main">
              <a:ext uri="{FF2B5EF4-FFF2-40B4-BE49-F238E27FC236}">
                <a16:creationId xmlns:a16="http://schemas.microsoft.com/office/drawing/2014/main" id="{7E17573F-0027-485A-B6F6-C6D1CA87BDC9}"/>
              </a:ext>
            </a:extLst>
          </p:cNvPr>
          <p:cNvSpPr>
            <a:spLocks xmlns:a="http://schemas.openxmlformats.org/drawingml/2006/main" noGrp="1"/>
          </p:cNvSpPr>
          <p:nvPr/>
        </p:nvSpPr>
        <p:spPr>
          <a:xfrm xmlns:a="http://schemas.openxmlformats.org/drawingml/2006/main">
            <a:off x="914400" y="2886075"/>
            <a:ext cx="16459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202426"/>
                </a:solidFill>
                <a:latin typeface="Arial"/>
                <a:ea typeface="Arial"/>
                <a:cs typeface="Arial"/>
              </a:defRPr>
            </a:defPPr>
            <a:lvl1pPr algn="l">
              <a:defRPr sz="4500" b="1">
                <a:solidFill>
                  <a:srgbClr val="202426"/>
                </a:solidFill>
                <a:latin typeface="Arial"/>
                <a:ea typeface="Arial"/>
                <a:cs typeface="Arial"/>
              </a:defRPr>
            </a:lvl1pPr>
            <a:lvl2pPr algn="l">
              <a:defRPr sz="4500" b="1">
                <a:solidFill>
                  <a:srgbClr val="202426"/>
                </a:solidFill>
                <a:latin typeface="Arial"/>
                <a:ea typeface="Arial"/>
                <a:cs typeface="Arial"/>
              </a:defRPr>
            </a:lvl2pPr>
            <a:lvl3pPr algn="l">
              <a:defRPr sz="4500" b="1">
                <a:solidFill>
                  <a:srgbClr val="202426"/>
                </a:solidFill>
                <a:latin typeface="Arial"/>
                <a:ea typeface="Arial"/>
                <a:cs typeface="Arial"/>
              </a:defRPr>
            </a:lvl3pPr>
            <a:lvl4pPr algn="l">
              <a:defRPr sz="4500" b="1">
                <a:solidFill>
                  <a:srgbClr val="202426"/>
                </a:solidFill>
                <a:latin typeface="Arial"/>
                <a:ea typeface="Arial"/>
                <a:cs typeface="Arial"/>
              </a:defRPr>
            </a:lvl4pPr>
            <a:lvl5pPr algn="l">
              <a:defRPr sz="4500" b="1">
                <a:solidFill>
                  <a:srgbClr val="202426"/>
                </a:solidFill>
                <a:latin typeface="Arial"/>
                <a:ea typeface="Arial"/>
                <a:cs typeface="Arial"/>
              </a:defRPr>
            </a:lvl5pPr>
            <a:lvl6pPr algn="l">
              <a:defRPr sz="4500" b="1">
                <a:solidFill>
                  <a:srgbClr val="202426"/>
                </a:solidFill>
                <a:latin typeface="Arial"/>
                <a:ea typeface="Arial"/>
                <a:cs typeface="Arial"/>
              </a:defRPr>
            </a:lvl6pPr>
            <a:lvl7pPr algn="l">
              <a:defRPr sz="4500" b="1">
                <a:solidFill>
                  <a:srgbClr val="202426"/>
                </a:solidFill>
                <a:latin typeface="Arial"/>
                <a:ea typeface="Arial"/>
                <a:cs typeface="Arial"/>
              </a:defRPr>
            </a:lvl7pPr>
            <a:lvl8pPr algn="l">
              <a:defRPr sz="4500" b="1">
                <a:solidFill>
                  <a:srgbClr val="202426"/>
                </a:solidFill>
                <a:latin typeface="Arial"/>
                <a:ea typeface="Arial"/>
                <a:cs typeface="Arial"/>
              </a:defRPr>
            </a:lvl8pPr>
            <a:lvl9pPr algn="l">
              <a:defRPr sz="4500" b="1">
                <a:solidFill>
                  <a:srgbClr val="202426"/>
                </a:solidFill>
                <a:latin typeface="Arial"/>
                <a:ea typeface="Arial"/>
                <a:cs typeface="Arial"/>
              </a:defRPr>
            </a:lvl9pPr>
          </a:lstStyle>
          <a:p xmlns:a="http://schemas.openxmlformats.org/drawingml/2006/main">
            <a:pPr algn="l">
              <a:lnSpc>
                <a:spcPct val="100000"/>
              </a:lnSpc>
              <a:buNone/>
              <a:defRPr sz="4500" b="1">
                <a:solidFill>
                  <a:srgbClr val="202426"/>
                </a:solidFill>
                <a:latin typeface="Arial"/>
                <a:ea typeface="Arial"/>
                <a:cs typeface="Arial"/>
              </a:defRPr>
            </a:pPr>
            <a:r>
              <a:rPr sz="4500" b="1">
                <a:solidFill>
                  <a:srgbClr val="202426"/>
                </a:solidFill>
                <a:latin typeface="Arial"/>
                <a:ea typeface="Arial"/>
                <a:cs typeface="Arial"/>
              </a:rPr>
              <a:t>1 + 2 + 3 = ?</a:t>
            </a:r>
          </a:p>
        </p:txBody>
      </p:sp>
      <p:sp>
        <p:nvSpPr>
          <p:cNvPr id="8" name="">
            <a:extLst xmlns:a="http://schemas.openxmlformats.org/drawingml/2006/main">
              <a:ext uri="{FF2B5EF4-FFF2-40B4-BE49-F238E27FC236}">
                <a16:creationId xmlns:a16="http://schemas.microsoft.com/office/drawing/2014/main" id="{6A5C9E84-A885-45D3-ABCF-7221AA05F1CC}"/>
              </a:ext>
            </a:extLst>
          </p:cNvPr>
          <p:cNvSpPr>
            <a:spLocks xmlns:a="http://schemas.openxmlformats.org/drawingml/2006/main" noGrp="1"/>
          </p:cNvSpPr>
          <p:nvPr/>
        </p:nvSpPr>
        <p:spPr>
          <a:xfrm xmlns:a="http://schemas.openxmlformats.org/drawingml/2006/main">
            <a:off x="914400" y="4238625"/>
            <a:ext cx="11239500" cy="373380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B373409-9CAF-427D-898F-19A925860DB0}"/>
              </a:ext>
            </a:extLst>
          </p:cNvPr>
          <p:cNvSpPr>
            <a:spLocks xmlns:a="http://schemas.openxmlformats.org/drawingml/2006/main" noGrp="1"/>
          </p:cNvSpPr>
          <p:nvPr/>
        </p:nvSpPr>
        <p:spPr>
          <a:xfrm xmlns:a="http://schemas.openxmlformats.org/drawingml/2006/main">
            <a:off x="1028700" y="6619875"/>
            <a:ext cx="11010900" cy="5524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0" name="int sum_to(int n)">
            <a:extLst xmlns:a="http://schemas.openxmlformats.org/drawingml/2006/main">
              <a:ext uri="{FF2B5EF4-FFF2-40B4-BE49-F238E27FC236}">
                <a16:creationId xmlns:a16="http://schemas.microsoft.com/office/drawing/2014/main" id="{3095C09C-4927-4457-B697-5FEBAB49224B}"/>
              </a:ext>
            </a:extLst>
          </p:cNvPr>
          <p:cNvSpPr>
            <a:spLocks xmlns:a="http://schemas.openxmlformats.org/drawingml/2006/main" noGrp="1"/>
          </p:cNvSpPr>
          <p:nvPr/>
        </p:nvSpPr>
        <p:spPr>
          <a:xfrm xmlns:a="http://schemas.openxmlformats.org/drawingml/2006/main">
            <a:off x="1162050" y="44386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int sum_to(int n)</a:t>
            </a:r>
          </a:p>
        </p:txBody>
      </p:sp>
      <p:sp>
        <p:nvSpPr>
          <p:cNvPr id="11" name="{">
            <a:extLst xmlns:a="http://schemas.openxmlformats.org/drawingml/2006/main">
              <a:ext uri="{FF2B5EF4-FFF2-40B4-BE49-F238E27FC236}">
                <a16:creationId xmlns:a16="http://schemas.microsoft.com/office/drawing/2014/main" id="{1B555F85-C430-47F4-8A50-1BD3FBD17A39}"/>
              </a:ext>
            </a:extLst>
          </p:cNvPr>
          <p:cNvSpPr>
            <a:spLocks xmlns:a="http://schemas.openxmlformats.org/drawingml/2006/main" noGrp="1"/>
          </p:cNvSpPr>
          <p:nvPr/>
        </p:nvSpPr>
        <p:spPr>
          <a:xfrm xmlns:a="http://schemas.openxmlformats.org/drawingml/2006/main">
            <a:off x="1162050" y="49911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a:t>
            </a:r>
          </a:p>
        </p:txBody>
      </p:sp>
      <p:sp>
        <p:nvSpPr>
          <p:cNvPr id="12" name="    if (n == 0)">
            <a:extLst xmlns:a="http://schemas.openxmlformats.org/drawingml/2006/main">
              <a:ext uri="{FF2B5EF4-FFF2-40B4-BE49-F238E27FC236}">
                <a16:creationId xmlns:a16="http://schemas.microsoft.com/office/drawing/2014/main" id="{9749E1F1-8201-42E6-BF74-E021477D268F}"/>
              </a:ext>
            </a:extLst>
          </p:cNvPr>
          <p:cNvSpPr>
            <a:spLocks xmlns:a="http://schemas.openxmlformats.org/drawingml/2006/main" noGrp="1"/>
          </p:cNvSpPr>
          <p:nvPr/>
        </p:nvSpPr>
        <p:spPr>
          <a:xfrm xmlns:a="http://schemas.openxmlformats.org/drawingml/2006/main">
            <a:off x="1162050" y="55435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if (n == 0)</a:t>
            </a:r>
          </a:p>
        </p:txBody>
      </p:sp>
      <p:sp>
        <p:nvSpPr>
          <p:cNvPr id="13" name="        return 0;">
            <a:extLst xmlns:a="http://schemas.openxmlformats.org/drawingml/2006/main">
              <a:ext uri="{FF2B5EF4-FFF2-40B4-BE49-F238E27FC236}">
                <a16:creationId xmlns:a16="http://schemas.microsoft.com/office/drawing/2014/main" id="{D6D42EE7-F01D-4190-B235-5F0B7B788E8B}"/>
              </a:ext>
            </a:extLst>
          </p:cNvPr>
          <p:cNvSpPr>
            <a:spLocks xmlns:a="http://schemas.openxmlformats.org/drawingml/2006/main" noGrp="1"/>
          </p:cNvSpPr>
          <p:nvPr/>
        </p:nvSpPr>
        <p:spPr>
          <a:xfrm xmlns:a="http://schemas.openxmlformats.org/drawingml/2006/main">
            <a:off x="1162050" y="60960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return 0;</a:t>
            </a:r>
          </a:p>
        </p:txBody>
      </p:sp>
      <p:sp>
        <p:nvSpPr>
          <p:cNvPr id="14" name="    return n + sum_to(_____);">
            <a:extLst xmlns:a="http://schemas.openxmlformats.org/drawingml/2006/main">
              <a:ext uri="{FF2B5EF4-FFF2-40B4-BE49-F238E27FC236}">
                <a16:creationId xmlns:a16="http://schemas.microsoft.com/office/drawing/2014/main" id="{FF0D68AB-974D-428C-9774-2F035FC95501}"/>
              </a:ext>
            </a:extLst>
          </p:cNvPr>
          <p:cNvSpPr>
            <a:spLocks xmlns:a="http://schemas.openxmlformats.org/drawingml/2006/main" noGrp="1"/>
          </p:cNvSpPr>
          <p:nvPr/>
        </p:nvSpPr>
        <p:spPr>
          <a:xfrm xmlns:a="http://schemas.openxmlformats.org/drawingml/2006/main">
            <a:off x="1162050" y="664845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    return n + sum_to(_____);</a:t>
            </a:r>
          </a:p>
        </p:txBody>
      </p:sp>
      <p:sp>
        <p:nvSpPr>
          <p:cNvPr id="15" name="}">
            <a:extLst xmlns:a="http://schemas.openxmlformats.org/drawingml/2006/main">
              <a:ext uri="{FF2B5EF4-FFF2-40B4-BE49-F238E27FC236}">
                <a16:creationId xmlns:a16="http://schemas.microsoft.com/office/drawing/2014/main" id="{25B62206-D18A-404A-8AFA-48845C33EF46}"/>
              </a:ext>
            </a:extLst>
          </p:cNvPr>
          <p:cNvSpPr>
            <a:spLocks xmlns:a="http://schemas.openxmlformats.org/drawingml/2006/main" noGrp="1"/>
          </p:cNvSpPr>
          <p:nvPr/>
        </p:nvSpPr>
        <p:spPr>
          <a:xfrm xmlns:a="http://schemas.openxmlformats.org/drawingml/2006/main">
            <a:off x="1162050" y="7200900"/>
            <a:ext cx="10744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02426"/>
                </a:solidFill>
                <a:latin typeface="Courier New"/>
                <a:ea typeface="Courier New"/>
                <a:cs typeface="Courier New"/>
              </a:defRPr>
            </a:defPPr>
            <a:lvl1pPr algn="l">
              <a:defRPr sz="2850" b="0">
                <a:solidFill>
                  <a:srgbClr val="202426"/>
                </a:solidFill>
                <a:latin typeface="Courier New"/>
                <a:ea typeface="Courier New"/>
                <a:cs typeface="Courier New"/>
              </a:defRPr>
            </a:lvl1pPr>
            <a:lvl2pPr algn="l">
              <a:defRPr sz="2850" b="0">
                <a:solidFill>
                  <a:srgbClr val="202426"/>
                </a:solidFill>
                <a:latin typeface="Courier New"/>
                <a:ea typeface="Courier New"/>
                <a:cs typeface="Courier New"/>
              </a:defRPr>
            </a:lvl2pPr>
            <a:lvl3pPr algn="l">
              <a:defRPr sz="2850" b="0">
                <a:solidFill>
                  <a:srgbClr val="202426"/>
                </a:solidFill>
                <a:latin typeface="Courier New"/>
                <a:ea typeface="Courier New"/>
                <a:cs typeface="Courier New"/>
              </a:defRPr>
            </a:lvl3pPr>
            <a:lvl4pPr algn="l">
              <a:defRPr sz="2850" b="0">
                <a:solidFill>
                  <a:srgbClr val="202426"/>
                </a:solidFill>
                <a:latin typeface="Courier New"/>
                <a:ea typeface="Courier New"/>
                <a:cs typeface="Courier New"/>
              </a:defRPr>
            </a:lvl4pPr>
            <a:lvl5pPr algn="l">
              <a:defRPr sz="2850" b="0">
                <a:solidFill>
                  <a:srgbClr val="202426"/>
                </a:solidFill>
                <a:latin typeface="Courier New"/>
                <a:ea typeface="Courier New"/>
                <a:cs typeface="Courier New"/>
              </a:defRPr>
            </a:lvl5pPr>
            <a:lvl6pPr algn="l">
              <a:defRPr sz="2850" b="0">
                <a:solidFill>
                  <a:srgbClr val="202426"/>
                </a:solidFill>
                <a:latin typeface="Courier New"/>
                <a:ea typeface="Courier New"/>
                <a:cs typeface="Courier New"/>
              </a:defRPr>
            </a:lvl6pPr>
            <a:lvl7pPr algn="l">
              <a:defRPr sz="2850" b="0">
                <a:solidFill>
                  <a:srgbClr val="202426"/>
                </a:solidFill>
                <a:latin typeface="Courier New"/>
                <a:ea typeface="Courier New"/>
                <a:cs typeface="Courier New"/>
              </a:defRPr>
            </a:lvl7pPr>
            <a:lvl8pPr algn="l">
              <a:defRPr sz="2850" b="0">
                <a:solidFill>
                  <a:srgbClr val="202426"/>
                </a:solidFill>
                <a:latin typeface="Courier New"/>
                <a:ea typeface="Courier New"/>
                <a:cs typeface="Courier New"/>
              </a:defRPr>
            </a:lvl8pPr>
            <a:lvl9pPr algn="l">
              <a:defRPr sz="2850" b="0">
                <a:solidFill>
                  <a:srgbClr val="202426"/>
                </a:solidFill>
                <a:latin typeface="Courier New"/>
                <a:ea typeface="Courier New"/>
                <a:cs typeface="Courier New"/>
              </a:defRPr>
            </a:lvl9pPr>
          </a:lstStyle>
          <a:p xmlns:a="http://schemas.openxmlformats.org/drawingml/2006/main">
            <a:pPr algn="l">
              <a:lnSpc>
                <a:spcPct val="100000"/>
              </a:lnSpc>
              <a:buNone/>
              <a:defRPr sz="2850" b="0">
                <a:solidFill>
                  <a:srgbClr val="202426"/>
                </a:solidFill>
                <a:latin typeface="Courier New"/>
                <a:ea typeface="Courier New"/>
                <a:cs typeface="Courier New"/>
              </a:defRPr>
            </a:pPr>
            <a:r>
              <a:rPr sz="2850" b="0">
                <a:solidFill>
                  <a:srgbClr val="202426"/>
                </a:solidFill>
                <a:latin typeface="Courier New"/>
                <a:ea typeface="Courier New"/>
                <a:cs typeface="Courier New"/>
              </a:rPr>
              <a:t>}</a:t>
            </a:r>
          </a:p>
        </p:txBody>
      </p:sp>
      <p:sp>
        <p:nvSpPr>
          <p:cNvPr id="16" name="What belongs&#10;in the blank?">
            <a:extLst xmlns:a="http://schemas.openxmlformats.org/drawingml/2006/main">
              <a:ext uri="{FF2B5EF4-FFF2-40B4-BE49-F238E27FC236}">
                <a16:creationId xmlns:a16="http://schemas.microsoft.com/office/drawing/2014/main" id="{0B199D04-5832-46D4-9F5A-96C86EF0037A}"/>
              </a:ext>
            </a:extLst>
          </p:cNvPr>
          <p:cNvSpPr>
            <a:spLocks xmlns:a="http://schemas.openxmlformats.org/drawingml/2006/main" noGrp="1"/>
          </p:cNvSpPr>
          <p:nvPr/>
        </p:nvSpPr>
        <p:spPr>
          <a:xfrm xmlns:a="http://schemas.openxmlformats.org/drawingml/2006/main">
            <a:off x="13144500" y="4733925"/>
            <a:ext cx="4191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02426"/>
                </a:solidFill>
                <a:latin typeface="Arial"/>
                <a:ea typeface="Arial"/>
                <a:cs typeface="Arial"/>
              </a:defRPr>
            </a:defPPr>
            <a:lvl1pPr algn="l">
              <a:defRPr sz="3300" b="1">
                <a:solidFill>
                  <a:srgbClr val="202426"/>
                </a:solidFill>
                <a:latin typeface="Arial"/>
                <a:ea typeface="Arial"/>
                <a:cs typeface="Arial"/>
              </a:defRPr>
            </a:lvl1pPr>
            <a:lvl2pPr algn="l">
              <a:defRPr sz="3300" b="1">
                <a:solidFill>
                  <a:srgbClr val="202426"/>
                </a:solidFill>
                <a:latin typeface="Arial"/>
                <a:ea typeface="Arial"/>
                <a:cs typeface="Arial"/>
              </a:defRPr>
            </a:lvl2pPr>
            <a:lvl3pPr algn="l">
              <a:defRPr sz="3300" b="1">
                <a:solidFill>
                  <a:srgbClr val="202426"/>
                </a:solidFill>
                <a:latin typeface="Arial"/>
                <a:ea typeface="Arial"/>
                <a:cs typeface="Arial"/>
              </a:defRPr>
            </a:lvl3pPr>
            <a:lvl4pPr algn="l">
              <a:defRPr sz="3300" b="1">
                <a:solidFill>
                  <a:srgbClr val="202426"/>
                </a:solidFill>
                <a:latin typeface="Arial"/>
                <a:ea typeface="Arial"/>
                <a:cs typeface="Arial"/>
              </a:defRPr>
            </a:lvl4pPr>
            <a:lvl5pPr algn="l">
              <a:defRPr sz="3300" b="1">
                <a:solidFill>
                  <a:srgbClr val="202426"/>
                </a:solidFill>
                <a:latin typeface="Arial"/>
                <a:ea typeface="Arial"/>
                <a:cs typeface="Arial"/>
              </a:defRPr>
            </a:lvl5pPr>
            <a:lvl6pPr algn="l">
              <a:defRPr sz="3300" b="1">
                <a:solidFill>
                  <a:srgbClr val="202426"/>
                </a:solidFill>
                <a:latin typeface="Arial"/>
                <a:ea typeface="Arial"/>
                <a:cs typeface="Arial"/>
              </a:defRPr>
            </a:lvl6pPr>
            <a:lvl7pPr algn="l">
              <a:defRPr sz="3300" b="1">
                <a:solidFill>
                  <a:srgbClr val="202426"/>
                </a:solidFill>
                <a:latin typeface="Arial"/>
                <a:ea typeface="Arial"/>
                <a:cs typeface="Arial"/>
              </a:defRPr>
            </a:lvl7pPr>
            <a:lvl8pPr algn="l">
              <a:defRPr sz="3300" b="1">
                <a:solidFill>
                  <a:srgbClr val="202426"/>
                </a:solidFill>
                <a:latin typeface="Arial"/>
                <a:ea typeface="Arial"/>
                <a:cs typeface="Arial"/>
              </a:defRPr>
            </a:lvl8pPr>
            <a:lvl9pPr algn="l">
              <a:defRPr sz="3300" b="1">
                <a:solidFill>
                  <a:srgbClr val="202426"/>
                </a:solidFill>
                <a:latin typeface="Arial"/>
                <a:ea typeface="Arial"/>
                <a:cs typeface="Arial"/>
              </a:defRPr>
            </a:lvl9pPr>
          </a:lstStyle>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What belongs</a:t>
            </a:r>
          </a:p>
          <a:p xmlns:a="http://schemas.openxmlformats.org/drawingml/2006/main">
            <a:pPr algn="l">
              <a:lnSpc>
                <a:spcPct val="100000"/>
              </a:lnSpc>
              <a:buNone/>
              <a:defRPr sz="3300" b="1">
                <a:solidFill>
                  <a:srgbClr val="202426"/>
                </a:solidFill>
                <a:latin typeface="Arial"/>
                <a:ea typeface="Arial"/>
                <a:cs typeface="Arial"/>
              </a:defRPr>
            </a:pPr>
            <a:r>
              <a:rPr sz="3300" b="1">
                <a:solidFill>
                  <a:srgbClr val="202426"/>
                </a:solidFill>
                <a:latin typeface="Arial"/>
                <a:ea typeface="Arial"/>
                <a:cs typeface="Arial"/>
              </a:rPr>
              <a:t>in the blank?</a:t>
            </a:r>
          </a:p>
        </p:txBody>
      </p:sp>
      <p:sp>
        <p:nvSpPr>
          <p:cNvPr id="17" name="What work waits&#10;in sum_to(3)?">
            <a:extLst xmlns:a="http://schemas.openxmlformats.org/drawingml/2006/main">
              <a:ext uri="{FF2B5EF4-FFF2-40B4-BE49-F238E27FC236}">
                <a16:creationId xmlns:a16="http://schemas.microsoft.com/office/drawing/2014/main" id="{E64EC6F6-2978-46BF-863B-3430E54F0895}"/>
              </a:ext>
            </a:extLst>
          </p:cNvPr>
          <p:cNvSpPr>
            <a:spLocks xmlns:a="http://schemas.openxmlformats.org/drawingml/2006/main" noGrp="1"/>
          </p:cNvSpPr>
          <p:nvPr/>
        </p:nvSpPr>
        <p:spPr>
          <a:xfrm xmlns:a="http://schemas.openxmlformats.org/drawingml/2006/main">
            <a:off x="13144500" y="6915150"/>
            <a:ext cx="4191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02426"/>
                </a:solidFill>
                <a:latin typeface="Arial"/>
                <a:ea typeface="Arial"/>
                <a:cs typeface="Arial"/>
              </a:defRPr>
            </a:defPPr>
            <a:lvl1pPr algn="l">
              <a:defRPr sz="3000" b="0">
                <a:solidFill>
                  <a:srgbClr val="202426"/>
                </a:solidFill>
                <a:latin typeface="Arial"/>
                <a:ea typeface="Arial"/>
                <a:cs typeface="Arial"/>
              </a:defRPr>
            </a:lvl1pPr>
            <a:lvl2pPr algn="l">
              <a:defRPr sz="3000" b="0">
                <a:solidFill>
                  <a:srgbClr val="202426"/>
                </a:solidFill>
                <a:latin typeface="Arial"/>
                <a:ea typeface="Arial"/>
                <a:cs typeface="Arial"/>
              </a:defRPr>
            </a:lvl2pPr>
            <a:lvl3pPr algn="l">
              <a:defRPr sz="3000" b="0">
                <a:solidFill>
                  <a:srgbClr val="202426"/>
                </a:solidFill>
                <a:latin typeface="Arial"/>
                <a:ea typeface="Arial"/>
                <a:cs typeface="Arial"/>
              </a:defRPr>
            </a:lvl3pPr>
            <a:lvl4pPr algn="l">
              <a:defRPr sz="3000" b="0">
                <a:solidFill>
                  <a:srgbClr val="202426"/>
                </a:solidFill>
                <a:latin typeface="Arial"/>
                <a:ea typeface="Arial"/>
                <a:cs typeface="Arial"/>
              </a:defRPr>
            </a:lvl4pPr>
            <a:lvl5pPr algn="l">
              <a:defRPr sz="3000" b="0">
                <a:solidFill>
                  <a:srgbClr val="202426"/>
                </a:solidFill>
                <a:latin typeface="Arial"/>
                <a:ea typeface="Arial"/>
                <a:cs typeface="Arial"/>
              </a:defRPr>
            </a:lvl5pPr>
            <a:lvl6pPr algn="l">
              <a:defRPr sz="3000" b="0">
                <a:solidFill>
                  <a:srgbClr val="202426"/>
                </a:solidFill>
                <a:latin typeface="Arial"/>
                <a:ea typeface="Arial"/>
                <a:cs typeface="Arial"/>
              </a:defRPr>
            </a:lvl6pPr>
            <a:lvl7pPr algn="l">
              <a:defRPr sz="3000" b="0">
                <a:solidFill>
                  <a:srgbClr val="202426"/>
                </a:solidFill>
                <a:latin typeface="Arial"/>
                <a:ea typeface="Arial"/>
                <a:cs typeface="Arial"/>
              </a:defRPr>
            </a:lvl7pPr>
            <a:lvl8pPr algn="l">
              <a:defRPr sz="3000" b="0">
                <a:solidFill>
                  <a:srgbClr val="202426"/>
                </a:solidFill>
                <a:latin typeface="Arial"/>
                <a:ea typeface="Arial"/>
                <a:cs typeface="Arial"/>
              </a:defRPr>
            </a:lvl8pPr>
            <a:lvl9pPr algn="l">
              <a:defRPr sz="3000" b="0">
                <a:solidFill>
                  <a:srgbClr val="202426"/>
                </a:solidFill>
                <a:latin typeface="Arial"/>
                <a:ea typeface="Arial"/>
                <a:cs typeface="Arial"/>
              </a:defRPr>
            </a:lvl9pPr>
          </a:lstStyle>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What work waits</a:t>
            </a:r>
          </a:p>
          <a:p xmlns:a="http://schemas.openxmlformats.org/drawingml/2006/main">
            <a:pPr algn="l">
              <a:lnSpc>
                <a:spcPct val="100000"/>
              </a:lnSpc>
              <a:buNone/>
              <a:defRPr sz="3000" b="0">
                <a:solidFill>
                  <a:srgbClr val="202426"/>
                </a:solidFill>
                <a:latin typeface="Arial"/>
                <a:ea typeface="Arial"/>
                <a:cs typeface="Arial"/>
              </a:defRPr>
            </a:pPr>
            <a:r>
              <a:rPr sz="3000" b="0">
                <a:solidFill>
                  <a:srgbClr val="202426"/>
                </a:solidFill>
                <a:latin typeface="Arial"/>
                <a:ea typeface="Arial"/>
                <a:cs typeface="Arial"/>
              </a:rPr>
              <a:t>in sum_to(3)?</a:t>
            </a:r>
          </a:p>
        </p:txBody>
      </p:sp>
    </p:spTree>
    <p:extLst>
      <p:ext uri="{BB962C8B-B14F-4D97-AF65-F5344CB8AC3E}">
        <p14:creationId xmlns:p14="http://schemas.microsoft.com/office/powerpoint/2010/main" val="12464768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URSION">
            <a:extLst xmlns:a="http://schemas.openxmlformats.org/drawingml/2006/main">
              <a:ext uri="{FF2B5EF4-FFF2-40B4-BE49-F238E27FC236}">
                <a16:creationId xmlns:a16="http://schemas.microsoft.com/office/drawing/2014/main" id="{09D8B4DD-9E5B-4456-B6E0-7324EA66BEBA}"/>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9DC693D4-0E82-4E9E-A7F6-C7DD9FE02946}"/>
              </a:ext>
            </a:extLst>
          </p:cNvPr>
          <p:cNvPicPr>
            <a:picLocks xmlns:a="http://schemas.openxmlformats.org/drawingml/2006/main" noChangeAspect="1"/>
          </p:cNvPicPr>
          <p:nvPr/>
        </p:nvPicPr>
        <p:blipFill>
          <a:blip xmlns:r="http://schemas.openxmlformats.org/officeDocument/2006/relationships" xmlns:a="http://schemas.openxmlformats.org/drawingml/2006/main" r:embed="Rabfc774347dc4b45"/>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Recursion and a loop">
            <a:extLst xmlns:a="http://schemas.openxmlformats.org/drawingml/2006/main">
              <a:ext uri="{FF2B5EF4-FFF2-40B4-BE49-F238E27FC236}">
                <a16:creationId xmlns:a16="http://schemas.microsoft.com/office/drawing/2014/main" id="{7D5A03B2-58E4-4DB0-B206-A277233A010F}"/>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Recursion and a loop</a:t>
            </a:r>
          </a:p>
        </p:txBody>
      </p:sp>
      <p:sp>
        <p:nvSpPr>
          <p:cNvPr id="4" name="">
            <a:extLst xmlns:a="http://schemas.openxmlformats.org/drawingml/2006/main">
              <a:ext uri="{FF2B5EF4-FFF2-40B4-BE49-F238E27FC236}">
                <a16:creationId xmlns:a16="http://schemas.microsoft.com/office/drawing/2014/main" id="{AD51F438-8EAB-4119-9F96-01F6487C658E}"/>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73111A40-6094-441D-958A-DA7116C35841}"/>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8">
            <a:extLst xmlns:a="http://schemas.openxmlformats.org/drawingml/2006/main">
              <a:ext uri="{FF2B5EF4-FFF2-40B4-BE49-F238E27FC236}">
                <a16:creationId xmlns:a16="http://schemas.microsoft.com/office/drawing/2014/main" id="{F2DC8188-AF89-45AF-A698-43CF2961A667}"/>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18</a:t>
            </a:r>
          </a:p>
        </p:txBody>
      </p:sp>
      <p:graphicFrame>
        <p:nvGraphicFramePr>
          <p:cNvPr id="7" name="">
            <a:extLst xmlns:a="http://schemas.openxmlformats.org/drawingml/2006/main">
              <a:ext uri="{FF2B5EF4-FFF2-40B4-BE49-F238E27FC236}">
                <a16:creationId xmlns:a16="http://schemas.microsoft.com/office/drawing/2014/main" id="{6F6A3F3E-2522-4420-A33E-513BA18D372E}"/>
              </a:ext>
            </a:extLst>
          </p:cNvPr>
          <p:cNvGraphicFramePr/>
          <p:nvPr/>
        </p:nvGraphicFramePr>
        <p:xfrm>
          <a:off xmlns:a="http://schemas.openxmlformats.org/drawingml/2006/main" x="914400" y="3143250"/>
          <a:ext xmlns:a="http://schemas.openxmlformats.org/drawingml/2006/main" cx="16459200" cy="5715000"/>
        </p:xfrm>
        <a:graphic xmlns:a="http://schemas.openxmlformats.org/drawingml/2006/main">
          <a:graphicData uri="http://schemas.openxmlformats.org/drawingml/2006/table">
            <a:tbl>
              <a:tblPr/>
              <a:tblGrid>
                <a:gridCol w="4171950"/>
                <a:gridCol w="6143625"/>
                <a:gridCol w="6143625"/>
              </a:tblGrid>
              <a:tr h="1143000">
                <a:tc>
                  <a:txBody>
                    <a:bodyPr wrap="square"/>
                    <a:lstStyle/>
                    <a:p>
                      <a:r>
                        <a:rPr sz="2625" b="1">
                          <a:solidFill>
                            <a:srgbClr val="202426"/>
                          </a:solidFill>
                          <a:latin typeface="Arial"/>
                          <a:ea typeface="Arial"/>
                          <a:cs typeface="Arial"/>
                        </a:rPr>
                        <a:t/>
                      </a:r>
                    </a:p>
                  </a:txBody>
                  <a:tcPr marL="228600" marR="228600" marT="180975" marB="161925"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wrap="square"/>
                    <a:lstStyle/>
                    <a:p>
                      <a:r>
                        <a:rPr sz="2625" b="1">
                          <a:solidFill>
                            <a:srgbClr val="B73513"/>
                          </a:solidFill>
                          <a:latin typeface="Arial"/>
                          <a:ea typeface="Arial"/>
                          <a:cs typeface="Arial"/>
                        </a:rPr>
                        <a:t>Recursive factorial</a:t>
                      </a:r>
                    </a:p>
                  </a:txBody>
                  <a:tcPr marL="228600" marR="228600" marT="180975" marB="161925" anchor="ctr">
                    <a:lnR w="9525">
                      <a:solidFill>
                        <a:srgbClr val="D9DEDF"/>
                      </a:solidFill>
                    </a:lnR>
                    <a:lnT w="9525">
                      <a:solidFill>
                        <a:srgbClr val="D9DEDF"/>
                      </a:solidFill>
                    </a:lnT>
                    <a:lnB w="9525">
                      <a:solidFill>
                        <a:srgbClr val="D9DEDF"/>
                      </a:solidFill>
                    </a:lnB>
                    <a:solidFill>
                      <a:srgbClr val="F3F4F4"/>
                    </a:solidFill>
                  </a:tcPr>
                </a:tc>
                <a:tc>
                  <a:txBody>
                    <a:bodyPr wrap="square"/>
                    <a:lstStyle/>
                    <a:p>
                      <a:r>
                        <a:rPr sz="2625" b="1">
                          <a:solidFill>
                            <a:srgbClr val="B73513"/>
                          </a:solidFill>
                          <a:latin typeface="Arial"/>
                          <a:ea typeface="Arial"/>
                          <a:cs typeface="Arial"/>
                        </a:rPr>
                        <a:t>Loop factorial</a:t>
                      </a:r>
                    </a:p>
                  </a:txBody>
                  <a:tcPr marL="228600" marR="228600" marT="180975" marB="161925" anchor="ctr">
                    <a:lnR w="9525">
                      <a:solidFill>
                        <a:srgbClr val="D9DEDF"/>
                      </a:solidFill>
                    </a:lnR>
                    <a:lnT w="9525">
                      <a:solidFill>
                        <a:srgbClr val="D9DEDF"/>
                      </a:solidFill>
                    </a:lnT>
                    <a:lnB w="9525">
                      <a:solidFill>
                        <a:srgbClr val="D9DEDF"/>
                      </a:solidFill>
                    </a:lnB>
                    <a:solidFill>
                      <a:srgbClr val="F3F4F4"/>
                    </a:solidFill>
                  </a:tcPr>
                </a:tc>
              </a:tr>
              <a:tr h="1143000">
                <a:tc>
                  <a:txBody>
                    <a:bodyPr wrap="square"/>
                    <a:lstStyle/>
                    <a:p>
                      <a:r>
                        <a:rPr sz="2550" b="1">
                          <a:solidFill>
                            <a:srgbClr val="202426"/>
                          </a:solidFill>
                          <a:latin typeface="Arial"/>
                          <a:ea typeface="Arial"/>
                          <a:cs typeface="Arial"/>
                        </a:rPr>
                        <a:t>Repeated step</a:t>
                      </a:r>
                    </a:p>
                  </a:txBody>
                  <a:tcPr marL="228600" marR="228600" marT="180975" marB="161925" anchor="ctr">
                    <a:lnL w="9525">
                      <a:solidFill>
                        <a:srgbClr val="D9DEDF"/>
                      </a:solidFill>
                    </a:lnL>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A function calls itself</a:t>
                      </a:r>
                    </a:p>
                  </a:txBody>
                  <a:tcPr marL="228600" marR="228600" marT="180975" marB="161925" anchor="ctr">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A loop repeats its body</a:t>
                      </a:r>
                    </a:p>
                  </a:txBody>
                  <a:tcPr marL="228600" marR="228600" marT="180975" marB="161925" anchor="ctr">
                    <a:lnR w="9525">
                      <a:solidFill>
                        <a:srgbClr val="D9DEDF"/>
                      </a:solidFill>
                    </a:lnR>
                    <a:lnB w="9525">
                      <a:solidFill>
                        <a:srgbClr val="D9DEDF"/>
                      </a:solidFill>
                    </a:lnB>
                    <a:solidFill>
                      <a:srgbClr val="FFFFFF"/>
                    </a:solidFill>
                  </a:tcPr>
                </a:tc>
              </a:tr>
              <a:tr h="1143000">
                <a:tc>
                  <a:txBody>
                    <a:bodyPr wrap="square"/>
                    <a:lstStyle/>
                    <a:p>
                      <a:r>
                        <a:rPr sz="2550" b="1">
                          <a:solidFill>
                            <a:srgbClr val="202426"/>
                          </a:solidFill>
                          <a:latin typeface="Arial"/>
                          <a:ea typeface="Arial"/>
                          <a:cs typeface="Arial"/>
                        </a:rPr>
                        <a:t>What waits</a:t>
                      </a:r>
                    </a:p>
                  </a:txBody>
                  <a:tcPr marL="228600" marR="228600" marT="180975" marB="161925" anchor="ctr">
                    <a:lnL w="9525">
                      <a:solidFill>
                        <a:srgbClr val="D9DEDF"/>
                      </a:solidFill>
                    </a:lnL>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One unfinished call per level</a:t>
                      </a:r>
                    </a:p>
                  </a:txBody>
                  <a:tcPr marL="228600" marR="228600" marT="180975" marB="161925" anchor="ctr">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No recursive calls</a:t>
                      </a:r>
                    </a:p>
                  </a:txBody>
                  <a:tcPr marL="228600" marR="228600" marT="180975" marB="161925" anchor="ctr">
                    <a:lnR w="9525">
                      <a:solidFill>
                        <a:srgbClr val="D9DEDF"/>
                      </a:solidFill>
                    </a:lnR>
                    <a:lnB w="9525">
                      <a:solidFill>
                        <a:srgbClr val="D9DEDF"/>
                      </a:solidFill>
                    </a:lnB>
                    <a:solidFill>
                      <a:srgbClr val="FFFFFF"/>
                    </a:solidFill>
                  </a:tcPr>
                </a:tc>
              </a:tr>
              <a:tr h="1143000">
                <a:tc>
                  <a:txBody>
                    <a:bodyPr wrap="square"/>
                    <a:lstStyle/>
                    <a:p>
                      <a:r>
                        <a:rPr sz="2550" b="1">
                          <a:solidFill>
                            <a:srgbClr val="202426"/>
                          </a:solidFill>
                          <a:latin typeface="Arial"/>
                          <a:ea typeface="Arial"/>
                          <a:cs typeface="Arial"/>
                        </a:rPr>
                        <a:t>State in this example</a:t>
                      </a:r>
                    </a:p>
                  </a:txBody>
                  <a:tcPr marL="228600" marR="228600" marT="180975" marB="161925" anchor="ctr">
                    <a:lnL w="9525">
                      <a:solidFill>
                        <a:srgbClr val="D9DEDF"/>
                      </a:solidFill>
                    </a:lnL>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Each call keeps its own n</a:t>
                      </a:r>
                    </a:p>
                  </a:txBody>
                  <a:tcPr marL="228600" marR="228600" marT="180975" marB="161925" anchor="ctr">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Counter and running product</a:t>
                      </a:r>
                    </a:p>
                  </a:txBody>
                  <a:tcPr marL="228600" marR="228600" marT="180975" marB="161925" anchor="ctr">
                    <a:lnR w="9525">
                      <a:solidFill>
                        <a:srgbClr val="D9DEDF"/>
                      </a:solidFill>
                    </a:lnR>
                    <a:lnB w="9525">
                      <a:solidFill>
                        <a:srgbClr val="D9DEDF"/>
                      </a:solidFill>
                    </a:lnB>
                    <a:solidFill>
                      <a:srgbClr val="FFFFFF"/>
                    </a:solidFill>
                  </a:tcPr>
                </a:tc>
              </a:tr>
              <a:tr h="1143000">
                <a:tc>
                  <a:txBody>
                    <a:bodyPr wrap="square"/>
                    <a:lstStyle/>
                    <a:p>
                      <a:r>
                        <a:rPr sz="2550" b="1">
                          <a:solidFill>
                            <a:srgbClr val="202426"/>
                          </a:solidFill>
                          <a:latin typeface="Arial"/>
                          <a:ea typeface="Arial"/>
                          <a:cs typeface="Arial"/>
                        </a:rPr>
                        <a:t>Result for 3</a:t>
                      </a:r>
                    </a:p>
                  </a:txBody>
                  <a:tcPr marL="228600" marR="228600" marT="180975" marB="161925" anchor="ctr">
                    <a:lnL w="9525">
                      <a:solidFill>
                        <a:srgbClr val="D9DEDF"/>
                      </a:solidFill>
                    </a:lnL>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6</a:t>
                      </a:r>
                    </a:p>
                  </a:txBody>
                  <a:tcPr marL="228600" marR="228600" marT="180975" marB="161925" anchor="ctr">
                    <a:lnR w="9525">
                      <a:solidFill>
                        <a:srgbClr val="D9DEDF"/>
                      </a:solidFill>
                    </a:lnR>
                    <a:lnB w="9525">
                      <a:solidFill>
                        <a:srgbClr val="D9DEDF"/>
                      </a:solidFill>
                    </a:lnB>
                    <a:solidFill>
                      <a:srgbClr val="FFFFFF"/>
                    </a:solidFill>
                  </a:tcPr>
                </a:tc>
                <a:tc>
                  <a:txBody>
                    <a:bodyPr wrap="square"/>
                    <a:lstStyle/>
                    <a:p>
                      <a:r>
                        <a:rPr sz="2550" b="0">
                          <a:solidFill>
                            <a:srgbClr val="202426"/>
                          </a:solidFill>
                          <a:latin typeface="Arial"/>
                          <a:ea typeface="Arial"/>
                          <a:cs typeface="Arial"/>
                        </a:rPr>
                        <a:t>6</a:t>
                      </a:r>
                    </a:p>
                  </a:txBody>
                  <a:tcPr marL="228600" marR="228600" marT="180975" marB="161925" anchor="ctr">
                    <a:lnR w="9525">
                      <a:solidFill>
                        <a:srgbClr val="D9DEDF"/>
                      </a:solidFill>
                    </a:lnR>
                    <a:lnB w="9525">
                      <a:solidFill>
                        <a:srgbClr val="D9DEDF"/>
                      </a:solidFill>
                    </a:lnB>
                    <a:solidFill>
                      <a:srgbClr val="FFFFFF"/>
                    </a:solidFill>
                  </a:tcPr>
                </a:tc>
              </a:tr>
            </a:tbl>
          </a:graphicData>
        </a:graphic>
      </p:graphicFrame>
    </p:spTree>
    <p:extLst>
      <p:ext uri="{BB962C8B-B14F-4D97-AF65-F5344CB8AC3E}">
        <p14:creationId xmlns:p14="http://schemas.microsoft.com/office/powerpoint/2010/main" val="19906011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RECURSION">
            <a:extLst xmlns:a="http://schemas.openxmlformats.org/drawingml/2006/main">
              <a:ext uri="{FF2B5EF4-FFF2-40B4-BE49-F238E27FC236}">
                <a16:creationId xmlns:a16="http://schemas.microsoft.com/office/drawing/2014/main" id="{2FEB9E2E-ED12-4F87-A10E-7C0D3044ED56}"/>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1ECE7EC8-47F3-4E79-9EA1-063849A16D6D}"/>
              </a:ext>
            </a:extLst>
          </p:cNvPr>
          <p:cNvPicPr>
            <a:picLocks xmlns:a="http://schemas.openxmlformats.org/drawingml/2006/main" noChangeAspect="1"/>
          </p:cNvPicPr>
          <p:nvPr/>
        </p:nvPicPr>
        <p:blipFill>
          <a:blip xmlns:r="http://schemas.openxmlformats.org/officeDocument/2006/relationships" xmlns:a="http://schemas.openxmlformats.org/drawingml/2006/main" r:embed="Rde1905c3720e4813"/>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Fibonacci: two smaller answers">
            <a:extLst xmlns:a="http://schemas.openxmlformats.org/drawingml/2006/main">
              <a:ext uri="{FF2B5EF4-FFF2-40B4-BE49-F238E27FC236}">
                <a16:creationId xmlns:a16="http://schemas.microsoft.com/office/drawing/2014/main" id="{DC351209-1662-477B-86A2-A2F19CABCC6B}"/>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Fibonacci: two smaller answers</a:t>
            </a:r>
          </a:p>
        </p:txBody>
      </p:sp>
      <p:sp>
        <p:nvSpPr>
          <p:cNvPr id="4" name="">
            <a:extLst xmlns:a="http://schemas.openxmlformats.org/drawingml/2006/main">
              <a:ext uri="{FF2B5EF4-FFF2-40B4-BE49-F238E27FC236}">
                <a16:creationId xmlns:a16="http://schemas.microsoft.com/office/drawing/2014/main" id="{8A25FB02-64FC-4C06-A81F-63329F23F06D}"/>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BD95486F-7D58-43EF-B1A7-7E01217C2876}"/>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19">
            <a:extLst xmlns:a="http://schemas.openxmlformats.org/drawingml/2006/main">
              <a:ext uri="{FF2B5EF4-FFF2-40B4-BE49-F238E27FC236}">
                <a16:creationId xmlns:a16="http://schemas.microsoft.com/office/drawing/2014/main" id="{8F79EB5E-A8A9-40EB-9846-5762A5FB21A1}"/>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19</a:t>
            </a:r>
          </a:p>
        </p:txBody>
      </p:sp>
      <p:sp>
        <p:nvSpPr>
          <p:cNvPr id="7" name="0, 1, 1, 2, 3, 5, 8, …">
            <a:extLst xmlns:a="http://schemas.openxmlformats.org/drawingml/2006/main">
              <a:ext uri="{FF2B5EF4-FFF2-40B4-BE49-F238E27FC236}">
                <a16:creationId xmlns:a16="http://schemas.microsoft.com/office/drawing/2014/main" id="{B7E820F9-4BE3-443E-A38A-8AABB4BFE7F6}"/>
              </a:ext>
            </a:extLst>
          </p:cNvPr>
          <p:cNvSpPr>
            <a:spLocks xmlns:a="http://schemas.openxmlformats.org/drawingml/2006/main" noGrp="1"/>
          </p:cNvSpPr>
          <p:nvPr/>
        </p:nvSpPr>
        <p:spPr>
          <a:xfrm xmlns:a="http://schemas.openxmlformats.org/drawingml/2006/main">
            <a:off x="914400" y="2771775"/>
            <a:ext cx="16459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950" b="1">
                <a:solidFill>
                  <a:srgbClr val="202426"/>
                </a:solidFill>
                <a:latin typeface="Courier New"/>
                <a:ea typeface="Courier New"/>
                <a:cs typeface="Courier New"/>
              </a:defRPr>
            </a:defPPr>
            <a:lvl1pPr algn="l">
              <a:defRPr sz="4950" b="1">
                <a:solidFill>
                  <a:srgbClr val="202426"/>
                </a:solidFill>
                <a:latin typeface="Courier New"/>
                <a:ea typeface="Courier New"/>
                <a:cs typeface="Courier New"/>
              </a:defRPr>
            </a:lvl1pPr>
            <a:lvl2pPr algn="l">
              <a:defRPr sz="4950" b="1">
                <a:solidFill>
                  <a:srgbClr val="202426"/>
                </a:solidFill>
                <a:latin typeface="Courier New"/>
                <a:ea typeface="Courier New"/>
                <a:cs typeface="Courier New"/>
              </a:defRPr>
            </a:lvl2pPr>
            <a:lvl3pPr algn="l">
              <a:defRPr sz="4950" b="1">
                <a:solidFill>
                  <a:srgbClr val="202426"/>
                </a:solidFill>
                <a:latin typeface="Courier New"/>
                <a:ea typeface="Courier New"/>
                <a:cs typeface="Courier New"/>
              </a:defRPr>
            </a:lvl3pPr>
            <a:lvl4pPr algn="l">
              <a:defRPr sz="4950" b="1">
                <a:solidFill>
                  <a:srgbClr val="202426"/>
                </a:solidFill>
                <a:latin typeface="Courier New"/>
                <a:ea typeface="Courier New"/>
                <a:cs typeface="Courier New"/>
              </a:defRPr>
            </a:lvl4pPr>
            <a:lvl5pPr algn="l">
              <a:defRPr sz="4950" b="1">
                <a:solidFill>
                  <a:srgbClr val="202426"/>
                </a:solidFill>
                <a:latin typeface="Courier New"/>
                <a:ea typeface="Courier New"/>
                <a:cs typeface="Courier New"/>
              </a:defRPr>
            </a:lvl5pPr>
            <a:lvl6pPr algn="l">
              <a:defRPr sz="4950" b="1">
                <a:solidFill>
                  <a:srgbClr val="202426"/>
                </a:solidFill>
                <a:latin typeface="Courier New"/>
                <a:ea typeface="Courier New"/>
                <a:cs typeface="Courier New"/>
              </a:defRPr>
            </a:lvl6pPr>
            <a:lvl7pPr algn="l">
              <a:defRPr sz="4950" b="1">
                <a:solidFill>
                  <a:srgbClr val="202426"/>
                </a:solidFill>
                <a:latin typeface="Courier New"/>
                <a:ea typeface="Courier New"/>
                <a:cs typeface="Courier New"/>
              </a:defRPr>
            </a:lvl7pPr>
            <a:lvl8pPr algn="l">
              <a:defRPr sz="4950" b="1">
                <a:solidFill>
                  <a:srgbClr val="202426"/>
                </a:solidFill>
                <a:latin typeface="Courier New"/>
                <a:ea typeface="Courier New"/>
                <a:cs typeface="Courier New"/>
              </a:defRPr>
            </a:lvl8pPr>
            <a:lvl9pPr algn="l">
              <a:defRPr sz="4950" b="1">
                <a:solidFill>
                  <a:srgbClr val="202426"/>
                </a:solidFill>
                <a:latin typeface="Courier New"/>
                <a:ea typeface="Courier New"/>
                <a:cs typeface="Courier New"/>
              </a:defRPr>
            </a:lvl9pPr>
          </a:lstStyle>
          <a:p xmlns:a="http://schemas.openxmlformats.org/drawingml/2006/main">
            <a:pPr algn="l">
              <a:lnSpc>
                <a:spcPct val="100000"/>
              </a:lnSpc>
              <a:buNone/>
              <a:defRPr sz="4950" b="1">
                <a:solidFill>
                  <a:srgbClr val="202426"/>
                </a:solidFill>
                <a:latin typeface="Courier New"/>
                <a:ea typeface="Courier New"/>
                <a:cs typeface="Courier New"/>
              </a:defRPr>
            </a:pPr>
            <a:r>
              <a:rPr sz="4950" b="1">
                <a:solidFill>
                  <a:srgbClr val="202426"/>
                </a:solidFill>
                <a:latin typeface="Courier New"/>
                <a:ea typeface="Courier New"/>
                <a:cs typeface="Courier New"/>
              </a:rPr>
              <a:t>0, 1, 1, 2, 3, 5, 8, …</a:t>
            </a:r>
          </a:p>
        </p:txBody>
      </p:sp>
      <p:sp>
        <p:nvSpPr>
          <p:cNvPr id="8" name="">
            <a:extLst xmlns:a="http://schemas.openxmlformats.org/drawingml/2006/main">
              <a:ext uri="{FF2B5EF4-FFF2-40B4-BE49-F238E27FC236}">
                <a16:creationId xmlns:a16="http://schemas.microsoft.com/office/drawing/2014/main" id="{B2D2D704-A8A0-4ECA-9589-CF6084B94F79}"/>
              </a:ext>
            </a:extLst>
          </p:cNvPr>
          <p:cNvSpPr>
            <a:spLocks xmlns:a="http://schemas.openxmlformats.org/drawingml/2006/main" noGrp="1"/>
          </p:cNvSpPr>
          <p:nvPr/>
        </p:nvSpPr>
        <p:spPr>
          <a:xfrm xmlns:a="http://schemas.openxmlformats.org/drawingml/2006/main">
            <a:off x="914400" y="3962400"/>
            <a:ext cx="11049000" cy="5086350"/>
          </a:xfrm>
          <a:prstGeom xmlns:a="http://schemas.openxmlformats.org/drawingml/2006/main" prst="rect">
            <a:avLst/>
          </a:prstGeom>
          <a:solidFill xmlns:a="http://schemas.openxmlformats.org/drawingml/2006/main">
            <a:srgbClr val="F3F4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E9CE84-4383-44C6-AB65-421BCE8775D3}"/>
              </a:ext>
            </a:extLst>
          </p:cNvPr>
          <p:cNvSpPr>
            <a:spLocks xmlns:a="http://schemas.openxmlformats.org/drawingml/2006/main" noGrp="1"/>
          </p:cNvSpPr>
          <p:nvPr/>
        </p:nvSpPr>
        <p:spPr>
          <a:xfrm xmlns:a="http://schemas.openxmlformats.org/drawingml/2006/main">
            <a:off x="1028700" y="5067300"/>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07442B8-1834-47DF-9EA5-128B4E4AF42D}"/>
              </a:ext>
            </a:extLst>
          </p:cNvPr>
          <p:cNvSpPr>
            <a:spLocks xmlns:a="http://schemas.openxmlformats.org/drawingml/2006/main" noGrp="1"/>
          </p:cNvSpPr>
          <p:nvPr/>
        </p:nvSpPr>
        <p:spPr>
          <a:xfrm xmlns:a="http://schemas.openxmlformats.org/drawingml/2006/main">
            <a:off x="1028700" y="5534025"/>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974E8E-F7D2-49CC-B28E-1D28B66AF5A8}"/>
              </a:ext>
            </a:extLst>
          </p:cNvPr>
          <p:cNvSpPr>
            <a:spLocks xmlns:a="http://schemas.openxmlformats.org/drawingml/2006/main" noGrp="1"/>
          </p:cNvSpPr>
          <p:nvPr/>
        </p:nvSpPr>
        <p:spPr>
          <a:xfrm xmlns:a="http://schemas.openxmlformats.org/drawingml/2006/main">
            <a:off x="1028700" y="6000750"/>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9572C63-A569-4502-A9B6-8461073640DD}"/>
              </a:ext>
            </a:extLst>
          </p:cNvPr>
          <p:cNvSpPr>
            <a:spLocks xmlns:a="http://schemas.openxmlformats.org/drawingml/2006/main" noGrp="1"/>
          </p:cNvSpPr>
          <p:nvPr/>
        </p:nvSpPr>
        <p:spPr>
          <a:xfrm xmlns:a="http://schemas.openxmlformats.org/drawingml/2006/main">
            <a:off x="1028700" y="6467475"/>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D7996C1-96D5-4998-9D75-D6E532B74F84}"/>
              </a:ext>
            </a:extLst>
          </p:cNvPr>
          <p:cNvSpPr>
            <a:spLocks xmlns:a="http://schemas.openxmlformats.org/drawingml/2006/main" noGrp="1"/>
          </p:cNvSpPr>
          <p:nvPr/>
        </p:nvSpPr>
        <p:spPr>
          <a:xfrm xmlns:a="http://schemas.openxmlformats.org/drawingml/2006/main">
            <a:off x="1028700" y="6934200"/>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E8B09F-0D4E-400B-B886-BBE54606AFB3}"/>
              </a:ext>
            </a:extLst>
          </p:cNvPr>
          <p:cNvSpPr>
            <a:spLocks xmlns:a="http://schemas.openxmlformats.org/drawingml/2006/main" noGrp="1"/>
          </p:cNvSpPr>
          <p:nvPr/>
        </p:nvSpPr>
        <p:spPr>
          <a:xfrm xmlns:a="http://schemas.openxmlformats.org/drawingml/2006/main">
            <a:off x="1028700" y="7400925"/>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D1C09E5-418C-4A63-AE5B-D2870CF33947}"/>
              </a:ext>
            </a:extLst>
          </p:cNvPr>
          <p:cNvSpPr>
            <a:spLocks xmlns:a="http://schemas.openxmlformats.org/drawingml/2006/main" noGrp="1"/>
          </p:cNvSpPr>
          <p:nvPr/>
        </p:nvSpPr>
        <p:spPr>
          <a:xfrm xmlns:a="http://schemas.openxmlformats.org/drawingml/2006/main">
            <a:off x="1028700" y="7867650"/>
            <a:ext cx="10820400" cy="466725"/>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16" name="int fibonacci(int n)">
            <a:extLst xmlns:a="http://schemas.openxmlformats.org/drawingml/2006/main">
              <a:ext uri="{FF2B5EF4-FFF2-40B4-BE49-F238E27FC236}">
                <a16:creationId xmlns:a16="http://schemas.microsoft.com/office/drawing/2014/main" id="{920CDBD4-71C8-4742-B91D-C0B83C540FEF}"/>
              </a:ext>
            </a:extLst>
          </p:cNvPr>
          <p:cNvSpPr>
            <a:spLocks xmlns:a="http://schemas.openxmlformats.org/drawingml/2006/main" noGrp="1"/>
          </p:cNvSpPr>
          <p:nvPr/>
        </p:nvSpPr>
        <p:spPr>
          <a:xfrm xmlns:a="http://schemas.openxmlformats.org/drawingml/2006/main">
            <a:off x="1162050" y="4162425"/>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int fibonacci(int n)</a:t>
            </a:r>
          </a:p>
        </p:txBody>
      </p:sp>
      <p:sp>
        <p:nvSpPr>
          <p:cNvPr id="17" name="{">
            <a:extLst xmlns:a="http://schemas.openxmlformats.org/drawingml/2006/main">
              <a:ext uri="{FF2B5EF4-FFF2-40B4-BE49-F238E27FC236}">
                <a16:creationId xmlns:a16="http://schemas.microsoft.com/office/drawing/2014/main" id="{BC7DBDCB-4880-46F5-A8D1-B5E7CC33848C}"/>
              </a:ext>
            </a:extLst>
          </p:cNvPr>
          <p:cNvSpPr>
            <a:spLocks xmlns:a="http://schemas.openxmlformats.org/drawingml/2006/main" noGrp="1"/>
          </p:cNvSpPr>
          <p:nvPr/>
        </p:nvSpPr>
        <p:spPr>
          <a:xfrm xmlns:a="http://schemas.openxmlformats.org/drawingml/2006/main">
            <a:off x="1162050" y="4629150"/>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a:t>
            </a:r>
          </a:p>
        </p:txBody>
      </p:sp>
      <p:sp>
        <p:nvSpPr>
          <p:cNvPr id="18" name="    if (n == 0)">
            <a:extLst xmlns:a="http://schemas.openxmlformats.org/drawingml/2006/main">
              <a:ext uri="{FF2B5EF4-FFF2-40B4-BE49-F238E27FC236}">
                <a16:creationId xmlns:a16="http://schemas.microsoft.com/office/drawing/2014/main" id="{71EEFECE-0F67-42C8-B83D-E3967B699E26}"/>
              </a:ext>
            </a:extLst>
          </p:cNvPr>
          <p:cNvSpPr>
            <a:spLocks xmlns:a="http://schemas.openxmlformats.org/drawingml/2006/main" noGrp="1"/>
          </p:cNvSpPr>
          <p:nvPr/>
        </p:nvSpPr>
        <p:spPr>
          <a:xfrm xmlns:a="http://schemas.openxmlformats.org/drawingml/2006/main">
            <a:off x="1162050" y="5095875"/>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if (n == 0)</a:t>
            </a:r>
          </a:p>
        </p:txBody>
      </p:sp>
      <p:sp>
        <p:nvSpPr>
          <p:cNvPr id="19" name="        return 0;">
            <a:extLst xmlns:a="http://schemas.openxmlformats.org/drawingml/2006/main">
              <a:ext uri="{FF2B5EF4-FFF2-40B4-BE49-F238E27FC236}">
                <a16:creationId xmlns:a16="http://schemas.microsoft.com/office/drawing/2014/main" id="{6100FF86-E7E6-41FC-B7DF-A7DBA30ED2AE}"/>
              </a:ext>
            </a:extLst>
          </p:cNvPr>
          <p:cNvSpPr>
            <a:spLocks xmlns:a="http://schemas.openxmlformats.org/drawingml/2006/main" noGrp="1"/>
          </p:cNvSpPr>
          <p:nvPr/>
        </p:nvSpPr>
        <p:spPr>
          <a:xfrm xmlns:a="http://schemas.openxmlformats.org/drawingml/2006/main">
            <a:off x="1162050" y="5562600"/>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return 0;</a:t>
            </a:r>
          </a:p>
        </p:txBody>
      </p:sp>
      <p:sp>
        <p:nvSpPr>
          <p:cNvPr id="20" name="    if (n == 1)">
            <a:extLst xmlns:a="http://schemas.openxmlformats.org/drawingml/2006/main">
              <a:ext uri="{FF2B5EF4-FFF2-40B4-BE49-F238E27FC236}">
                <a16:creationId xmlns:a16="http://schemas.microsoft.com/office/drawing/2014/main" id="{555A8A92-B27D-4EB9-97D1-AEE1B1AADBCB}"/>
              </a:ext>
            </a:extLst>
          </p:cNvPr>
          <p:cNvSpPr>
            <a:spLocks xmlns:a="http://schemas.openxmlformats.org/drawingml/2006/main" noGrp="1"/>
          </p:cNvSpPr>
          <p:nvPr/>
        </p:nvSpPr>
        <p:spPr>
          <a:xfrm xmlns:a="http://schemas.openxmlformats.org/drawingml/2006/main">
            <a:off x="1162050" y="6029325"/>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if (n == 1)</a:t>
            </a:r>
          </a:p>
        </p:txBody>
      </p:sp>
      <p:sp>
        <p:nvSpPr>
          <p:cNvPr id="21" name="        return 1;">
            <a:extLst xmlns:a="http://schemas.openxmlformats.org/drawingml/2006/main">
              <a:ext uri="{FF2B5EF4-FFF2-40B4-BE49-F238E27FC236}">
                <a16:creationId xmlns:a16="http://schemas.microsoft.com/office/drawing/2014/main" id="{0A79A7D3-F8AC-47BE-AEF9-659B2A3C5DCA}"/>
              </a:ext>
            </a:extLst>
          </p:cNvPr>
          <p:cNvSpPr>
            <a:spLocks xmlns:a="http://schemas.openxmlformats.org/drawingml/2006/main" noGrp="1"/>
          </p:cNvSpPr>
          <p:nvPr/>
        </p:nvSpPr>
        <p:spPr>
          <a:xfrm xmlns:a="http://schemas.openxmlformats.org/drawingml/2006/main">
            <a:off x="1162050" y="6496050"/>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return 1;</a:t>
            </a:r>
          </a:p>
        </p:txBody>
      </p:sp>
      <p:sp>
        <p:nvSpPr>
          <p:cNvPr id="22" name="    int left = fibonacci(n - 1);">
            <a:extLst xmlns:a="http://schemas.openxmlformats.org/drawingml/2006/main">
              <a:ext uri="{FF2B5EF4-FFF2-40B4-BE49-F238E27FC236}">
                <a16:creationId xmlns:a16="http://schemas.microsoft.com/office/drawing/2014/main" id="{C8E6903E-3ADC-40A3-BAFE-B770D415F172}"/>
              </a:ext>
            </a:extLst>
          </p:cNvPr>
          <p:cNvSpPr>
            <a:spLocks xmlns:a="http://schemas.openxmlformats.org/drawingml/2006/main" noGrp="1"/>
          </p:cNvSpPr>
          <p:nvPr/>
        </p:nvSpPr>
        <p:spPr>
          <a:xfrm xmlns:a="http://schemas.openxmlformats.org/drawingml/2006/main">
            <a:off x="1162050" y="6962775"/>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int left = fibonacci(n - 1);</a:t>
            </a:r>
          </a:p>
        </p:txBody>
      </p:sp>
      <p:sp>
        <p:nvSpPr>
          <p:cNvPr id="23" name="    int right = fibonacci(n - 2);">
            <a:extLst xmlns:a="http://schemas.openxmlformats.org/drawingml/2006/main">
              <a:ext uri="{FF2B5EF4-FFF2-40B4-BE49-F238E27FC236}">
                <a16:creationId xmlns:a16="http://schemas.microsoft.com/office/drawing/2014/main" id="{EF7D18AF-F4CF-400A-B2E0-FBB57D252C8B}"/>
              </a:ext>
            </a:extLst>
          </p:cNvPr>
          <p:cNvSpPr>
            <a:spLocks xmlns:a="http://schemas.openxmlformats.org/drawingml/2006/main" noGrp="1"/>
          </p:cNvSpPr>
          <p:nvPr/>
        </p:nvSpPr>
        <p:spPr>
          <a:xfrm xmlns:a="http://schemas.openxmlformats.org/drawingml/2006/main">
            <a:off x="1162050" y="7429500"/>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int right = fibonacci(n - 2);</a:t>
            </a:r>
          </a:p>
        </p:txBody>
      </p:sp>
      <p:sp>
        <p:nvSpPr>
          <p:cNvPr id="24" name="    return left + right;">
            <a:extLst xmlns:a="http://schemas.openxmlformats.org/drawingml/2006/main">
              <a:ext uri="{FF2B5EF4-FFF2-40B4-BE49-F238E27FC236}">
                <a16:creationId xmlns:a16="http://schemas.microsoft.com/office/drawing/2014/main" id="{91A8B642-D132-4613-AB41-3FF6FCDBECBD}"/>
              </a:ext>
            </a:extLst>
          </p:cNvPr>
          <p:cNvSpPr>
            <a:spLocks xmlns:a="http://schemas.openxmlformats.org/drawingml/2006/main" noGrp="1"/>
          </p:cNvSpPr>
          <p:nvPr/>
        </p:nvSpPr>
        <p:spPr>
          <a:xfrm xmlns:a="http://schemas.openxmlformats.org/drawingml/2006/main">
            <a:off x="1162050" y="7896225"/>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    return left + right;</a:t>
            </a:r>
          </a:p>
        </p:txBody>
      </p:sp>
      <p:sp>
        <p:nvSpPr>
          <p:cNvPr id="25" name="}">
            <a:extLst xmlns:a="http://schemas.openxmlformats.org/drawingml/2006/main">
              <a:ext uri="{FF2B5EF4-FFF2-40B4-BE49-F238E27FC236}">
                <a16:creationId xmlns:a16="http://schemas.microsoft.com/office/drawing/2014/main" id="{328A3EB1-0691-4ACD-A82C-A5B439A33FD4}"/>
              </a:ext>
            </a:extLst>
          </p:cNvPr>
          <p:cNvSpPr>
            <a:spLocks xmlns:a="http://schemas.openxmlformats.org/drawingml/2006/main" noGrp="1"/>
          </p:cNvSpPr>
          <p:nvPr/>
        </p:nvSpPr>
        <p:spPr>
          <a:xfrm xmlns:a="http://schemas.openxmlformats.org/drawingml/2006/main">
            <a:off x="1162050" y="8362950"/>
            <a:ext cx="10553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Courier New"/>
                <a:ea typeface="Courier New"/>
                <a:cs typeface="Courier New"/>
              </a:defRPr>
            </a:defPPr>
            <a:lvl1pPr algn="l">
              <a:defRPr sz="2550" b="0">
                <a:solidFill>
                  <a:srgbClr val="202426"/>
                </a:solidFill>
                <a:latin typeface="Courier New"/>
                <a:ea typeface="Courier New"/>
                <a:cs typeface="Courier New"/>
              </a:defRPr>
            </a:lvl1pPr>
            <a:lvl2pPr algn="l">
              <a:defRPr sz="2550" b="0">
                <a:solidFill>
                  <a:srgbClr val="202426"/>
                </a:solidFill>
                <a:latin typeface="Courier New"/>
                <a:ea typeface="Courier New"/>
                <a:cs typeface="Courier New"/>
              </a:defRPr>
            </a:lvl2pPr>
            <a:lvl3pPr algn="l">
              <a:defRPr sz="2550" b="0">
                <a:solidFill>
                  <a:srgbClr val="202426"/>
                </a:solidFill>
                <a:latin typeface="Courier New"/>
                <a:ea typeface="Courier New"/>
                <a:cs typeface="Courier New"/>
              </a:defRPr>
            </a:lvl3pPr>
            <a:lvl4pPr algn="l">
              <a:defRPr sz="2550" b="0">
                <a:solidFill>
                  <a:srgbClr val="202426"/>
                </a:solidFill>
                <a:latin typeface="Courier New"/>
                <a:ea typeface="Courier New"/>
                <a:cs typeface="Courier New"/>
              </a:defRPr>
            </a:lvl4pPr>
            <a:lvl5pPr algn="l">
              <a:defRPr sz="2550" b="0">
                <a:solidFill>
                  <a:srgbClr val="202426"/>
                </a:solidFill>
                <a:latin typeface="Courier New"/>
                <a:ea typeface="Courier New"/>
                <a:cs typeface="Courier New"/>
              </a:defRPr>
            </a:lvl5pPr>
            <a:lvl6pPr algn="l">
              <a:defRPr sz="2550" b="0">
                <a:solidFill>
                  <a:srgbClr val="202426"/>
                </a:solidFill>
                <a:latin typeface="Courier New"/>
                <a:ea typeface="Courier New"/>
                <a:cs typeface="Courier New"/>
              </a:defRPr>
            </a:lvl6pPr>
            <a:lvl7pPr algn="l">
              <a:defRPr sz="2550" b="0">
                <a:solidFill>
                  <a:srgbClr val="202426"/>
                </a:solidFill>
                <a:latin typeface="Courier New"/>
                <a:ea typeface="Courier New"/>
                <a:cs typeface="Courier New"/>
              </a:defRPr>
            </a:lvl7pPr>
            <a:lvl8pPr algn="l">
              <a:defRPr sz="2550" b="0">
                <a:solidFill>
                  <a:srgbClr val="202426"/>
                </a:solidFill>
                <a:latin typeface="Courier New"/>
                <a:ea typeface="Courier New"/>
                <a:cs typeface="Courier New"/>
              </a:defRPr>
            </a:lvl8pPr>
            <a:lvl9pPr algn="l">
              <a:defRPr sz="2550" b="0">
                <a:solidFill>
                  <a:srgbClr val="202426"/>
                </a:solidFill>
                <a:latin typeface="Courier New"/>
                <a:ea typeface="Courier New"/>
                <a:cs typeface="Courier New"/>
              </a:defRPr>
            </a:lvl9pPr>
          </a:lstStyle>
          <a:p xmlns:a="http://schemas.openxmlformats.org/drawingml/2006/main">
            <a:pPr algn="l">
              <a:lnSpc>
                <a:spcPct val="100000"/>
              </a:lnSpc>
              <a:buNone/>
              <a:defRPr sz="2550" b="0">
                <a:solidFill>
                  <a:srgbClr val="202426"/>
                </a:solidFill>
                <a:latin typeface="Courier New"/>
                <a:ea typeface="Courier New"/>
                <a:cs typeface="Courier New"/>
              </a:defRPr>
            </a:pPr>
            <a:r>
              <a:rPr sz="2550" b="0">
                <a:solidFill>
                  <a:srgbClr val="202426"/>
                </a:solidFill>
                <a:latin typeface="Courier New"/>
                <a:ea typeface="Courier New"/>
                <a:cs typeface="Courier New"/>
              </a:rPr>
              <a:t>}</a:t>
            </a:r>
          </a:p>
        </p:txBody>
      </p:sp>
      <p:sp>
        <p:nvSpPr>
          <p:cNvPr id="26" name="Two base cases">
            <a:extLst xmlns:a="http://schemas.openxmlformats.org/drawingml/2006/main">
              <a:ext uri="{FF2B5EF4-FFF2-40B4-BE49-F238E27FC236}">
                <a16:creationId xmlns:a16="http://schemas.microsoft.com/office/drawing/2014/main" id="{A97C7A9F-8454-4821-BFA3-67BE532E7991}"/>
              </a:ext>
            </a:extLst>
          </p:cNvPr>
          <p:cNvSpPr>
            <a:spLocks xmlns:a="http://schemas.openxmlformats.org/drawingml/2006/main" noGrp="1"/>
          </p:cNvSpPr>
          <p:nvPr/>
        </p:nvSpPr>
        <p:spPr>
          <a:xfrm xmlns:a="http://schemas.openxmlformats.org/drawingml/2006/main">
            <a:off x="12668250" y="4410075"/>
            <a:ext cx="4705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B73513"/>
                </a:solidFill>
                <a:latin typeface="Arial"/>
                <a:ea typeface="Arial"/>
                <a:cs typeface="Arial"/>
              </a:defRPr>
            </a:defPPr>
            <a:lvl1pPr algn="l">
              <a:defRPr sz="3000" b="1">
                <a:solidFill>
                  <a:srgbClr val="B73513"/>
                </a:solidFill>
                <a:latin typeface="Arial"/>
                <a:ea typeface="Arial"/>
                <a:cs typeface="Arial"/>
              </a:defRPr>
            </a:lvl1pPr>
            <a:lvl2pPr algn="l">
              <a:defRPr sz="3000" b="1">
                <a:solidFill>
                  <a:srgbClr val="B73513"/>
                </a:solidFill>
                <a:latin typeface="Arial"/>
                <a:ea typeface="Arial"/>
                <a:cs typeface="Arial"/>
              </a:defRPr>
            </a:lvl2pPr>
            <a:lvl3pPr algn="l">
              <a:defRPr sz="3000" b="1">
                <a:solidFill>
                  <a:srgbClr val="B73513"/>
                </a:solidFill>
                <a:latin typeface="Arial"/>
                <a:ea typeface="Arial"/>
                <a:cs typeface="Arial"/>
              </a:defRPr>
            </a:lvl3pPr>
            <a:lvl4pPr algn="l">
              <a:defRPr sz="3000" b="1">
                <a:solidFill>
                  <a:srgbClr val="B73513"/>
                </a:solidFill>
                <a:latin typeface="Arial"/>
                <a:ea typeface="Arial"/>
                <a:cs typeface="Arial"/>
              </a:defRPr>
            </a:lvl4pPr>
            <a:lvl5pPr algn="l">
              <a:defRPr sz="3000" b="1">
                <a:solidFill>
                  <a:srgbClr val="B73513"/>
                </a:solidFill>
                <a:latin typeface="Arial"/>
                <a:ea typeface="Arial"/>
                <a:cs typeface="Arial"/>
              </a:defRPr>
            </a:lvl5pPr>
            <a:lvl6pPr algn="l">
              <a:defRPr sz="3000" b="1">
                <a:solidFill>
                  <a:srgbClr val="B73513"/>
                </a:solidFill>
                <a:latin typeface="Arial"/>
                <a:ea typeface="Arial"/>
                <a:cs typeface="Arial"/>
              </a:defRPr>
            </a:lvl6pPr>
            <a:lvl7pPr algn="l">
              <a:defRPr sz="3000" b="1">
                <a:solidFill>
                  <a:srgbClr val="B73513"/>
                </a:solidFill>
                <a:latin typeface="Arial"/>
                <a:ea typeface="Arial"/>
                <a:cs typeface="Arial"/>
              </a:defRPr>
            </a:lvl7pPr>
            <a:lvl8pPr algn="l">
              <a:defRPr sz="3000" b="1">
                <a:solidFill>
                  <a:srgbClr val="B73513"/>
                </a:solidFill>
                <a:latin typeface="Arial"/>
                <a:ea typeface="Arial"/>
                <a:cs typeface="Arial"/>
              </a:defRPr>
            </a:lvl8pPr>
            <a:lvl9pPr algn="l">
              <a:defRPr sz="3000" b="1">
                <a:solidFill>
                  <a:srgbClr val="B73513"/>
                </a:solidFill>
                <a:latin typeface="Arial"/>
                <a:ea typeface="Arial"/>
                <a:cs typeface="Arial"/>
              </a:defRPr>
            </a:lvl9pPr>
          </a:lstStyle>
          <a:p xmlns:a="http://schemas.openxmlformats.org/drawingml/2006/main">
            <a:pPr algn="l">
              <a:lnSpc>
                <a:spcPct val="100000"/>
              </a:lnSpc>
              <a:buNone/>
              <a:defRPr sz="3000" b="1">
                <a:solidFill>
                  <a:srgbClr val="B73513"/>
                </a:solidFill>
                <a:latin typeface="Arial"/>
                <a:ea typeface="Arial"/>
                <a:cs typeface="Arial"/>
              </a:defRPr>
            </a:pPr>
            <a:r>
              <a:rPr sz="3000" b="1">
                <a:solidFill>
                  <a:srgbClr val="B73513"/>
                </a:solidFill>
                <a:latin typeface="Arial"/>
                <a:ea typeface="Arial"/>
                <a:cs typeface="Arial"/>
              </a:rPr>
              <a:t>Two base cases</a:t>
            </a:r>
          </a:p>
        </p:txBody>
      </p:sp>
      <p:sp>
        <p:nvSpPr>
          <p:cNvPr id="27" name="The first two values&#10;are known directly.">
            <a:extLst xmlns:a="http://schemas.openxmlformats.org/drawingml/2006/main">
              <a:ext uri="{FF2B5EF4-FFF2-40B4-BE49-F238E27FC236}">
                <a16:creationId xmlns:a16="http://schemas.microsoft.com/office/drawing/2014/main" id="{DD5376B5-2164-4047-A919-215160CBF79B}"/>
              </a:ext>
            </a:extLst>
          </p:cNvPr>
          <p:cNvSpPr>
            <a:spLocks xmlns:a="http://schemas.openxmlformats.org/drawingml/2006/main" noGrp="1"/>
          </p:cNvSpPr>
          <p:nvPr/>
        </p:nvSpPr>
        <p:spPr>
          <a:xfrm xmlns:a="http://schemas.openxmlformats.org/drawingml/2006/main">
            <a:off x="12668250" y="5095875"/>
            <a:ext cx="47053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02426"/>
                </a:solidFill>
                <a:latin typeface="Arial"/>
                <a:ea typeface="Arial"/>
                <a:cs typeface="Arial"/>
              </a:defRPr>
            </a:defPPr>
            <a:lvl1pPr algn="l">
              <a:defRPr sz="2700" b="0">
                <a:solidFill>
                  <a:srgbClr val="202426"/>
                </a:solidFill>
                <a:latin typeface="Arial"/>
                <a:ea typeface="Arial"/>
                <a:cs typeface="Arial"/>
              </a:defRPr>
            </a:lvl1pPr>
            <a:lvl2pPr algn="l">
              <a:defRPr sz="2700" b="0">
                <a:solidFill>
                  <a:srgbClr val="202426"/>
                </a:solidFill>
                <a:latin typeface="Arial"/>
                <a:ea typeface="Arial"/>
                <a:cs typeface="Arial"/>
              </a:defRPr>
            </a:lvl2pPr>
            <a:lvl3pPr algn="l">
              <a:defRPr sz="2700" b="0">
                <a:solidFill>
                  <a:srgbClr val="202426"/>
                </a:solidFill>
                <a:latin typeface="Arial"/>
                <a:ea typeface="Arial"/>
                <a:cs typeface="Arial"/>
              </a:defRPr>
            </a:lvl3pPr>
            <a:lvl4pPr algn="l">
              <a:defRPr sz="2700" b="0">
                <a:solidFill>
                  <a:srgbClr val="202426"/>
                </a:solidFill>
                <a:latin typeface="Arial"/>
                <a:ea typeface="Arial"/>
                <a:cs typeface="Arial"/>
              </a:defRPr>
            </a:lvl4pPr>
            <a:lvl5pPr algn="l">
              <a:defRPr sz="2700" b="0">
                <a:solidFill>
                  <a:srgbClr val="202426"/>
                </a:solidFill>
                <a:latin typeface="Arial"/>
                <a:ea typeface="Arial"/>
                <a:cs typeface="Arial"/>
              </a:defRPr>
            </a:lvl5pPr>
            <a:lvl6pPr algn="l">
              <a:defRPr sz="2700" b="0">
                <a:solidFill>
                  <a:srgbClr val="202426"/>
                </a:solidFill>
                <a:latin typeface="Arial"/>
                <a:ea typeface="Arial"/>
                <a:cs typeface="Arial"/>
              </a:defRPr>
            </a:lvl6pPr>
            <a:lvl7pPr algn="l">
              <a:defRPr sz="2700" b="0">
                <a:solidFill>
                  <a:srgbClr val="202426"/>
                </a:solidFill>
                <a:latin typeface="Arial"/>
                <a:ea typeface="Arial"/>
                <a:cs typeface="Arial"/>
              </a:defRPr>
            </a:lvl7pPr>
            <a:lvl8pPr algn="l">
              <a:defRPr sz="2700" b="0">
                <a:solidFill>
                  <a:srgbClr val="202426"/>
                </a:solidFill>
                <a:latin typeface="Arial"/>
                <a:ea typeface="Arial"/>
                <a:cs typeface="Arial"/>
              </a:defRPr>
            </a:lvl8pPr>
            <a:lvl9pPr algn="l">
              <a:defRPr sz="2700" b="0">
                <a:solidFill>
                  <a:srgbClr val="202426"/>
                </a:solidFill>
                <a:latin typeface="Arial"/>
                <a:ea typeface="Arial"/>
                <a:cs typeface="Arial"/>
              </a:defRPr>
            </a:lvl9pPr>
          </a:lstStyle>
          <a:p xmlns:a="http://schemas.openxmlformats.org/drawingml/2006/main">
            <a:pPr algn="l">
              <a:lnSpc>
                <a:spcPct val="100000"/>
              </a:lnSpc>
              <a:buNone/>
              <a:defRPr sz="2700" b="0">
                <a:solidFill>
                  <a:srgbClr val="202426"/>
                </a:solidFill>
                <a:latin typeface="Arial"/>
                <a:ea typeface="Arial"/>
                <a:cs typeface="Arial"/>
              </a:defRPr>
            </a:pPr>
            <a:r>
              <a:rPr sz="2700" b="0">
                <a:solidFill>
                  <a:srgbClr val="202426"/>
                </a:solidFill>
                <a:latin typeface="Arial"/>
                <a:ea typeface="Arial"/>
                <a:cs typeface="Arial"/>
              </a:rPr>
              <a:t>The first two values</a:t>
            </a:r>
          </a:p>
          <a:p xmlns:a="http://schemas.openxmlformats.org/drawingml/2006/main">
            <a:pPr algn="l">
              <a:lnSpc>
                <a:spcPct val="100000"/>
              </a:lnSpc>
              <a:buNone/>
              <a:defRPr sz="2700" b="0">
                <a:solidFill>
                  <a:srgbClr val="202426"/>
                </a:solidFill>
                <a:latin typeface="Arial"/>
                <a:ea typeface="Arial"/>
                <a:cs typeface="Arial"/>
              </a:defRPr>
            </a:pPr>
            <a:r>
              <a:rPr sz="2700" b="0">
                <a:solidFill>
                  <a:srgbClr val="202426"/>
                </a:solidFill>
                <a:latin typeface="Arial"/>
                <a:ea typeface="Arial"/>
                <a:cs typeface="Arial"/>
              </a:rPr>
              <a:t>are known directly.</a:t>
            </a:r>
          </a:p>
        </p:txBody>
      </p:sp>
      <p:sp>
        <p:nvSpPr>
          <p:cNvPr id="28" name="Two smaller answers">
            <a:extLst xmlns:a="http://schemas.openxmlformats.org/drawingml/2006/main">
              <a:ext uri="{FF2B5EF4-FFF2-40B4-BE49-F238E27FC236}">
                <a16:creationId xmlns:a16="http://schemas.microsoft.com/office/drawing/2014/main" id="{D5038A34-AC55-423A-8263-88AAB3FCF211}"/>
              </a:ext>
            </a:extLst>
          </p:cNvPr>
          <p:cNvSpPr>
            <a:spLocks xmlns:a="http://schemas.openxmlformats.org/drawingml/2006/main" noGrp="1"/>
          </p:cNvSpPr>
          <p:nvPr/>
        </p:nvSpPr>
        <p:spPr>
          <a:xfrm xmlns:a="http://schemas.openxmlformats.org/drawingml/2006/main">
            <a:off x="12668250" y="6772275"/>
            <a:ext cx="4705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B73513"/>
                </a:solidFill>
                <a:latin typeface="Arial"/>
                <a:ea typeface="Arial"/>
                <a:cs typeface="Arial"/>
              </a:defRPr>
            </a:defPPr>
            <a:lvl1pPr algn="l">
              <a:defRPr sz="2850" b="1">
                <a:solidFill>
                  <a:srgbClr val="B73513"/>
                </a:solidFill>
                <a:latin typeface="Arial"/>
                <a:ea typeface="Arial"/>
                <a:cs typeface="Arial"/>
              </a:defRPr>
            </a:lvl1pPr>
            <a:lvl2pPr algn="l">
              <a:defRPr sz="2850" b="1">
                <a:solidFill>
                  <a:srgbClr val="B73513"/>
                </a:solidFill>
                <a:latin typeface="Arial"/>
                <a:ea typeface="Arial"/>
                <a:cs typeface="Arial"/>
              </a:defRPr>
            </a:lvl2pPr>
            <a:lvl3pPr algn="l">
              <a:defRPr sz="2850" b="1">
                <a:solidFill>
                  <a:srgbClr val="B73513"/>
                </a:solidFill>
                <a:latin typeface="Arial"/>
                <a:ea typeface="Arial"/>
                <a:cs typeface="Arial"/>
              </a:defRPr>
            </a:lvl3pPr>
            <a:lvl4pPr algn="l">
              <a:defRPr sz="2850" b="1">
                <a:solidFill>
                  <a:srgbClr val="B73513"/>
                </a:solidFill>
                <a:latin typeface="Arial"/>
                <a:ea typeface="Arial"/>
                <a:cs typeface="Arial"/>
              </a:defRPr>
            </a:lvl4pPr>
            <a:lvl5pPr algn="l">
              <a:defRPr sz="2850" b="1">
                <a:solidFill>
                  <a:srgbClr val="B73513"/>
                </a:solidFill>
                <a:latin typeface="Arial"/>
                <a:ea typeface="Arial"/>
                <a:cs typeface="Arial"/>
              </a:defRPr>
            </a:lvl5pPr>
            <a:lvl6pPr algn="l">
              <a:defRPr sz="2850" b="1">
                <a:solidFill>
                  <a:srgbClr val="B73513"/>
                </a:solidFill>
                <a:latin typeface="Arial"/>
                <a:ea typeface="Arial"/>
                <a:cs typeface="Arial"/>
              </a:defRPr>
            </a:lvl6pPr>
            <a:lvl7pPr algn="l">
              <a:defRPr sz="2850" b="1">
                <a:solidFill>
                  <a:srgbClr val="B73513"/>
                </a:solidFill>
                <a:latin typeface="Arial"/>
                <a:ea typeface="Arial"/>
                <a:cs typeface="Arial"/>
              </a:defRPr>
            </a:lvl7pPr>
            <a:lvl8pPr algn="l">
              <a:defRPr sz="2850" b="1">
                <a:solidFill>
                  <a:srgbClr val="B73513"/>
                </a:solidFill>
                <a:latin typeface="Arial"/>
                <a:ea typeface="Arial"/>
                <a:cs typeface="Arial"/>
              </a:defRPr>
            </a:lvl8pPr>
            <a:lvl9pPr algn="l">
              <a:defRPr sz="2850" b="1">
                <a:solidFill>
                  <a:srgbClr val="B73513"/>
                </a:solidFill>
                <a:latin typeface="Arial"/>
                <a:ea typeface="Arial"/>
                <a:cs typeface="Arial"/>
              </a:defRPr>
            </a:lvl9pPr>
          </a:lstStyle>
          <a:p xmlns:a="http://schemas.openxmlformats.org/drawingml/2006/main">
            <a:pPr algn="l">
              <a:lnSpc>
                <a:spcPct val="100000"/>
              </a:lnSpc>
              <a:buNone/>
              <a:defRPr sz="2850" b="1">
                <a:solidFill>
                  <a:srgbClr val="B73513"/>
                </a:solidFill>
                <a:latin typeface="Arial"/>
                <a:ea typeface="Arial"/>
                <a:cs typeface="Arial"/>
              </a:defRPr>
            </a:pPr>
            <a:r>
              <a:rPr sz="2850" b="1">
                <a:solidFill>
                  <a:srgbClr val="B73513"/>
                </a:solidFill>
                <a:latin typeface="Arial"/>
                <a:ea typeface="Arial"/>
                <a:cs typeface="Arial"/>
              </a:rPr>
              <a:t>Two smaller answers</a:t>
            </a:r>
          </a:p>
        </p:txBody>
      </p:sp>
      <p:sp>
        <p:nvSpPr>
          <p:cNvPr id="29" name="Get the left answer.&#10;Get the right answer.&#10;Then add the">
            <a:extLst xmlns:a="http://schemas.openxmlformats.org/drawingml/2006/main">
              <a:ext uri="{FF2B5EF4-FFF2-40B4-BE49-F238E27FC236}">
                <a16:creationId xmlns:a16="http://schemas.microsoft.com/office/drawing/2014/main" id="{CF45F369-C11C-48AB-BDB5-6BB612263916}"/>
              </a:ext>
            </a:extLst>
          </p:cNvPr>
          <p:cNvSpPr>
            <a:spLocks xmlns:a="http://schemas.openxmlformats.org/drawingml/2006/main" noGrp="1"/>
          </p:cNvSpPr>
          <p:nvPr/>
        </p:nvSpPr>
        <p:spPr>
          <a:xfrm xmlns:a="http://schemas.openxmlformats.org/drawingml/2006/main">
            <a:off x="12668250" y="7448550"/>
            <a:ext cx="47053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202426"/>
                </a:solidFill>
                <a:latin typeface="Arial"/>
                <a:ea typeface="Arial"/>
                <a:cs typeface="Arial"/>
              </a:defRPr>
            </a:defPPr>
            <a:lvl1pPr algn="l">
              <a:defRPr sz="2625" b="0">
                <a:solidFill>
                  <a:srgbClr val="202426"/>
                </a:solidFill>
                <a:latin typeface="Arial"/>
                <a:ea typeface="Arial"/>
                <a:cs typeface="Arial"/>
              </a:defRPr>
            </a:lvl1pPr>
            <a:lvl2pPr algn="l">
              <a:defRPr sz="2625" b="0">
                <a:solidFill>
                  <a:srgbClr val="202426"/>
                </a:solidFill>
                <a:latin typeface="Arial"/>
                <a:ea typeface="Arial"/>
                <a:cs typeface="Arial"/>
              </a:defRPr>
            </a:lvl2pPr>
            <a:lvl3pPr algn="l">
              <a:defRPr sz="2625" b="0">
                <a:solidFill>
                  <a:srgbClr val="202426"/>
                </a:solidFill>
                <a:latin typeface="Arial"/>
                <a:ea typeface="Arial"/>
                <a:cs typeface="Arial"/>
              </a:defRPr>
            </a:lvl3pPr>
            <a:lvl4pPr algn="l">
              <a:defRPr sz="2625" b="0">
                <a:solidFill>
                  <a:srgbClr val="202426"/>
                </a:solidFill>
                <a:latin typeface="Arial"/>
                <a:ea typeface="Arial"/>
                <a:cs typeface="Arial"/>
              </a:defRPr>
            </a:lvl4pPr>
            <a:lvl5pPr algn="l">
              <a:defRPr sz="2625" b="0">
                <a:solidFill>
                  <a:srgbClr val="202426"/>
                </a:solidFill>
                <a:latin typeface="Arial"/>
                <a:ea typeface="Arial"/>
                <a:cs typeface="Arial"/>
              </a:defRPr>
            </a:lvl5pPr>
            <a:lvl6pPr algn="l">
              <a:defRPr sz="2625" b="0">
                <a:solidFill>
                  <a:srgbClr val="202426"/>
                </a:solidFill>
                <a:latin typeface="Arial"/>
                <a:ea typeface="Arial"/>
                <a:cs typeface="Arial"/>
              </a:defRPr>
            </a:lvl6pPr>
            <a:lvl7pPr algn="l">
              <a:defRPr sz="2625" b="0">
                <a:solidFill>
                  <a:srgbClr val="202426"/>
                </a:solidFill>
                <a:latin typeface="Arial"/>
                <a:ea typeface="Arial"/>
                <a:cs typeface="Arial"/>
              </a:defRPr>
            </a:lvl7pPr>
            <a:lvl8pPr algn="l">
              <a:defRPr sz="2625" b="0">
                <a:solidFill>
                  <a:srgbClr val="202426"/>
                </a:solidFill>
                <a:latin typeface="Arial"/>
                <a:ea typeface="Arial"/>
                <a:cs typeface="Arial"/>
              </a:defRPr>
            </a:lvl8pPr>
            <a:lvl9pPr algn="l">
              <a:defRPr sz="2625" b="0">
                <a:solidFill>
                  <a:srgbClr val="202426"/>
                </a:solidFill>
                <a:latin typeface="Arial"/>
                <a:ea typeface="Arial"/>
                <a:cs typeface="Arial"/>
              </a:defRPr>
            </a:lvl9pPr>
          </a:lstStyle>
          <a:p xmlns:a="http://schemas.openxmlformats.org/drawingml/2006/main">
            <a:pPr algn="l">
              <a:lnSpc>
                <a:spcPct val="100000"/>
              </a:lnSpc>
              <a:buNone/>
              <a:defRPr sz="2625" b="0">
                <a:solidFill>
                  <a:srgbClr val="202426"/>
                </a:solidFill>
                <a:latin typeface="Arial"/>
                <a:ea typeface="Arial"/>
                <a:cs typeface="Arial"/>
              </a:defRPr>
            </a:pPr>
            <a:r>
              <a:rPr sz="2625" b="0">
                <a:solidFill>
                  <a:srgbClr val="202426"/>
                </a:solidFill>
                <a:latin typeface="Arial"/>
                <a:ea typeface="Arial"/>
                <a:cs typeface="Arial"/>
              </a:rPr>
              <a:t>Get the left answer.</a:t>
            </a:r>
          </a:p>
          <a:p xmlns:a="http://schemas.openxmlformats.org/drawingml/2006/main">
            <a:pPr algn="l">
              <a:lnSpc>
                <a:spcPct val="100000"/>
              </a:lnSpc>
              <a:buNone/>
              <a:defRPr sz="2625" b="0">
                <a:solidFill>
                  <a:srgbClr val="202426"/>
                </a:solidFill>
                <a:latin typeface="Arial"/>
                <a:ea typeface="Arial"/>
                <a:cs typeface="Arial"/>
              </a:defRPr>
            </a:pPr>
            <a:r>
              <a:rPr sz="2625" b="0">
                <a:solidFill>
                  <a:srgbClr val="202426"/>
                </a:solidFill>
                <a:latin typeface="Arial"/>
                <a:ea typeface="Arial"/>
                <a:cs typeface="Arial"/>
              </a:rPr>
              <a:t>Get the right answer.</a:t>
            </a:r>
          </a:p>
          <a:p xmlns:a="http://schemas.openxmlformats.org/drawingml/2006/main">
            <a:pPr algn="l">
              <a:lnSpc>
                <a:spcPct val="100000"/>
              </a:lnSpc>
              <a:buNone/>
              <a:defRPr sz="2625" b="0">
                <a:solidFill>
                  <a:srgbClr val="202426"/>
                </a:solidFill>
                <a:latin typeface="Arial"/>
                <a:ea typeface="Arial"/>
                <a:cs typeface="Arial"/>
              </a:defRPr>
            </a:pPr>
            <a:r>
              <a:rPr sz="2625" b="0">
                <a:solidFill>
                  <a:srgbClr val="202426"/>
                </a:solidFill>
                <a:latin typeface="Arial"/>
                <a:ea typeface="Arial"/>
                <a:cs typeface="Arial"/>
              </a:rPr>
              <a:t>Then add them.</a:t>
            </a:r>
          </a:p>
        </p:txBody>
      </p:sp>
      <p:sp>
        <p:nvSpPr>
          <p:cNvPr id="30" name="C excerpt • demonstration inputs: integers 0 to 10">
            <a:extLst xmlns:a="http://schemas.openxmlformats.org/drawingml/2006/main">
              <a:ext uri="{FF2B5EF4-FFF2-40B4-BE49-F238E27FC236}">
                <a16:creationId xmlns:a16="http://schemas.microsoft.com/office/drawing/2014/main" id="{5111988B-FE72-4E9C-82F6-72A1C9BF60E2}"/>
              </a:ext>
            </a:extLst>
          </p:cNvPr>
          <p:cNvSpPr>
            <a:spLocks xmlns:a="http://schemas.openxmlformats.org/drawingml/2006/main" noGrp="1"/>
          </p:cNvSpPr>
          <p:nvPr/>
        </p:nvSpPr>
        <p:spPr>
          <a:xfrm xmlns:a="http://schemas.openxmlformats.org/drawingml/2006/main">
            <a:off x="914400" y="9201150"/>
            <a:ext cx="1645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96167"/>
                </a:solidFill>
                <a:latin typeface="Arial"/>
                <a:ea typeface="Arial"/>
                <a:cs typeface="Arial"/>
              </a:defRPr>
            </a:defPPr>
            <a:lvl1pPr algn="l">
              <a:defRPr sz="2025" b="0">
                <a:solidFill>
                  <a:srgbClr val="596167"/>
                </a:solidFill>
                <a:latin typeface="Arial"/>
                <a:ea typeface="Arial"/>
                <a:cs typeface="Arial"/>
              </a:defRPr>
            </a:lvl1pPr>
            <a:lvl2pPr algn="l">
              <a:defRPr sz="2025" b="0">
                <a:solidFill>
                  <a:srgbClr val="596167"/>
                </a:solidFill>
                <a:latin typeface="Arial"/>
                <a:ea typeface="Arial"/>
                <a:cs typeface="Arial"/>
              </a:defRPr>
            </a:lvl2pPr>
            <a:lvl3pPr algn="l">
              <a:defRPr sz="2025" b="0">
                <a:solidFill>
                  <a:srgbClr val="596167"/>
                </a:solidFill>
                <a:latin typeface="Arial"/>
                <a:ea typeface="Arial"/>
                <a:cs typeface="Arial"/>
              </a:defRPr>
            </a:lvl3pPr>
            <a:lvl4pPr algn="l">
              <a:defRPr sz="2025" b="0">
                <a:solidFill>
                  <a:srgbClr val="596167"/>
                </a:solidFill>
                <a:latin typeface="Arial"/>
                <a:ea typeface="Arial"/>
                <a:cs typeface="Arial"/>
              </a:defRPr>
            </a:lvl4pPr>
            <a:lvl5pPr algn="l">
              <a:defRPr sz="2025" b="0">
                <a:solidFill>
                  <a:srgbClr val="596167"/>
                </a:solidFill>
                <a:latin typeface="Arial"/>
                <a:ea typeface="Arial"/>
                <a:cs typeface="Arial"/>
              </a:defRPr>
            </a:lvl5pPr>
            <a:lvl6pPr algn="l">
              <a:defRPr sz="2025" b="0">
                <a:solidFill>
                  <a:srgbClr val="596167"/>
                </a:solidFill>
                <a:latin typeface="Arial"/>
                <a:ea typeface="Arial"/>
                <a:cs typeface="Arial"/>
              </a:defRPr>
            </a:lvl6pPr>
            <a:lvl7pPr algn="l">
              <a:defRPr sz="2025" b="0">
                <a:solidFill>
                  <a:srgbClr val="596167"/>
                </a:solidFill>
                <a:latin typeface="Arial"/>
                <a:ea typeface="Arial"/>
                <a:cs typeface="Arial"/>
              </a:defRPr>
            </a:lvl7pPr>
            <a:lvl8pPr algn="l">
              <a:defRPr sz="2025" b="0">
                <a:solidFill>
                  <a:srgbClr val="596167"/>
                </a:solidFill>
                <a:latin typeface="Arial"/>
                <a:ea typeface="Arial"/>
                <a:cs typeface="Arial"/>
              </a:defRPr>
            </a:lvl8pPr>
            <a:lvl9pPr algn="l">
              <a:defRPr sz="2025" b="0">
                <a:solidFill>
                  <a:srgbClr val="596167"/>
                </a:solidFill>
                <a:latin typeface="Arial"/>
                <a:ea typeface="Arial"/>
                <a:cs typeface="Arial"/>
              </a:defRPr>
            </a:lvl9pPr>
          </a:lstStyle>
          <a:p xmlns:a="http://schemas.openxmlformats.org/drawingml/2006/main">
            <a:pPr algn="l">
              <a:lnSpc>
                <a:spcPct val="100000"/>
              </a:lnSpc>
              <a:buNone/>
              <a:defRPr sz="2025" b="0">
                <a:solidFill>
                  <a:srgbClr val="596167"/>
                </a:solidFill>
                <a:latin typeface="Arial"/>
                <a:ea typeface="Arial"/>
                <a:cs typeface="Arial"/>
              </a:defRPr>
            </a:pPr>
            <a:r>
              <a:rPr sz="2025" b="0">
                <a:solidFill>
                  <a:srgbClr val="596167"/>
                </a:solidFill>
                <a:latin typeface="Arial"/>
                <a:ea typeface="Arial"/>
                <a:cs typeface="Arial"/>
              </a:rPr>
              <a:t>C excerpt • demonstration inputs: integers 0 to 10</a:t>
            </a:r>
          </a:p>
        </p:txBody>
      </p:sp>
    </p:spTree>
    <p:extLst>
      <p:ext uri="{BB962C8B-B14F-4D97-AF65-F5344CB8AC3E}">
        <p14:creationId xmlns:p14="http://schemas.microsoft.com/office/powerpoint/2010/main" val="5822349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RECURSION">
            <a:extLst xmlns:a="http://schemas.openxmlformats.org/drawingml/2006/main">
              <a:ext uri="{FF2B5EF4-FFF2-40B4-BE49-F238E27FC236}">
                <a16:creationId xmlns:a16="http://schemas.microsoft.com/office/drawing/2014/main" id="{F965FE45-4864-42DF-A503-3FB97E66D5B6}"/>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886AB786-5C16-4456-9CAC-181325A32AC9}"/>
              </a:ext>
            </a:extLst>
          </p:cNvPr>
          <p:cNvPicPr>
            <a:picLocks xmlns:a="http://schemas.openxmlformats.org/drawingml/2006/main" noChangeAspect="1"/>
          </p:cNvPicPr>
          <p:nvPr/>
        </p:nvPicPr>
        <p:blipFill>
          <a:blip xmlns:r="http://schemas.openxmlformats.org/officeDocument/2006/relationships" xmlns:a="http://schemas.openxmlformats.org/drawingml/2006/main" r:embed="R023ccd4f0efb4def"/>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The calls behind fibonacci(4)">
            <a:extLst xmlns:a="http://schemas.openxmlformats.org/drawingml/2006/main">
              <a:ext uri="{FF2B5EF4-FFF2-40B4-BE49-F238E27FC236}">
                <a16:creationId xmlns:a16="http://schemas.microsoft.com/office/drawing/2014/main" id="{CC3B095F-B1EC-4470-BB4D-990C4E7A4F2B}"/>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The calls behind fibonacci(4)</a:t>
            </a:r>
          </a:p>
        </p:txBody>
      </p:sp>
      <p:sp>
        <p:nvSpPr>
          <p:cNvPr id="4" name="">
            <a:extLst xmlns:a="http://schemas.openxmlformats.org/drawingml/2006/main">
              <a:ext uri="{FF2B5EF4-FFF2-40B4-BE49-F238E27FC236}">
                <a16:creationId xmlns:a16="http://schemas.microsoft.com/office/drawing/2014/main" id="{D80B4051-A799-46C0-95CA-2A8327CDE767}"/>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8E7F6366-48DA-4E30-BA9E-7FFC6EE814B7}"/>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20">
            <a:extLst xmlns:a="http://schemas.openxmlformats.org/drawingml/2006/main">
              <a:ext uri="{FF2B5EF4-FFF2-40B4-BE49-F238E27FC236}">
                <a16:creationId xmlns:a16="http://schemas.microsoft.com/office/drawing/2014/main" id="{9CDC77A3-08B6-4F6F-AD09-90F2AC5FF21F}"/>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8A5BB4BF-FA70-4C33-A90C-B07E177B58CF}"/>
              </a:ext>
            </a:extLst>
          </p:cNvPr>
          <p:cNvSpPr>
            <a:spLocks xmlns:a="http://schemas.openxmlformats.org/drawingml/2006/main" noGrp="1"/>
          </p:cNvSpPr>
          <p:nvPr/>
        </p:nvSpPr>
        <p:spPr>
          <a:xfrm xmlns:a="http://schemas.openxmlformats.org/drawingml/2006/main">
            <a:off x="6096000" y="3714750"/>
            <a:ext cx="3048000" cy="800100"/>
          </a:xfrm>
          <a:custGeom xmlns:a="http://schemas.openxmlformats.org/drawingml/2006/main">
            <a:pathLst>
              <a:path w="3048000" h="800100">
                <a:moveTo>
                  <a:pt x="3048000" y="0"/>
                </a:moveTo>
                <a:lnTo>
                  <a:pt x="0" y="800100"/>
                </a:lnTo>
              </a:path>
            </a:pathLst>
          </a:custGeom>
          <a:noFill xmlns:a="http://schemas.openxmlformats.org/drawingml/2006/main"/>
          <a:ln xmlns:a="http://schemas.openxmlformats.org/drawingml/2006/main" w="38100">
            <a:solidFill>
              <a:srgbClr val="D9DEDF"/>
            </a:solidFill>
          </a:ln>
        </p:spPr>
      </p:sp>
      <p:sp>
        <p:nvSpPr>
          <p:cNvPr id="8" name="">
            <a:extLst xmlns:a="http://schemas.openxmlformats.org/drawingml/2006/main">
              <a:ext uri="{FF2B5EF4-FFF2-40B4-BE49-F238E27FC236}">
                <a16:creationId xmlns:a16="http://schemas.microsoft.com/office/drawing/2014/main" id="{BE6D4A66-72CA-4D12-8F5C-C0210BFA89F0}"/>
              </a:ext>
            </a:extLst>
          </p:cNvPr>
          <p:cNvSpPr>
            <a:spLocks xmlns:a="http://schemas.openxmlformats.org/drawingml/2006/main" noGrp="1"/>
          </p:cNvSpPr>
          <p:nvPr/>
        </p:nvSpPr>
        <p:spPr>
          <a:xfrm xmlns:a="http://schemas.openxmlformats.org/drawingml/2006/main">
            <a:off x="9144000" y="3714750"/>
            <a:ext cx="4286250" cy="800100"/>
          </a:xfrm>
          <a:custGeom xmlns:a="http://schemas.openxmlformats.org/drawingml/2006/main">
            <a:pathLst>
              <a:path w="4286250" h="800100">
                <a:moveTo>
                  <a:pt x="0" y="0"/>
                </a:moveTo>
                <a:lnTo>
                  <a:pt x="4286250" y="800100"/>
                </a:lnTo>
              </a:path>
            </a:pathLst>
          </a:custGeom>
          <a:noFill xmlns:a="http://schemas.openxmlformats.org/drawingml/2006/main"/>
          <a:ln xmlns:a="http://schemas.openxmlformats.org/drawingml/2006/main" w="38100">
            <a:solidFill>
              <a:srgbClr val="D9DEDF"/>
            </a:solidFill>
          </a:ln>
        </p:spPr>
      </p:sp>
      <p:sp>
        <p:nvSpPr>
          <p:cNvPr id="9" name="">
            <a:extLst xmlns:a="http://schemas.openxmlformats.org/drawingml/2006/main">
              <a:ext uri="{FF2B5EF4-FFF2-40B4-BE49-F238E27FC236}">
                <a16:creationId xmlns:a16="http://schemas.microsoft.com/office/drawing/2014/main" id="{6E9C8039-18DB-4C7B-BFBA-B8FB93386792}"/>
              </a:ext>
            </a:extLst>
          </p:cNvPr>
          <p:cNvSpPr>
            <a:spLocks xmlns:a="http://schemas.openxmlformats.org/drawingml/2006/main" noGrp="1"/>
          </p:cNvSpPr>
          <p:nvPr/>
        </p:nvSpPr>
        <p:spPr>
          <a:xfrm xmlns:a="http://schemas.openxmlformats.org/drawingml/2006/main">
            <a:off x="4057650" y="5276850"/>
            <a:ext cx="2038350" cy="800100"/>
          </a:xfrm>
          <a:custGeom xmlns:a="http://schemas.openxmlformats.org/drawingml/2006/main">
            <a:pathLst>
              <a:path w="2038350" h="800100">
                <a:moveTo>
                  <a:pt x="2038350" y="0"/>
                </a:moveTo>
                <a:lnTo>
                  <a:pt x="0" y="800100"/>
                </a:lnTo>
              </a:path>
            </a:pathLst>
          </a:custGeom>
          <a:noFill xmlns:a="http://schemas.openxmlformats.org/drawingml/2006/main"/>
          <a:ln xmlns:a="http://schemas.openxmlformats.org/drawingml/2006/main" w="38100">
            <a:solidFill>
              <a:srgbClr val="D9DEDF"/>
            </a:solidFill>
          </a:ln>
        </p:spPr>
      </p:sp>
      <p:sp>
        <p:nvSpPr>
          <p:cNvPr id="10" name="">
            <a:extLst xmlns:a="http://schemas.openxmlformats.org/drawingml/2006/main">
              <a:ext uri="{FF2B5EF4-FFF2-40B4-BE49-F238E27FC236}">
                <a16:creationId xmlns:a16="http://schemas.microsoft.com/office/drawing/2014/main" id="{1A8E564B-0FB6-41D4-83AF-CC8B038834AC}"/>
              </a:ext>
            </a:extLst>
          </p:cNvPr>
          <p:cNvSpPr>
            <a:spLocks xmlns:a="http://schemas.openxmlformats.org/drawingml/2006/main" noGrp="1"/>
          </p:cNvSpPr>
          <p:nvPr/>
        </p:nvSpPr>
        <p:spPr>
          <a:xfrm xmlns:a="http://schemas.openxmlformats.org/drawingml/2006/main">
            <a:off x="6096000" y="5276850"/>
            <a:ext cx="2000250" cy="800100"/>
          </a:xfrm>
          <a:custGeom xmlns:a="http://schemas.openxmlformats.org/drawingml/2006/main">
            <a:pathLst>
              <a:path w="2000250" h="800100">
                <a:moveTo>
                  <a:pt x="0" y="0"/>
                </a:moveTo>
                <a:lnTo>
                  <a:pt x="2000250" y="800100"/>
                </a:lnTo>
              </a:path>
            </a:pathLst>
          </a:custGeom>
          <a:noFill xmlns:a="http://schemas.openxmlformats.org/drawingml/2006/main"/>
          <a:ln xmlns:a="http://schemas.openxmlformats.org/drawingml/2006/main" w="38100">
            <a:solidFill>
              <a:srgbClr val="D9DEDF"/>
            </a:solidFill>
          </a:ln>
        </p:spPr>
      </p:sp>
      <p:sp>
        <p:nvSpPr>
          <p:cNvPr id="11" name="">
            <a:extLst xmlns:a="http://schemas.openxmlformats.org/drawingml/2006/main">
              <a:ext uri="{FF2B5EF4-FFF2-40B4-BE49-F238E27FC236}">
                <a16:creationId xmlns:a16="http://schemas.microsoft.com/office/drawing/2014/main" id="{79CE4D19-E5D0-4D37-AED1-52A5EB232951}"/>
              </a:ext>
            </a:extLst>
          </p:cNvPr>
          <p:cNvSpPr>
            <a:spLocks xmlns:a="http://schemas.openxmlformats.org/drawingml/2006/main" noGrp="1"/>
          </p:cNvSpPr>
          <p:nvPr/>
        </p:nvSpPr>
        <p:spPr>
          <a:xfrm xmlns:a="http://schemas.openxmlformats.org/drawingml/2006/main">
            <a:off x="11334750" y="5276850"/>
            <a:ext cx="2095500" cy="800100"/>
          </a:xfrm>
          <a:custGeom xmlns:a="http://schemas.openxmlformats.org/drawingml/2006/main">
            <a:pathLst>
              <a:path w="2095500" h="800100">
                <a:moveTo>
                  <a:pt x="2095500" y="0"/>
                </a:moveTo>
                <a:lnTo>
                  <a:pt x="0" y="800100"/>
                </a:lnTo>
              </a:path>
            </a:pathLst>
          </a:custGeom>
          <a:noFill xmlns:a="http://schemas.openxmlformats.org/drawingml/2006/main"/>
          <a:ln xmlns:a="http://schemas.openxmlformats.org/drawingml/2006/main" w="38100">
            <a:solidFill>
              <a:srgbClr val="D9DEDF"/>
            </a:solidFill>
          </a:ln>
        </p:spPr>
      </p:sp>
      <p:sp>
        <p:nvSpPr>
          <p:cNvPr id="12" name="">
            <a:extLst xmlns:a="http://schemas.openxmlformats.org/drawingml/2006/main">
              <a:ext uri="{FF2B5EF4-FFF2-40B4-BE49-F238E27FC236}">
                <a16:creationId xmlns:a16="http://schemas.microsoft.com/office/drawing/2014/main" id="{01ACA7E0-3950-48E1-85C5-8D2C2A8C1F55}"/>
              </a:ext>
            </a:extLst>
          </p:cNvPr>
          <p:cNvSpPr>
            <a:spLocks xmlns:a="http://schemas.openxmlformats.org/drawingml/2006/main" noGrp="1"/>
          </p:cNvSpPr>
          <p:nvPr/>
        </p:nvSpPr>
        <p:spPr>
          <a:xfrm xmlns:a="http://schemas.openxmlformats.org/drawingml/2006/main">
            <a:off x="13430250" y="5276850"/>
            <a:ext cx="2095500" cy="800100"/>
          </a:xfrm>
          <a:custGeom xmlns:a="http://schemas.openxmlformats.org/drawingml/2006/main">
            <a:pathLst>
              <a:path w="2095500" h="800100">
                <a:moveTo>
                  <a:pt x="0" y="0"/>
                </a:moveTo>
                <a:lnTo>
                  <a:pt x="2095500" y="800100"/>
                </a:lnTo>
              </a:path>
            </a:pathLst>
          </a:custGeom>
          <a:noFill xmlns:a="http://schemas.openxmlformats.org/drawingml/2006/main"/>
          <a:ln xmlns:a="http://schemas.openxmlformats.org/drawingml/2006/main" w="38100">
            <a:solidFill>
              <a:srgbClr val="D9DEDF"/>
            </a:solidFill>
          </a:ln>
        </p:spPr>
      </p:sp>
      <p:sp>
        <p:nvSpPr>
          <p:cNvPr id="13" name="">
            <a:extLst xmlns:a="http://schemas.openxmlformats.org/drawingml/2006/main">
              <a:ext uri="{FF2B5EF4-FFF2-40B4-BE49-F238E27FC236}">
                <a16:creationId xmlns:a16="http://schemas.microsoft.com/office/drawing/2014/main" id="{9A6FC43C-6616-43E3-B924-CC121F0426A2}"/>
              </a:ext>
            </a:extLst>
          </p:cNvPr>
          <p:cNvSpPr>
            <a:spLocks xmlns:a="http://schemas.openxmlformats.org/drawingml/2006/main" noGrp="1"/>
          </p:cNvSpPr>
          <p:nvPr/>
        </p:nvSpPr>
        <p:spPr>
          <a:xfrm xmlns:a="http://schemas.openxmlformats.org/drawingml/2006/main">
            <a:off x="2343150" y="6838950"/>
            <a:ext cx="1714500" cy="800100"/>
          </a:xfrm>
          <a:custGeom xmlns:a="http://schemas.openxmlformats.org/drawingml/2006/main">
            <a:pathLst>
              <a:path w="1714500" h="800100">
                <a:moveTo>
                  <a:pt x="1714500" y="0"/>
                </a:moveTo>
                <a:lnTo>
                  <a:pt x="0" y="800100"/>
                </a:lnTo>
              </a:path>
            </a:pathLst>
          </a:custGeom>
          <a:noFill xmlns:a="http://schemas.openxmlformats.org/drawingml/2006/main"/>
          <a:ln xmlns:a="http://schemas.openxmlformats.org/drawingml/2006/main" w="38100">
            <a:solidFill>
              <a:srgbClr val="D9DEDF"/>
            </a:solidFill>
          </a:ln>
        </p:spPr>
      </p:sp>
      <p:sp>
        <p:nvSpPr>
          <p:cNvPr id="14" name="">
            <a:extLst xmlns:a="http://schemas.openxmlformats.org/drawingml/2006/main">
              <a:ext uri="{FF2B5EF4-FFF2-40B4-BE49-F238E27FC236}">
                <a16:creationId xmlns:a16="http://schemas.microsoft.com/office/drawing/2014/main" id="{BA546A87-0D4F-4CF9-BF69-09720030557B}"/>
              </a:ext>
            </a:extLst>
          </p:cNvPr>
          <p:cNvSpPr>
            <a:spLocks xmlns:a="http://schemas.openxmlformats.org/drawingml/2006/main" noGrp="1"/>
          </p:cNvSpPr>
          <p:nvPr/>
        </p:nvSpPr>
        <p:spPr>
          <a:xfrm xmlns:a="http://schemas.openxmlformats.org/drawingml/2006/main">
            <a:off x="4057650" y="6838950"/>
            <a:ext cx="1714500" cy="800100"/>
          </a:xfrm>
          <a:custGeom xmlns:a="http://schemas.openxmlformats.org/drawingml/2006/main">
            <a:pathLst>
              <a:path w="1714500" h="800100">
                <a:moveTo>
                  <a:pt x="0" y="0"/>
                </a:moveTo>
                <a:lnTo>
                  <a:pt x="1714500" y="800100"/>
                </a:lnTo>
              </a:path>
            </a:pathLst>
          </a:custGeom>
          <a:noFill xmlns:a="http://schemas.openxmlformats.org/drawingml/2006/main"/>
          <a:ln xmlns:a="http://schemas.openxmlformats.org/drawingml/2006/main" w="38100">
            <a:solidFill>
              <a:srgbClr val="D9DEDF"/>
            </a:solidFill>
          </a:ln>
        </p:spPr>
      </p:sp>
      <p:sp>
        <p:nvSpPr>
          <p:cNvPr id="15" name="Invocation 4">
            <a:extLst xmlns:a="http://schemas.openxmlformats.org/drawingml/2006/main">
              <a:ext uri="{FF2B5EF4-FFF2-40B4-BE49-F238E27FC236}">
                <a16:creationId xmlns:a16="http://schemas.microsoft.com/office/drawing/2014/main" id="{5062B980-86F6-4F90-8D38-7CE7C6DE0ABA}"/>
              </a:ext>
            </a:extLst>
          </p:cNvPr>
          <p:cNvSpPr>
            <a:spLocks xmlns:a="http://schemas.openxmlformats.org/drawingml/2006/main" noGrp="1"/>
          </p:cNvSpPr>
          <p:nvPr/>
        </p:nvSpPr>
        <p:spPr>
          <a:xfrm xmlns:a="http://schemas.openxmlformats.org/drawingml/2006/main">
            <a:off x="7715250" y="29527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16" name="fibonacci(4)">
            <a:extLst xmlns:a="http://schemas.openxmlformats.org/drawingml/2006/main">
              <a:ext uri="{FF2B5EF4-FFF2-40B4-BE49-F238E27FC236}">
                <a16:creationId xmlns:a16="http://schemas.microsoft.com/office/drawing/2014/main" id="{535E5A66-2B84-4544-8B73-755103681C45}"/>
              </a:ext>
            </a:extLst>
          </p:cNvPr>
          <p:cNvSpPr>
            <a:spLocks xmlns:a="http://schemas.openxmlformats.org/drawingml/2006/main" noGrp="1"/>
          </p:cNvSpPr>
          <p:nvPr/>
        </p:nvSpPr>
        <p:spPr>
          <a:xfrm xmlns:a="http://schemas.openxmlformats.org/drawingml/2006/main">
            <a:off x="7800975" y="30384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fibonacci(4)</a:t>
            </a:r>
          </a:p>
        </p:txBody>
      </p:sp>
      <p:sp>
        <p:nvSpPr>
          <p:cNvPr id="17" name="returns 3">
            <a:extLst xmlns:a="http://schemas.openxmlformats.org/drawingml/2006/main">
              <a:ext uri="{FF2B5EF4-FFF2-40B4-BE49-F238E27FC236}">
                <a16:creationId xmlns:a16="http://schemas.microsoft.com/office/drawing/2014/main" id="{3B100B61-064D-4B85-99C4-017167C46B4F}"/>
              </a:ext>
            </a:extLst>
          </p:cNvPr>
          <p:cNvSpPr>
            <a:spLocks xmlns:a="http://schemas.openxmlformats.org/drawingml/2006/main" noGrp="1"/>
          </p:cNvSpPr>
          <p:nvPr/>
        </p:nvSpPr>
        <p:spPr>
          <a:xfrm xmlns:a="http://schemas.openxmlformats.org/drawingml/2006/main">
            <a:off x="7800975" y="34099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3</a:t>
            </a:r>
          </a:p>
        </p:txBody>
      </p:sp>
      <p:sp>
        <p:nvSpPr>
          <p:cNvPr id="18" name="Invocation 3">
            <a:extLst xmlns:a="http://schemas.openxmlformats.org/drawingml/2006/main">
              <a:ext uri="{FF2B5EF4-FFF2-40B4-BE49-F238E27FC236}">
                <a16:creationId xmlns:a16="http://schemas.microsoft.com/office/drawing/2014/main" id="{A40899AD-E8AA-43A3-82A5-D3520867C6C7}"/>
              </a:ext>
            </a:extLst>
          </p:cNvPr>
          <p:cNvSpPr>
            <a:spLocks xmlns:a="http://schemas.openxmlformats.org/drawingml/2006/main" noGrp="1"/>
          </p:cNvSpPr>
          <p:nvPr/>
        </p:nvSpPr>
        <p:spPr>
          <a:xfrm xmlns:a="http://schemas.openxmlformats.org/drawingml/2006/main">
            <a:off x="4667250" y="45148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19" name="fibonacci(3)">
            <a:extLst xmlns:a="http://schemas.openxmlformats.org/drawingml/2006/main">
              <a:ext uri="{FF2B5EF4-FFF2-40B4-BE49-F238E27FC236}">
                <a16:creationId xmlns:a16="http://schemas.microsoft.com/office/drawing/2014/main" id="{EB0822A0-B9FA-4499-BDD0-272CCA7305C4}"/>
              </a:ext>
            </a:extLst>
          </p:cNvPr>
          <p:cNvSpPr>
            <a:spLocks xmlns:a="http://schemas.openxmlformats.org/drawingml/2006/main" noGrp="1"/>
          </p:cNvSpPr>
          <p:nvPr/>
        </p:nvSpPr>
        <p:spPr>
          <a:xfrm xmlns:a="http://schemas.openxmlformats.org/drawingml/2006/main">
            <a:off x="4752975" y="46005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fibonacci(3)</a:t>
            </a:r>
          </a:p>
        </p:txBody>
      </p:sp>
      <p:sp>
        <p:nvSpPr>
          <p:cNvPr id="20" name="returns 2">
            <a:extLst xmlns:a="http://schemas.openxmlformats.org/drawingml/2006/main">
              <a:ext uri="{FF2B5EF4-FFF2-40B4-BE49-F238E27FC236}">
                <a16:creationId xmlns:a16="http://schemas.microsoft.com/office/drawing/2014/main" id="{0DD8E5F2-16FB-4515-BFD9-119477F8F589}"/>
              </a:ext>
            </a:extLst>
          </p:cNvPr>
          <p:cNvSpPr>
            <a:spLocks xmlns:a="http://schemas.openxmlformats.org/drawingml/2006/main" noGrp="1"/>
          </p:cNvSpPr>
          <p:nvPr/>
        </p:nvSpPr>
        <p:spPr>
          <a:xfrm xmlns:a="http://schemas.openxmlformats.org/drawingml/2006/main">
            <a:off x="4752975" y="49720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2</a:t>
            </a:r>
          </a:p>
        </p:txBody>
      </p:sp>
      <p:sp>
        <p:nvSpPr>
          <p:cNvPr id="21" name="Invocation 2r">
            <a:extLst xmlns:a="http://schemas.openxmlformats.org/drawingml/2006/main">
              <a:ext uri="{FF2B5EF4-FFF2-40B4-BE49-F238E27FC236}">
                <a16:creationId xmlns:a16="http://schemas.microsoft.com/office/drawing/2014/main" id="{11D10508-0771-445E-B209-BDFE86D7F19A}"/>
              </a:ext>
            </a:extLst>
          </p:cNvPr>
          <p:cNvSpPr>
            <a:spLocks xmlns:a="http://schemas.openxmlformats.org/drawingml/2006/main" noGrp="1"/>
          </p:cNvSpPr>
          <p:nvPr/>
        </p:nvSpPr>
        <p:spPr>
          <a:xfrm xmlns:a="http://schemas.openxmlformats.org/drawingml/2006/main">
            <a:off x="12001500" y="4514850"/>
            <a:ext cx="2857500" cy="762000"/>
          </a:xfrm>
          <a:prstGeom xmlns:a="http://schemas.openxmlformats.org/drawingml/2006/main" prst="rect">
            <a:avLst/>
          </a:prstGeom>
          <a:solidFill xmlns:a="http://schemas.openxmlformats.org/drawingml/2006/main">
            <a:srgbClr val="FFF2EB"/>
          </a:solidFill>
          <a:ln xmlns:a="http://schemas.openxmlformats.org/drawingml/2006/main" w="28575">
            <a:solidFill>
              <a:srgbClr val="E64519"/>
            </a:solidFill>
            <a:prstDash val="solid"/>
          </a:ln>
        </p:spPr>
      </p:sp>
      <p:sp>
        <p:nvSpPr>
          <p:cNvPr id="22" name="fibonacci(2)">
            <a:extLst xmlns:a="http://schemas.openxmlformats.org/drawingml/2006/main">
              <a:ext uri="{FF2B5EF4-FFF2-40B4-BE49-F238E27FC236}">
                <a16:creationId xmlns:a16="http://schemas.microsoft.com/office/drawing/2014/main" id="{B1A49B0D-66F6-412E-99BE-E35160FBF71E}"/>
              </a:ext>
            </a:extLst>
          </p:cNvPr>
          <p:cNvSpPr>
            <a:spLocks xmlns:a="http://schemas.openxmlformats.org/drawingml/2006/main" noGrp="1"/>
          </p:cNvSpPr>
          <p:nvPr/>
        </p:nvSpPr>
        <p:spPr>
          <a:xfrm xmlns:a="http://schemas.openxmlformats.org/drawingml/2006/main">
            <a:off x="12087225" y="46005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fibonacci(2)</a:t>
            </a:r>
          </a:p>
        </p:txBody>
      </p:sp>
      <p:sp>
        <p:nvSpPr>
          <p:cNvPr id="23" name="returns 1">
            <a:extLst xmlns:a="http://schemas.openxmlformats.org/drawingml/2006/main">
              <a:ext uri="{FF2B5EF4-FFF2-40B4-BE49-F238E27FC236}">
                <a16:creationId xmlns:a16="http://schemas.microsoft.com/office/drawing/2014/main" id="{E4D9C983-B161-4F8F-A6AF-18AB38129469}"/>
              </a:ext>
            </a:extLst>
          </p:cNvPr>
          <p:cNvSpPr>
            <a:spLocks xmlns:a="http://schemas.openxmlformats.org/drawingml/2006/main" noGrp="1"/>
          </p:cNvSpPr>
          <p:nvPr/>
        </p:nvSpPr>
        <p:spPr>
          <a:xfrm xmlns:a="http://schemas.openxmlformats.org/drawingml/2006/main">
            <a:off x="12087225" y="49720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1</a:t>
            </a:r>
          </a:p>
        </p:txBody>
      </p:sp>
      <p:sp>
        <p:nvSpPr>
          <p:cNvPr id="24" name="Invocation 2l">
            <a:extLst xmlns:a="http://schemas.openxmlformats.org/drawingml/2006/main">
              <a:ext uri="{FF2B5EF4-FFF2-40B4-BE49-F238E27FC236}">
                <a16:creationId xmlns:a16="http://schemas.microsoft.com/office/drawing/2014/main" id="{9A435163-F062-4D60-A54F-85F345C6C304}"/>
              </a:ext>
            </a:extLst>
          </p:cNvPr>
          <p:cNvSpPr>
            <a:spLocks xmlns:a="http://schemas.openxmlformats.org/drawingml/2006/main" noGrp="1"/>
          </p:cNvSpPr>
          <p:nvPr/>
        </p:nvSpPr>
        <p:spPr>
          <a:xfrm xmlns:a="http://schemas.openxmlformats.org/drawingml/2006/main">
            <a:off x="2628900" y="6076950"/>
            <a:ext cx="2857500" cy="762000"/>
          </a:xfrm>
          <a:prstGeom xmlns:a="http://schemas.openxmlformats.org/drawingml/2006/main" prst="rect">
            <a:avLst/>
          </a:prstGeom>
          <a:solidFill xmlns:a="http://schemas.openxmlformats.org/drawingml/2006/main">
            <a:srgbClr val="FFF2EB"/>
          </a:solidFill>
          <a:ln xmlns:a="http://schemas.openxmlformats.org/drawingml/2006/main" w="28575">
            <a:solidFill>
              <a:srgbClr val="E64519"/>
            </a:solidFill>
            <a:prstDash val="solid"/>
          </a:ln>
        </p:spPr>
      </p:sp>
      <p:sp>
        <p:nvSpPr>
          <p:cNvPr id="25" name="fibonacci(2)">
            <a:extLst xmlns:a="http://schemas.openxmlformats.org/drawingml/2006/main">
              <a:ext uri="{FF2B5EF4-FFF2-40B4-BE49-F238E27FC236}">
                <a16:creationId xmlns:a16="http://schemas.microsoft.com/office/drawing/2014/main" id="{B64CEC83-E84B-4E68-AB70-792DF8F4807F}"/>
              </a:ext>
            </a:extLst>
          </p:cNvPr>
          <p:cNvSpPr>
            <a:spLocks xmlns:a="http://schemas.openxmlformats.org/drawingml/2006/main" noGrp="1"/>
          </p:cNvSpPr>
          <p:nvPr/>
        </p:nvSpPr>
        <p:spPr>
          <a:xfrm xmlns:a="http://schemas.openxmlformats.org/drawingml/2006/main">
            <a:off x="2714625" y="61626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fibonacci(2)</a:t>
            </a:r>
          </a:p>
        </p:txBody>
      </p:sp>
      <p:sp>
        <p:nvSpPr>
          <p:cNvPr id="26" name="returns 1">
            <a:extLst xmlns:a="http://schemas.openxmlformats.org/drawingml/2006/main">
              <a:ext uri="{FF2B5EF4-FFF2-40B4-BE49-F238E27FC236}">
                <a16:creationId xmlns:a16="http://schemas.microsoft.com/office/drawing/2014/main" id="{BE5D143B-BA69-4F22-A217-6E8AE7E19A4D}"/>
              </a:ext>
            </a:extLst>
          </p:cNvPr>
          <p:cNvSpPr>
            <a:spLocks xmlns:a="http://schemas.openxmlformats.org/drawingml/2006/main" noGrp="1"/>
          </p:cNvSpPr>
          <p:nvPr/>
        </p:nvSpPr>
        <p:spPr>
          <a:xfrm xmlns:a="http://schemas.openxmlformats.org/drawingml/2006/main">
            <a:off x="2714625" y="65341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1</a:t>
            </a:r>
          </a:p>
        </p:txBody>
      </p:sp>
      <p:sp>
        <p:nvSpPr>
          <p:cNvPr id="27" name="Invocation 1r">
            <a:extLst xmlns:a="http://schemas.openxmlformats.org/drawingml/2006/main">
              <a:ext uri="{FF2B5EF4-FFF2-40B4-BE49-F238E27FC236}">
                <a16:creationId xmlns:a16="http://schemas.microsoft.com/office/drawing/2014/main" id="{26AAC7ED-FEF5-4885-8385-02A00D8B8345}"/>
              </a:ext>
            </a:extLst>
          </p:cNvPr>
          <p:cNvSpPr>
            <a:spLocks xmlns:a="http://schemas.openxmlformats.org/drawingml/2006/main" noGrp="1"/>
          </p:cNvSpPr>
          <p:nvPr/>
        </p:nvSpPr>
        <p:spPr>
          <a:xfrm xmlns:a="http://schemas.openxmlformats.org/drawingml/2006/main">
            <a:off x="6667500" y="60769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28" name="fibonacci(1)">
            <a:extLst xmlns:a="http://schemas.openxmlformats.org/drawingml/2006/main">
              <a:ext uri="{FF2B5EF4-FFF2-40B4-BE49-F238E27FC236}">
                <a16:creationId xmlns:a16="http://schemas.microsoft.com/office/drawing/2014/main" id="{812292E0-6E35-49B8-A104-F79A49FBF7DA}"/>
              </a:ext>
            </a:extLst>
          </p:cNvPr>
          <p:cNvSpPr>
            <a:spLocks xmlns:a="http://schemas.openxmlformats.org/drawingml/2006/main" noGrp="1"/>
          </p:cNvSpPr>
          <p:nvPr/>
        </p:nvSpPr>
        <p:spPr>
          <a:xfrm xmlns:a="http://schemas.openxmlformats.org/drawingml/2006/main">
            <a:off x="6753225" y="61626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fibonacci(1)</a:t>
            </a:r>
          </a:p>
        </p:txBody>
      </p:sp>
      <p:sp>
        <p:nvSpPr>
          <p:cNvPr id="29" name="returns 1">
            <a:extLst xmlns:a="http://schemas.openxmlformats.org/drawingml/2006/main">
              <a:ext uri="{FF2B5EF4-FFF2-40B4-BE49-F238E27FC236}">
                <a16:creationId xmlns:a16="http://schemas.microsoft.com/office/drawing/2014/main" id="{FA489D0A-1CFB-45F7-89BB-BB6BB1713378}"/>
              </a:ext>
            </a:extLst>
          </p:cNvPr>
          <p:cNvSpPr>
            <a:spLocks xmlns:a="http://schemas.openxmlformats.org/drawingml/2006/main" noGrp="1"/>
          </p:cNvSpPr>
          <p:nvPr/>
        </p:nvSpPr>
        <p:spPr>
          <a:xfrm xmlns:a="http://schemas.openxmlformats.org/drawingml/2006/main">
            <a:off x="6753225" y="65341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1</a:t>
            </a:r>
          </a:p>
        </p:txBody>
      </p:sp>
      <p:sp>
        <p:nvSpPr>
          <p:cNvPr id="30" name="Invocation 1rr">
            <a:extLst xmlns:a="http://schemas.openxmlformats.org/drawingml/2006/main">
              <a:ext uri="{FF2B5EF4-FFF2-40B4-BE49-F238E27FC236}">
                <a16:creationId xmlns:a16="http://schemas.microsoft.com/office/drawing/2014/main" id="{332A7EFA-C77E-4F4A-A8A6-1BA6C663F876}"/>
              </a:ext>
            </a:extLst>
          </p:cNvPr>
          <p:cNvSpPr>
            <a:spLocks xmlns:a="http://schemas.openxmlformats.org/drawingml/2006/main" noGrp="1"/>
          </p:cNvSpPr>
          <p:nvPr/>
        </p:nvSpPr>
        <p:spPr>
          <a:xfrm xmlns:a="http://schemas.openxmlformats.org/drawingml/2006/main">
            <a:off x="9906000" y="60769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31" name="fibonacci(1)">
            <a:extLst xmlns:a="http://schemas.openxmlformats.org/drawingml/2006/main">
              <a:ext uri="{FF2B5EF4-FFF2-40B4-BE49-F238E27FC236}">
                <a16:creationId xmlns:a16="http://schemas.microsoft.com/office/drawing/2014/main" id="{8DD434C5-7A09-4383-B2DB-4D828BC8393C}"/>
              </a:ext>
            </a:extLst>
          </p:cNvPr>
          <p:cNvSpPr>
            <a:spLocks xmlns:a="http://schemas.openxmlformats.org/drawingml/2006/main" noGrp="1"/>
          </p:cNvSpPr>
          <p:nvPr/>
        </p:nvSpPr>
        <p:spPr>
          <a:xfrm xmlns:a="http://schemas.openxmlformats.org/drawingml/2006/main">
            <a:off x="9991725" y="61626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fibonacci(1)</a:t>
            </a:r>
          </a:p>
        </p:txBody>
      </p:sp>
      <p:sp>
        <p:nvSpPr>
          <p:cNvPr id="32" name="returns 1">
            <a:extLst xmlns:a="http://schemas.openxmlformats.org/drawingml/2006/main">
              <a:ext uri="{FF2B5EF4-FFF2-40B4-BE49-F238E27FC236}">
                <a16:creationId xmlns:a16="http://schemas.microsoft.com/office/drawing/2014/main" id="{F45B080D-07A4-489F-9AB3-27E1E27886A1}"/>
              </a:ext>
            </a:extLst>
          </p:cNvPr>
          <p:cNvSpPr>
            <a:spLocks xmlns:a="http://schemas.openxmlformats.org/drawingml/2006/main" noGrp="1"/>
          </p:cNvSpPr>
          <p:nvPr/>
        </p:nvSpPr>
        <p:spPr>
          <a:xfrm xmlns:a="http://schemas.openxmlformats.org/drawingml/2006/main">
            <a:off x="9991725" y="65341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1</a:t>
            </a:r>
          </a:p>
        </p:txBody>
      </p:sp>
      <p:sp>
        <p:nvSpPr>
          <p:cNvPr id="33" name="Invocation 0r">
            <a:extLst xmlns:a="http://schemas.openxmlformats.org/drawingml/2006/main">
              <a:ext uri="{FF2B5EF4-FFF2-40B4-BE49-F238E27FC236}">
                <a16:creationId xmlns:a16="http://schemas.microsoft.com/office/drawing/2014/main" id="{CA7C2EB8-A6D9-41AA-8158-3A48C902243D}"/>
              </a:ext>
            </a:extLst>
          </p:cNvPr>
          <p:cNvSpPr>
            <a:spLocks xmlns:a="http://schemas.openxmlformats.org/drawingml/2006/main" noGrp="1"/>
          </p:cNvSpPr>
          <p:nvPr/>
        </p:nvSpPr>
        <p:spPr>
          <a:xfrm xmlns:a="http://schemas.openxmlformats.org/drawingml/2006/main">
            <a:off x="14097000" y="60769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34" name="fibonacci(0)">
            <a:extLst xmlns:a="http://schemas.openxmlformats.org/drawingml/2006/main">
              <a:ext uri="{FF2B5EF4-FFF2-40B4-BE49-F238E27FC236}">
                <a16:creationId xmlns:a16="http://schemas.microsoft.com/office/drawing/2014/main" id="{EDF52C05-E511-445E-9198-91F02B518906}"/>
              </a:ext>
            </a:extLst>
          </p:cNvPr>
          <p:cNvSpPr>
            <a:spLocks xmlns:a="http://schemas.openxmlformats.org/drawingml/2006/main" noGrp="1"/>
          </p:cNvSpPr>
          <p:nvPr/>
        </p:nvSpPr>
        <p:spPr>
          <a:xfrm xmlns:a="http://schemas.openxmlformats.org/drawingml/2006/main">
            <a:off x="14182725" y="61626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fibonacci(0)</a:t>
            </a:r>
          </a:p>
        </p:txBody>
      </p:sp>
      <p:sp>
        <p:nvSpPr>
          <p:cNvPr id="35" name="returns 0">
            <a:extLst xmlns:a="http://schemas.openxmlformats.org/drawingml/2006/main">
              <a:ext uri="{FF2B5EF4-FFF2-40B4-BE49-F238E27FC236}">
                <a16:creationId xmlns:a16="http://schemas.microsoft.com/office/drawing/2014/main" id="{CED1C265-AD08-43F9-A6BF-E372FA1DBB90}"/>
              </a:ext>
            </a:extLst>
          </p:cNvPr>
          <p:cNvSpPr>
            <a:spLocks xmlns:a="http://schemas.openxmlformats.org/drawingml/2006/main" noGrp="1"/>
          </p:cNvSpPr>
          <p:nvPr/>
        </p:nvSpPr>
        <p:spPr>
          <a:xfrm xmlns:a="http://schemas.openxmlformats.org/drawingml/2006/main">
            <a:off x="14182725" y="65341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0</a:t>
            </a:r>
          </a:p>
        </p:txBody>
      </p:sp>
      <p:sp>
        <p:nvSpPr>
          <p:cNvPr id="36" name="Invocation 1l">
            <a:extLst xmlns:a="http://schemas.openxmlformats.org/drawingml/2006/main">
              <a:ext uri="{FF2B5EF4-FFF2-40B4-BE49-F238E27FC236}">
                <a16:creationId xmlns:a16="http://schemas.microsoft.com/office/drawing/2014/main" id="{52E4FC88-73CA-4352-97F4-5EE3733FFFF8}"/>
              </a:ext>
            </a:extLst>
          </p:cNvPr>
          <p:cNvSpPr>
            <a:spLocks xmlns:a="http://schemas.openxmlformats.org/drawingml/2006/main" noGrp="1"/>
          </p:cNvSpPr>
          <p:nvPr/>
        </p:nvSpPr>
        <p:spPr>
          <a:xfrm xmlns:a="http://schemas.openxmlformats.org/drawingml/2006/main">
            <a:off x="914400" y="76390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37" name="fibonacci(1)">
            <a:extLst xmlns:a="http://schemas.openxmlformats.org/drawingml/2006/main">
              <a:ext uri="{FF2B5EF4-FFF2-40B4-BE49-F238E27FC236}">
                <a16:creationId xmlns:a16="http://schemas.microsoft.com/office/drawing/2014/main" id="{64DEDF3D-8CEB-49F0-88AC-C8EDFB33CF48}"/>
              </a:ext>
            </a:extLst>
          </p:cNvPr>
          <p:cNvSpPr>
            <a:spLocks xmlns:a="http://schemas.openxmlformats.org/drawingml/2006/main" noGrp="1"/>
          </p:cNvSpPr>
          <p:nvPr/>
        </p:nvSpPr>
        <p:spPr>
          <a:xfrm xmlns:a="http://schemas.openxmlformats.org/drawingml/2006/main">
            <a:off x="1000125" y="77247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fibonacci(1)</a:t>
            </a:r>
          </a:p>
        </p:txBody>
      </p:sp>
      <p:sp>
        <p:nvSpPr>
          <p:cNvPr id="38" name="returns 1">
            <a:extLst xmlns:a="http://schemas.openxmlformats.org/drawingml/2006/main">
              <a:ext uri="{FF2B5EF4-FFF2-40B4-BE49-F238E27FC236}">
                <a16:creationId xmlns:a16="http://schemas.microsoft.com/office/drawing/2014/main" id="{68CB831F-379A-4A8A-B244-3A56A0EE003A}"/>
              </a:ext>
            </a:extLst>
          </p:cNvPr>
          <p:cNvSpPr>
            <a:spLocks xmlns:a="http://schemas.openxmlformats.org/drawingml/2006/main" noGrp="1"/>
          </p:cNvSpPr>
          <p:nvPr/>
        </p:nvSpPr>
        <p:spPr>
          <a:xfrm xmlns:a="http://schemas.openxmlformats.org/drawingml/2006/main">
            <a:off x="1000125" y="80962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1</a:t>
            </a:r>
          </a:p>
        </p:txBody>
      </p:sp>
      <p:sp>
        <p:nvSpPr>
          <p:cNvPr id="39" name="Invocation 0l">
            <a:extLst xmlns:a="http://schemas.openxmlformats.org/drawingml/2006/main">
              <a:ext uri="{FF2B5EF4-FFF2-40B4-BE49-F238E27FC236}">
                <a16:creationId xmlns:a16="http://schemas.microsoft.com/office/drawing/2014/main" id="{B8B1C8A8-BC81-47E4-A76A-030A66F1792D}"/>
              </a:ext>
            </a:extLst>
          </p:cNvPr>
          <p:cNvSpPr>
            <a:spLocks xmlns:a="http://schemas.openxmlformats.org/drawingml/2006/main" noGrp="1"/>
          </p:cNvSpPr>
          <p:nvPr/>
        </p:nvSpPr>
        <p:spPr>
          <a:xfrm xmlns:a="http://schemas.openxmlformats.org/drawingml/2006/main">
            <a:off x="4343400" y="7639050"/>
            <a:ext cx="2857500" cy="762000"/>
          </a:xfrm>
          <a:prstGeom xmlns:a="http://schemas.openxmlformats.org/drawingml/2006/main" prst="rect">
            <a:avLst/>
          </a:prstGeom>
          <a:solidFill xmlns:a="http://schemas.openxmlformats.org/drawingml/2006/main">
            <a:srgbClr val="F3F4F4"/>
          </a:solidFill>
          <a:ln xmlns:a="http://schemas.openxmlformats.org/drawingml/2006/main" w="9525">
            <a:solidFill>
              <a:srgbClr val="D9DEDF"/>
            </a:solidFill>
            <a:prstDash val="solid"/>
          </a:ln>
        </p:spPr>
      </p:sp>
      <p:sp>
        <p:nvSpPr>
          <p:cNvPr id="40" name="fibonacci(0)">
            <a:extLst xmlns:a="http://schemas.openxmlformats.org/drawingml/2006/main">
              <a:ext uri="{FF2B5EF4-FFF2-40B4-BE49-F238E27FC236}">
                <a16:creationId xmlns:a16="http://schemas.microsoft.com/office/drawing/2014/main" id="{D4D10C1A-087B-4D68-9408-15BDF99C61C8}"/>
              </a:ext>
            </a:extLst>
          </p:cNvPr>
          <p:cNvSpPr>
            <a:spLocks xmlns:a="http://schemas.openxmlformats.org/drawingml/2006/main" noGrp="1"/>
          </p:cNvSpPr>
          <p:nvPr/>
        </p:nvSpPr>
        <p:spPr>
          <a:xfrm xmlns:a="http://schemas.openxmlformats.org/drawingml/2006/main">
            <a:off x="4429125" y="772477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xmlns:a="http://schemas.openxmlformats.org/drawingml/2006/main">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fibonacci(0)</a:t>
            </a:r>
          </a:p>
        </p:txBody>
      </p:sp>
      <p:sp>
        <p:nvSpPr>
          <p:cNvPr id="41" name="returns 0">
            <a:extLst xmlns:a="http://schemas.openxmlformats.org/drawingml/2006/main">
              <a:ext uri="{FF2B5EF4-FFF2-40B4-BE49-F238E27FC236}">
                <a16:creationId xmlns:a16="http://schemas.microsoft.com/office/drawing/2014/main" id="{CECF331E-8F0D-45C9-B41A-08CC382D0E3F}"/>
              </a:ext>
            </a:extLst>
          </p:cNvPr>
          <p:cNvSpPr>
            <a:spLocks xmlns:a="http://schemas.openxmlformats.org/drawingml/2006/main" noGrp="1"/>
          </p:cNvSpPr>
          <p:nvPr/>
        </p:nvSpPr>
        <p:spPr>
          <a:xfrm xmlns:a="http://schemas.openxmlformats.org/drawingml/2006/main">
            <a:off x="4429125" y="80962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xmlns:a="http://schemas.openxmlformats.org/drawingml/2006/main">
            <a:pPr algn="l">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returns 0</a:t>
            </a:r>
          </a:p>
        </p:txBody>
      </p:sp>
      <p:sp>
        <p:nvSpPr>
          <p:cNvPr id="42" name="fibonacci(2) happens twice.">
            <a:extLst xmlns:a="http://schemas.openxmlformats.org/drawingml/2006/main">
              <a:ext uri="{FF2B5EF4-FFF2-40B4-BE49-F238E27FC236}">
                <a16:creationId xmlns:a16="http://schemas.microsoft.com/office/drawing/2014/main" id="{D7AF92D3-584A-4A3E-9530-A7EF6545F555}"/>
              </a:ext>
            </a:extLst>
          </p:cNvPr>
          <p:cNvSpPr>
            <a:spLocks xmlns:a="http://schemas.openxmlformats.org/drawingml/2006/main" noGrp="1"/>
          </p:cNvSpPr>
          <p:nvPr/>
        </p:nvSpPr>
        <p:spPr>
          <a:xfrm xmlns:a="http://schemas.openxmlformats.org/drawingml/2006/main">
            <a:off x="9563100" y="7667625"/>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B73513"/>
                </a:solidFill>
                <a:latin typeface="Arial"/>
                <a:ea typeface="Arial"/>
                <a:cs typeface="Arial"/>
              </a:defRPr>
            </a:defPPr>
            <a:lvl1pPr algn="l">
              <a:defRPr sz="2625" b="1">
                <a:solidFill>
                  <a:srgbClr val="B73513"/>
                </a:solidFill>
                <a:latin typeface="Arial"/>
                <a:ea typeface="Arial"/>
                <a:cs typeface="Arial"/>
              </a:defRPr>
            </a:lvl1pPr>
            <a:lvl2pPr algn="l">
              <a:defRPr sz="2625" b="1">
                <a:solidFill>
                  <a:srgbClr val="B73513"/>
                </a:solidFill>
                <a:latin typeface="Arial"/>
                <a:ea typeface="Arial"/>
                <a:cs typeface="Arial"/>
              </a:defRPr>
            </a:lvl2pPr>
            <a:lvl3pPr algn="l">
              <a:defRPr sz="2625" b="1">
                <a:solidFill>
                  <a:srgbClr val="B73513"/>
                </a:solidFill>
                <a:latin typeface="Arial"/>
                <a:ea typeface="Arial"/>
                <a:cs typeface="Arial"/>
              </a:defRPr>
            </a:lvl3pPr>
            <a:lvl4pPr algn="l">
              <a:defRPr sz="2625" b="1">
                <a:solidFill>
                  <a:srgbClr val="B73513"/>
                </a:solidFill>
                <a:latin typeface="Arial"/>
                <a:ea typeface="Arial"/>
                <a:cs typeface="Arial"/>
              </a:defRPr>
            </a:lvl4pPr>
            <a:lvl5pPr algn="l">
              <a:defRPr sz="2625" b="1">
                <a:solidFill>
                  <a:srgbClr val="B73513"/>
                </a:solidFill>
                <a:latin typeface="Arial"/>
                <a:ea typeface="Arial"/>
                <a:cs typeface="Arial"/>
              </a:defRPr>
            </a:lvl5pPr>
            <a:lvl6pPr algn="l">
              <a:defRPr sz="2625" b="1">
                <a:solidFill>
                  <a:srgbClr val="B73513"/>
                </a:solidFill>
                <a:latin typeface="Arial"/>
                <a:ea typeface="Arial"/>
                <a:cs typeface="Arial"/>
              </a:defRPr>
            </a:lvl6pPr>
            <a:lvl7pPr algn="l">
              <a:defRPr sz="2625" b="1">
                <a:solidFill>
                  <a:srgbClr val="B73513"/>
                </a:solidFill>
                <a:latin typeface="Arial"/>
                <a:ea typeface="Arial"/>
                <a:cs typeface="Arial"/>
              </a:defRPr>
            </a:lvl7pPr>
            <a:lvl8pPr algn="l">
              <a:defRPr sz="2625" b="1">
                <a:solidFill>
                  <a:srgbClr val="B73513"/>
                </a:solidFill>
                <a:latin typeface="Arial"/>
                <a:ea typeface="Arial"/>
                <a:cs typeface="Arial"/>
              </a:defRPr>
            </a:lvl8pPr>
            <a:lvl9pPr algn="l">
              <a:defRPr sz="2625" b="1">
                <a:solidFill>
                  <a:srgbClr val="B73513"/>
                </a:solidFill>
                <a:latin typeface="Arial"/>
                <a:ea typeface="Arial"/>
                <a:cs typeface="Arial"/>
              </a:defRPr>
            </a:lvl9pPr>
          </a:lstStyle>
          <a:p xmlns:a="http://schemas.openxmlformats.org/drawingml/2006/main">
            <a:pPr algn="l">
              <a:lnSpc>
                <a:spcPct val="100000"/>
              </a:lnSpc>
              <a:buNone/>
              <a:defRPr sz="2625" b="1">
                <a:solidFill>
                  <a:srgbClr val="B73513"/>
                </a:solidFill>
                <a:latin typeface="Arial"/>
                <a:ea typeface="Arial"/>
                <a:cs typeface="Arial"/>
              </a:defRPr>
            </a:pPr>
            <a:r>
              <a:rPr sz="2625" b="1">
                <a:solidFill>
                  <a:srgbClr val="B73513"/>
                </a:solidFill>
                <a:latin typeface="Arial"/>
                <a:ea typeface="Arial"/>
                <a:cs typeface="Arial"/>
              </a:rPr>
              <a:t>fibonacci(2) happens twice.</a:t>
            </a:r>
          </a:p>
        </p:txBody>
      </p:sp>
      <p:sp>
        <p:nvSpPr>
          <p:cNvPr id="43" name="The same answer is calculated again.">
            <a:extLst xmlns:a="http://schemas.openxmlformats.org/drawingml/2006/main">
              <a:ext uri="{FF2B5EF4-FFF2-40B4-BE49-F238E27FC236}">
                <a16:creationId xmlns:a16="http://schemas.microsoft.com/office/drawing/2014/main" id="{4E676EDC-2610-4E4A-9C17-D8620CFA3C22}"/>
              </a:ext>
            </a:extLst>
          </p:cNvPr>
          <p:cNvSpPr>
            <a:spLocks xmlns:a="http://schemas.openxmlformats.org/drawingml/2006/main" noGrp="1"/>
          </p:cNvSpPr>
          <p:nvPr/>
        </p:nvSpPr>
        <p:spPr>
          <a:xfrm xmlns:a="http://schemas.openxmlformats.org/drawingml/2006/main">
            <a:off x="9563100" y="8172450"/>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96167"/>
                </a:solidFill>
                <a:latin typeface="Arial"/>
                <a:ea typeface="Arial"/>
                <a:cs typeface="Arial"/>
              </a:defRPr>
            </a:defPPr>
            <a:lvl1pPr algn="l">
              <a:defRPr sz="2250" b="0">
                <a:solidFill>
                  <a:srgbClr val="596167"/>
                </a:solidFill>
                <a:latin typeface="Arial"/>
                <a:ea typeface="Arial"/>
                <a:cs typeface="Arial"/>
              </a:defRPr>
            </a:lvl1pPr>
            <a:lvl2pPr algn="l">
              <a:defRPr sz="2250" b="0">
                <a:solidFill>
                  <a:srgbClr val="596167"/>
                </a:solidFill>
                <a:latin typeface="Arial"/>
                <a:ea typeface="Arial"/>
                <a:cs typeface="Arial"/>
              </a:defRPr>
            </a:lvl2pPr>
            <a:lvl3pPr algn="l">
              <a:defRPr sz="2250" b="0">
                <a:solidFill>
                  <a:srgbClr val="596167"/>
                </a:solidFill>
                <a:latin typeface="Arial"/>
                <a:ea typeface="Arial"/>
                <a:cs typeface="Arial"/>
              </a:defRPr>
            </a:lvl3pPr>
            <a:lvl4pPr algn="l">
              <a:defRPr sz="2250" b="0">
                <a:solidFill>
                  <a:srgbClr val="596167"/>
                </a:solidFill>
                <a:latin typeface="Arial"/>
                <a:ea typeface="Arial"/>
                <a:cs typeface="Arial"/>
              </a:defRPr>
            </a:lvl4pPr>
            <a:lvl5pPr algn="l">
              <a:defRPr sz="2250" b="0">
                <a:solidFill>
                  <a:srgbClr val="596167"/>
                </a:solidFill>
                <a:latin typeface="Arial"/>
                <a:ea typeface="Arial"/>
                <a:cs typeface="Arial"/>
              </a:defRPr>
            </a:lvl5pPr>
            <a:lvl6pPr algn="l">
              <a:defRPr sz="2250" b="0">
                <a:solidFill>
                  <a:srgbClr val="596167"/>
                </a:solidFill>
                <a:latin typeface="Arial"/>
                <a:ea typeface="Arial"/>
                <a:cs typeface="Arial"/>
              </a:defRPr>
            </a:lvl6pPr>
            <a:lvl7pPr algn="l">
              <a:defRPr sz="2250" b="0">
                <a:solidFill>
                  <a:srgbClr val="596167"/>
                </a:solidFill>
                <a:latin typeface="Arial"/>
                <a:ea typeface="Arial"/>
                <a:cs typeface="Arial"/>
              </a:defRPr>
            </a:lvl7pPr>
            <a:lvl8pPr algn="l">
              <a:defRPr sz="2250" b="0">
                <a:solidFill>
                  <a:srgbClr val="596167"/>
                </a:solidFill>
                <a:latin typeface="Arial"/>
                <a:ea typeface="Arial"/>
                <a:cs typeface="Arial"/>
              </a:defRPr>
            </a:lvl8pPr>
            <a:lvl9pPr algn="l">
              <a:defRPr sz="2250" b="0">
                <a:solidFill>
                  <a:srgbClr val="596167"/>
                </a:solidFill>
                <a:latin typeface="Arial"/>
                <a:ea typeface="Arial"/>
                <a:cs typeface="Arial"/>
              </a:defRPr>
            </a:lvl9pPr>
          </a:lstStyle>
          <a:p xmlns:a="http://schemas.openxmlformats.org/drawingml/2006/main">
            <a:pPr algn="l">
              <a:lnSpc>
                <a:spcPct val="100000"/>
              </a:lnSpc>
              <a:buNone/>
              <a:defRPr sz="2250" b="0">
                <a:solidFill>
                  <a:srgbClr val="596167"/>
                </a:solidFill>
                <a:latin typeface="Arial"/>
                <a:ea typeface="Arial"/>
                <a:cs typeface="Arial"/>
              </a:defRPr>
            </a:pPr>
            <a:r>
              <a:rPr sz="2250" b="0">
                <a:solidFill>
                  <a:srgbClr val="596167"/>
                </a:solidFill>
                <a:latin typeface="Arial"/>
                <a:ea typeface="Arial"/>
                <a:cs typeface="Arial"/>
              </a:rPr>
              <a:t>The same answer is calculated again.</a:t>
            </a:r>
          </a:p>
        </p:txBody>
      </p:sp>
      <p:sp>
        <p:nvSpPr>
          <p:cNvPr id="44" name="">
            <a:extLst xmlns:a="http://schemas.openxmlformats.org/drawingml/2006/main">
              <a:ext uri="{FF2B5EF4-FFF2-40B4-BE49-F238E27FC236}">
                <a16:creationId xmlns:a16="http://schemas.microsoft.com/office/drawing/2014/main" id="{505F39E3-6E0A-46CE-A068-2C516678A1E3}"/>
              </a:ext>
            </a:extLst>
          </p:cNvPr>
          <p:cNvSpPr>
            <a:spLocks xmlns:a="http://schemas.openxmlformats.org/drawingml/2006/main" noGrp="1"/>
          </p:cNvSpPr>
          <p:nvPr/>
        </p:nvSpPr>
        <p:spPr>
          <a:xfrm xmlns:a="http://schemas.openxmlformats.org/drawingml/2006/main">
            <a:off x="914400" y="8858250"/>
            <a:ext cx="16459200" cy="781050"/>
          </a:xfrm>
          <a:prstGeom xmlns:a="http://schemas.openxmlformats.org/drawingml/2006/main" prst="rect">
            <a:avLst/>
          </a:prstGeom>
          <a:solidFill xmlns:a="http://schemas.openxmlformats.org/drawingml/2006/main">
            <a:srgbClr val="FFF2E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348A919-A431-4ABB-834E-AC06CBF7CA2D}"/>
              </a:ext>
            </a:extLst>
          </p:cNvPr>
          <p:cNvSpPr>
            <a:spLocks xmlns:a="http://schemas.openxmlformats.org/drawingml/2006/main" noGrp="1"/>
          </p:cNvSpPr>
          <p:nvPr/>
        </p:nvSpPr>
        <p:spPr>
          <a:xfrm xmlns:a="http://schemas.openxmlformats.org/drawingml/2006/main">
            <a:off x="914400" y="8858250"/>
            <a:ext cx="57150" cy="78105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46" name="All calls over time are shown here. Only one call execu">
            <a:extLst xmlns:a="http://schemas.openxmlformats.org/drawingml/2006/main">
              <a:ext uri="{FF2B5EF4-FFF2-40B4-BE49-F238E27FC236}">
                <a16:creationId xmlns:a16="http://schemas.microsoft.com/office/drawing/2014/main" id="{472FCFAB-55FD-4F95-B6D1-FEE8AAB86EE6}"/>
              </a:ext>
            </a:extLst>
          </p:cNvPr>
          <p:cNvSpPr>
            <a:spLocks xmlns:a="http://schemas.openxmlformats.org/drawingml/2006/main" noGrp="1"/>
          </p:cNvSpPr>
          <p:nvPr/>
        </p:nvSpPr>
        <p:spPr>
          <a:xfrm xmlns:a="http://schemas.openxmlformats.org/drawingml/2006/main">
            <a:off x="1190625" y="9029700"/>
            <a:ext cx="1581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202426"/>
                </a:solidFill>
                <a:latin typeface="Arial"/>
                <a:ea typeface="Arial"/>
                <a:cs typeface="Arial"/>
              </a:defRPr>
            </a:defPPr>
            <a:lvl1pPr algn="l">
              <a:defRPr sz="2625" b="0">
                <a:solidFill>
                  <a:srgbClr val="202426"/>
                </a:solidFill>
                <a:latin typeface="Arial"/>
                <a:ea typeface="Arial"/>
                <a:cs typeface="Arial"/>
              </a:defRPr>
            </a:lvl1pPr>
            <a:lvl2pPr algn="l">
              <a:defRPr sz="2625" b="0">
                <a:solidFill>
                  <a:srgbClr val="202426"/>
                </a:solidFill>
                <a:latin typeface="Arial"/>
                <a:ea typeface="Arial"/>
                <a:cs typeface="Arial"/>
              </a:defRPr>
            </a:lvl2pPr>
            <a:lvl3pPr algn="l">
              <a:defRPr sz="2625" b="0">
                <a:solidFill>
                  <a:srgbClr val="202426"/>
                </a:solidFill>
                <a:latin typeface="Arial"/>
                <a:ea typeface="Arial"/>
                <a:cs typeface="Arial"/>
              </a:defRPr>
            </a:lvl3pPr>
            <a:lvl4pPr algn="l">
              <a:defRPr sz="2625" b="0">
                <a:solidFill>
                  <a:srgbClr val="202426"/>
                </a:solidFill>
                <a:latin typeface="Arial"/>
                <a:ea typeface="Arial"/>
                <a:cs typeface="Arial"/>
              </a:defRPr>
            </a:lvl4pPr>
            <a:lvl5pPr algn="l">
              <a:defRPr sz="2625" b="0">
                <a:solidFill>
                  <a:srgbClr val="202426"/>
                </a:solidFill>
                <a:latin typeface="Arial"/>
                <a:ea typeface="Arial"/>
                <a:cs typeface="Arial"/>
              </a:defRPr>
            </a:lvl5pPr>
            <a:lvl6pPr algn="l">
              <a:defRPr sz="2625" b="0">
                <a:solidFill>
                  <a:srgbClr val="202426"/>
                </a:solidFill>
                <a:latin typeface="Arial"/>
                <a:ea typeface="Arial"/>
                <a:cs typeface="Arial"/>
              </a:defRPr>
            </a:lvl6pPr>
            <a:lvl7pPr algn="l">
              <a:defRPr sz="2625" b="0">
                <a:solidFill>
                  <a:srgbClr val="202426"/>
                </a:solidFill>
                <a:latin typeface="Arial"/>
                <a:ea typeface="Arial"/>
                <a:cs typeface="Arial"/>
              </a:defRPr>
            </a:lvl7pPr>
            <a:lvl8pPr algn="l">
              <a:defRPr sz="2625" b="0">
                <a:solidFill>
                  <a:srgbClr val="202426"/>
                </a:solidFill>
                <a:latin typeface="Arial"/>
                <a:ea typeface="Arial"/>
                <a:cs typeface="Arial"/>
              </a:defRPr>
            </a:lvl8pPr>
            <a:lvl9pPr algn="l">
              <a:defRPr sz="2625" b="0">
                <a:solidFill>
                  <a:srgbClr val="202426"/>
                </a:solidFill>
                <a:latin typeface="Arial"/>
                <a:ea typeface="Arial"/>
                <a:cs typeface="Arial"/>
              </a:defRPr>
            </a:lvl9pPr>
          </a:lstStyle>
          <a:p xmlns:a="http://schemas.openxmlformats.org/drawingml/2006/main">
            <a:pPr algn="l">
              <a:lnSpc>
                <a:spcPct val="100000"/>
              </a:lnSpc>
              <a:buNone/>
              <a:defRPr sz="2625" b="0">
                <a:solidFill>
                  <a:srgbClr val="202426"/>
                </a:solidFill>
                <a:latin typeface="Arial"/>
                <a:ea typeface="Arial"/>
                <a:cs typeface="Arial"/>
              </a:defRPr>
            </a:pPr>
            <a:r>
              <a:rPr sz="2625" b="0">
                <a:solidFill>
                  <a:srgbClr val="202426"/>
                </a:solidFill>
                <a:latin typeface="Arial"/>
                <a:ea typeface="Arial"/>
                <a:cs typeface="Arial"/>
              </a:rPr>
              <a:t>All calls over time are shown here. Only one call executes at a time.</a:t>
            </a:r>
          </a:p>
        </p:txBody>
      </p:sp>
    </p:spTree>
    <p:extLst>
      <p:ext uri="{BB962C8B-B14F-4D97-AF65-F5344CB8AC3E}">
        <p14:creationId xmlns:p14="http://schemas.microsoft.com/office/powerpoint/2010/main" val="16174234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RECURSION">
            <a:extLst xmlns:a="http://schemas.openxmlformats.org/drawingml/2006/main">
              <a:ext uri="{FF2B5EF4-FFF2-40B4-BE49-F238E27FC236}">
                <a16:creationId xmlns:a16="http://schemas.microsoft.com/office/drawing/2014/main" id="{118FC60F-A38F-4AA9-AFD2-4F52998058D8}"/>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3B4AD0A7-5045-46F7-94CB-AC4B6680A94C}"/>
              </a:ext>
            </a:extLst>
          </p:cNvPr>
          <p:cNvPicPr>
            <a:picLocks xmlns:a="http://schemas.openxmlformats.org/drawingml/2006/main" noChangeAspect="1"/>
          </p:cNvPicPr>
          <p:nvPr/>
        </p:nvPicPr>
        <p:blipFill>
          <a:blip xmlns:r="http://schemas.openxmlformats.org/officeDocument/2006/relationships" xmlns:a="http://schemas.openxmlformats.org/drawingml/2006/main" r:embed="R721f8979315c4b35"/>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Tower of Hanoi">
            <a:extLst xmlns:a="http://schemas.openxmlformats.org/drawingml/2006/main">
              <a:ext uri="{FF2B5EF4-FFF2-40B4-BE49-F238E27FC236}">
                <a16:creationId xmlns:a16="http://schemas.microsoft.com/office/drawing/2014/main" id="{367C12C0-D09B-4335-933B-3F38C9E362D9}"/>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Tower of Hanoi</a:t>
            </a:r>
          </a:p>
        </p:txBody>
      </p:sp>
      <p:sp>
        <p:nvSpPr>
          <p:cNvPr id="4" name="">
            <a:extLst xmlns:a="http://schemas.openxmlformats.org/drawingml/2006/main">
              <a:ext uri="{FF2B5EF4-FFF2-40B4-BE49-F238E27FC236}">
                <a16:creationId xmlns:a16="http://schemas.microsoft.com/office/drawing/2014/main" id="{7E5E6444-7F22-47C4-9FE0-B60437A0C8E9}"/>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88FEAA73-B4CC-4DB5-AF35-4A7DF9366B05}"/>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21">
            <a:extLst xmlns:a="http://schemas.openxmlformats.org/drawingml/2006/main">
              <a:ext uri="{FF2B5EF4-FFF2-40B4-BE49-F238E27FC236}">
                <a16:creationId xmlns:a16="http://schemas.microsoft.com/office/drawing/2014/main" id="{06426EF8-53E0-457E-A852-3C317039AE90}"/>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21</a:t>
            </a:r>
          </a:p>
        </p:txBody>
      </p:sp>
      <p:sp>
        <p:nvSpPr>
          <p:cNvPr id="7" name="Move all three disks from A to C, using B.">
            <a:extLst xmlns:a="http://schemas.openxmlformats.org/drawingml/2006/main">
              <a:ext uri="{FF2B5EF4-FFF2-40B4-BE49-F238E27FC236}">
                <a16:creationId xmlns:a16="http://schemas.microsoft.com/office/drawing/2014/main" id="{BD094C71-D00B-43BC-8F0F-628A15F67074}"/>
              </a:ext>
            </a:extLst>
          </p:cNvPr>
          <p:cNvSpPr>
            <a:spLocks xmlns:a="http://schemas.openxmlformats.org/drawingml/2006/main" noGrp="1"/>
          </p:cNvSpPr>
          <p:nvPr/>
        </p:nvSpPr>
        <p:spPr>
          <a:xfrm xmlns:a="http://schemas.openxmlformats.org/drawingml/2006/main">
            <a:off x="914400" y="2686050"/>
            <a:ext cx="16459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202426"/>
                </a:solidFill>
                <a:latin typeface="Arial"/>
                <a:ea typeface="Arial"/>
                <a:cs typeface="Arial"/>
              </a:defRPr>
            </a:defPPr>
            <a:lvl1pPr algn="l">
              <a:defRPr sz="3300" b="0">
                <a:solidFill>
                  <a:srgbClr val="202426"/>
                </a:solidFill>
                <a:latin typeface="Arial"/>
                <a:ea typeface="Arial"/>
                <a:cs typeface="Arial"/>
              </a:defRPr>
            </a:lvl1pPr>
            <a:lvl2pPr algn="l">
              <a:defRPr sz="3300" b="0">
                <a:solidFill>
                  <a:srgbClr val="202426"/>
                </a:solidFill>
                <a:latin typeface="Arial"/>
                <a:ea typeface="Arial"/>
                <a:cs typeface="Arial"/>
              </a:defRPr>
            </a:lvl2pPr>
            <a:lvl3pPr algn="l">
              <a:defRPr sz="3300" b="0">
                <a:solidFill>
                  <a:srgbClr val="202426"/>
                </a:solidFill>
                <a:latin typeface="Arial"/>
                <a:ea typeface="Arial"/>
                <a:cs typeface="Arial"/>
              </a:defRPr>
            </a:lvl3pPr>
            <a:lvl4pPr algn="l">
              <a:defRPr sz="3300" b="0">
                <a:solidFill>
                  <a:srgbClr val="202426"/>
                </a:solidFill>
                <a:latin typeface="Arial"/>
                <a:ea typeface="Arial"/>
                <a:cs typeface="Arial"/>
              </a:defRPr>
            </a:lvl4pPr>
            <a:lvl5pPr algn="l">
              <a:defRPr sz="3300" b="0">
                <a:solidFill>
                  <a:srgbClr val="202426"/>
                </a:solidFill>
                <a:latin typeface="Arial"/>
                <a:ea typeface="Arial"/>
                <a:cs typeface="Arial"/>
              </a:defRPr>
            </a:lvl5pPr>
            <a:lvl6pPr algn="l">
              <a:defRPr sz="3300" b="0">
                <a:solidFill>
                  <a:srgbClr val="202426"/>
                </a:solidFill>
                <a:latin typeface="Arial"/>
                <a:ea typeface="Arial"/>
                <a:cs typeface="Arial"/>
              </a:defRPr>
            </a:lvl6pPr>
            <a:lvl7pPr algn="l">
              <a:defRPr sz="3300" b="0">
                <a:solidFill>
                  <a:srgbClr val="202426"/>
                </a:solidFill>
                <a:latin typeface="Arial"/>
                <a:ea typeface="Arial"/>
                <a:cs typeface="Arial"/>
              </a:defRPr>
            </a:lvl7pPr>
            <a:lvl8pPr algn="l">
              <a:defRPr sz="3300" b="0">
                <a:solidFill>
                  <a:srgbClr val="202426"/>
                </a:solidFill>
                <a:latin typeface="Arial"/>
                <a:ea typeface="Arial"/>
                <a:cs typeface="Arial"/>
              </a:defRPr>
            </a:lvl8pPr>
            <a:lvl9pPr algn="l">
              <a:defRPr sz="3300" b="0">
                <a:solidFill>
                  <a:srgbClr val="202426"/>
                </a:solidFill>
                <a:latin typeface="Arial"/>
                <a:ea typeface="Arial"/>
                <a:cs typeface="Arial"/>
              </a:defRPr>
            </a:lvl9pPr>
          </a:lstStyle>
          <a:p xmlns:a="http://schemas.openxmlformats.org/drawingml/2006/main">
            <a:pPr algn="l">
              <a:lnSpc>
                <a:spcPct val="100000"/>
              </a:lnSpc>
              <a:buNone/>
              <a:defRPr sz="3300" b="0">
                <a:solidFill>
                  <a:srgbClr val="202426"/>
                </a:solidFill>
                <a:latin typeface="Arial"/>
                <a:ea typeface="Arial"/>
                <a:cs typeface="Arial"/>
              </a:defRPr>
            </a:pPr>
            <a:r>
              <a:rPr sz="3300" b="0">
                <a:solidFill>
                  <a:srgbClr val="202426"/>
                </a:solidFill>
                <a:latin typeface="Arial"/>
                <a:ea typeface="Arial"/>
                <a:cs typeface="Arial"/>
              </a:rPr>
              <a:t>Move all three disks from A to C, using B.</a:t>
            </a:r>
          </a:p>
        </p:txBody>
      </p:sp>
      <p:sp>
        <p:nvSpPr>
          <p:cNvPr id="8" name="Start on A">
            <a:extLst xmlns:a="http://schemas.openxmlformats.org/drawingml/2006/main">
              <a:ext uri="{FF2B5EF4-FFF2-40B4-BE49-F238E27FC236}">
                <a16:creationId xmlns:a16="http://schemas.microsoft.com/office/drawing/2014/main" id="{F9482029-D67B-4736-B015-F63755531A03}"/>
              </a:ext>
            </a:extLst>
          </p:cNvPr>
          <p:cNvSpPr>
            <a:spLocks xmlns:a="http://schemas.openxmlformats.org/drawingml/2006/main" noGrp="1"/>
          </p:cNvSpPr>
          <p:nvPr/>
        </p:nvSpPr>
        <p:spPr>
          <a:xfrm xmlns:a="http://schemas.openxmlformats.org/drawingml/2006/main">
            <a:off x="914400" y="3724275"/>
            <a:ext cx="723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202426"/>
                </a:solidFill>
                <a:latin typeface="Arial"/>
                <a:ea typeface="Arial"/>
                <a:cs typeface="Arial"/>
              </a:defRPr>
            </a:defPPr>
            <a:lvl1pPr algn="l">
              <a:defRPr sz="2925" b="1">
                <a:solidFill>
                  <a:srgbClr val="202426"/>
                </a:solidFill>
                <a:latin typeface="Arial"/>
                <a:ea typeface="Arial"/>
                <a:cs typeface="Arial"/>
              </a:defRPr>
            </a:lvl1pPr>
            <a:lvl2pPr algn="l">
              <a:defRPr sz="2925" b="1">
                <a:solidFill>
                  <a:srgbClr val="202426"/>
                </a:solidFill>
                <a:latin typeface="Arial"/>
                <a:ea typeface="Arial"/>
                <a:cs typeface="Arial"/>
              </a:defRPr>
            </a:lvl2pPr>
            <a:lvl3pPr algn="l">
              <a:defRPr sz="2925" b="1">
                <a:solidFill>
                  <a:srgbClr val="202426"/>
                </a:solidFill>
                <a:latin typeface="Arial"/>
                <a:ea typeface="Arial"/>
                <a:cs typeface="Arial"/>
              </a:defRPr>
            </a:lvl3pPr>
            <a:lvl4pPr algn="l">
              <a:defRPr sz="2925" b="1">
                <a:solidFill>
                  <a:srgbClr val="202426"/>
                </a:solidFill>
                <a:latin typeface="Arial"/>
                <a:ea typeface="Arial"/>
                <a:cs typeface="Arial"/>
              </a:defRPr>
            </a:lvl4pPr>
            <a:lvl5pPr algn="l">
              <a:defRPr sz="2925" b="1">
                <a:solidFill>
                  <a:srgbClr val="202426"/>
                </a:solidFill>
                <a:latin typeface="Arial"/>
                <a:ea typeface="Arial"/>
                <a:cs typeface="Arial"/>
              </a:defRPr>
            </a:lvl5pPr>
            <a:lvl6pPr algn="l">
              <a:defRPr sz="2925" b="1">
                <a:solidFill>
                  <a:srgbClr val="202426"/>
                </a:solidFill>
                <a:latin typeface="Arial"/>
                <a:ea typeface="Arial"/>
                <a:cs typeface="Arial"/>
              </a:defRPr>
            </a:lvl6pPr>
            <a:lvl7pPr algn="l">
              <a:defRPr sz="2925" b="1">
                <a:solidFill>
                  <a:srgbClr val="202426"/>
                </a:solidFill>
                <a:latin typeface="Arial"/>
                <a:ea typeface="Arial"/>
                <a:cs typeface="Arial"/>
              </a:defRPr>
            </a:lvl7pPr>
            <a:lvl8pPr algn="l">
              <a:defRPr sz="2925" b="1">
                <a:solidFill>
                  <a:srgbClr val="202426"/>
                </a:solidFill>
                <a:latin typeface="Arial"/>
                <a:ea typeface="Arial"/>
                <a:cs typeface="Arial"/>
              </a:defRPr>
            </a:lvl8pPr>
            <a:lvl9pPr algn="l">
              <a:defRPr sz="2925" b="1">
                <a:solidFill>
                  <a:srgbClr val="202426"/>
                </a:solidFill>
                <a:latin typeface="Arial"/>
                <a:ea typeface="Arial"/>
                <a:cs typeface="Arial"/>
              </a:defRPr>
            </a:lvl9pPr>
          </a:lstStyle>
          <a:p xmlns:a="http://schemas.openxmlformats.org/drawingml/2006/main">
            <a:pPr algn="l">
              <a:lnSpc>
                <a:spcPct val="100000"/>
              </a:lnSpc>
              <a:buNone/>
              <a:defRPr sz="2925" b="1">
                <a:solidFill>
                  <a:srgbClr val="202426"/>
                </a:solidFill>
                <a:latin typeface="Arial"/>
                <a:ea typeface="Arial"/>
                <a:cs typeface="Arial"/>
              </a:defRPr>
            </a:pPr>
            <a:r>
              <a:rPr sz="2925" b="1">
                <a:solidFill>
                  <a:srgbClr val="202426"/>
                </a:solidFill>
                <a:latin typeface="Arial"/>
                <a:ea typeface="Arial"/>
                <a:cs typeface="Arial"/>
              </a:rPr>
              <a:t>Start on A</a:t>
            </a:r>
          </a:p>
        </p:txBody>
      </p:sp>
      <p:sp>
        <p:nvSpPr>
          <p:cNvPr id="9" name="Goal on C">
            <a:extLst xmlns:a="http://schemas.openxmlformats.org/drawingml/2006/main">
              <a:ext uri="{FF2B5EF4-FFF2-40B4-BE49-F238E27FC236}">
                <a16:creationId xmlns:a16="http://schemas.microsoft.com/office/drawing/2014/main" id="{4827A941-C882-4B4E-A88A-2B2398187457}"/>
              </a:ext>
            </a:extLst>
          </p:cNvPr>
          <p:cNvSpPr>
            <a:spLocks xmlns:a="http://schemas.openxmlformats.org/drawingml/2006/main" noGrp="1"/>
          </p:cNvSpPr>
          <p:nvPr/>
        </p:nvSpPr>
        <p:spPr>
          <a:xfrm xmlns:a="http://schemas.openxmlformats.org/drawingml/2006/main">
            <a:off x="10134600" y="3724275"/>
            <a:ext cx="723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73513"/>
                </a:solidFill>
                <a:latin typeface="Arial"/>
                <a:ea typeface="Arial"/>
                <a:cs typeface="Arial"/>
              </a:defRPr>
            </a:defPPr>
            <a:lvl1pPr algn="l">
              <a:defRPr sz="2925" b="1">
                <a:solidFill>
                  <a:srgbClr val="B73513"/>
                </a:solidFill>
                <a:latin typeface="Arial"/>
                <a:ea typeface="Arial"/>
                <a:cs typeface="Arial"/>
              </a:defRPr>
            </a:lvl1pPr>
            <a:lvl2pPr algn="l">
              <a:defRPr sz="2925" b="1">
                <a:solidFill>
                  <a:srgbClr val="B73513"/>
                </a:solidFill>
                <a:latin typeface="Arial"/>
                <a:ea typeface="Arial"/>
                <a:cs typeface="Arial"/>
              </a:defRPr>
            </a:lvl2pPr>
            <a:lvl3pPr algn="l">
              <a:defRPr sz="2925" b="1">
                <a:solidFill>
                  <a:srgbClr val="B73513"/>
                </a:solidFill>
                <a:latin typeface="Arial"/>
                <a:ea typeface="Arial"/>
                <a:cs typeface="Arial"/>
              </a:defRPr>
            </a:lvl3pPr>
            <a:lvl4pPr algn="l">
              <a:defRPr sz="2925" b="1">
                <a:solidFill>
                  <a:srgbClr val="B73513"/>
                </a:solidFill>
                <a:latin typeface="Arial"/>
                <a:ea typeface="Arial"/>
                <a:cs typeface="Arial"/>
              </a:defRPr>
            </a:lvl4pPr>
            <a:lvl5pPr algn="l">
              <a:defRPr sz="2925" b="1">
                <a:solidFill>
                  <a:srgbClr val="B73513"/>
                </a:solidFill>
                <a:latin typeface="Arial"/>
                <a:ea typeface="Arial"/>
                <a:cs typeface="Arial"/>
              </a:defRPr>
            </a:lvl5pPr>
            <a:lvl6pPr algn="l">
              <a:defRPr sz="2925" b="1">
                <a:solidFill>
                  <a:srgbClr val="B73513"/>
                </a:solidFill>
                <a:latin typeface="Arial"/>
                <a:ea typeface="Arial"/>
                <a:cs typeface="Arial"/>
              </a:defRPr>
            </a:lvl6pPr>
            <a:lvl7pPr algn="l">
              <a:defRPr sz="2925" b="1">
                <a:solidFill>
                  <a:srgbClr val="B73513"/>
                </a:solidFill>
                <a:latin typeface="Arial"/>
                <a:ea typeface="Arial"/>
                <a:cs typeface="Arial"/>
              </a:defRPr>
            </a:lvl7pPr>
            <a:lvl8pPr algn="l">
              <a:defRPr sz="2925" b="1">
                <a:solidFill>
                  <a:srgbClr val="B73513"/>
                </a:solidFill>
                <a:latin typeface="Arial"/>
                <a:ea typeface="Arial"/>
                <a:cs typeface="Arial"/>
              </a:defRPr>
            </a:lvl8pPr>
            <a:lvl9pPr algn="l">
              <a:defRPr sz="2925" b="1">
                <a:solidFill>
                  <a:srgbClr val="B73513"/>
                </a:solidFill>
                <a:latin typeface="Arial"/>
                <a:ea typeface="Arial"/>
                <a:cs typeface="Arial"/>
              </a:defRPr>
            </a:lvl9pPr>
          </a:lstStyle>
          <a:p xmlns:a="http://schemas.openxmlformats.org/drawingml/2006/main">
            <a:pPr algn="l">
              <a:lnSpc>
                <a:spcPct val="100000"/>
              </a:lnSpc>
              <a:buNone/>
              <a:defRPr sz="2925" b="1">
                <a:solidFill>
                  <a:srgbClr val="B73513"/>
                </a:solidFill>
                <a:latin typeface="Arial"/>
                <a:ea typeface="Arial"/>
                <a:cs typeface="Arial"/>
              </a:defRPr>
            </a:pPr>
            <a:r>
              <a:rPr sz="2925" b="1">
                <a:solidFill>
                  <a:srgbClr val="B73513"/>
                </a:solidFill>
                <a:latin typeface="Arial"/>
                <a:ea typeface="Arial"/>
                <a:cs typeface="Arial"/>
              </a:rPr>
              <a:t>Goal on C</a:t>
            </a:r>
          </a:p>
        </p:txBody>
      </p:sp>
      <p:sp>
        <p:nvSpPr>
          <p:cNvPr id="10" name="">
            <a:extLst xmlns:a="http://schemas.openxmlformats.org/drawingml/2006/main">
              <a:ext uri="{FF2B5EF4-FFF2-40B4-BE49-F238E27FC236}">
                <a16:creationId xmlns:a16="http://schemas.microsoft.com/office/drawing/2014/main" id="{A0587C64-0B20-43FA-9AFA-1437BDAA9457}"/>
              </a:ext>
            </a:extLst>
          </p:cNvPr>
          <p:cNvSpPr>
            <a:spLocks xmlns:a="http://schemas.openxmlformats.org/drawingml/2006/main" noGrp="1"/>
          </p:cNvSpPr>
          <p:nvPr/>
        </p:nvSpPr>
        <p:spPr>
          <a:xfrm xmlns:a="http://schemas.openxmlformats.org/drawingml/2006/main">
            <a:off x="914400" y="7086600"/>
            <a:ext cx="7239000" cy="4762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A72A27-1D37-4B60-84EB-9F66037A1B8A}"/>
              </a:ext>
            </a:extLst>
          </p:cNvPr>
          <p:cNvSpPr>
            <a:spLocks xmlns:a="http://schemas.openxmlformats.org/drawingml/2006/main" noGrp="1"/>
          </p:cNvSpPr>
          <p:nvPr/>
        </p:nvSpPr>
        <p:spPr>
          <a:xfrm xmlns:a="http://schemas.openxmlformats.org/drawingml/2006/main">
            <a:off x="2092325" y="4629150"/>
            <a:ext cx="57150" cy="2457450"/>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12" name="A">
            <a:extLst xmlns:a="http://schemas.openxmlformats.org/drawingml/2006/main">
              <a:ext uri="{FF2B5EF4-FFF2-40B4-BE49-F238E27FC236}">
                <a16:creationId xmlns:a16="http://schemas.microsoft.com/office/drawing/2014/main" id="{0514FD3B-0CCA-4B20-B90C-00A7A7515C7A}"/>
              </a:ext>
            </a:extLst>
          </p:cNvPr>
          <p:cNvSpPr>
            <a:spLocks xmlns:a="http://schemas.openxmlformats.org/drawingml/2006/main" noGrp="1"/>
          </p:cNvSpPr>
          <p:nvPr/>
        </p:nvSpPr>
        <p:spPr>
          <a:xfrm xmlns:a="http://schemas.openxmlformats.org/drawingml/2006/main">
            <a:off x="1692275" y="72485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A</a:t>
            </a:r>
          </a:p>
        </p:txBody>
      </p:sp>
      <p:sp>
        <p:nvSpPr>
          <p:cNvPr id="13" name="Disk 3 on peg A">
            <a:extLst xmlns:a="http://schemas.openxmlformats.org/drawingml/2006/main">
              <a:ext uri="{FF2B5EF4-FFF2-40B4-BE49-F238E27FC236}">
                <a16:creationId xmlns:a16="http://schemas.microsoft.com/office/drawing/2014/main" id="{A2BBA90F-F87E-4088-9C02-ECE664EE5820}"/>
              </a:ext>
            </a:extLst>
          </p:cNvPr>
          <p:cNvSpPr>
            <a:spLocks xmlns:a="http://schemas.openxmlformats.org/drawingml/2006/main" noGrp="1"/>
          </p:cNvSpPr>
          <p:nvPr/>
        </p:nvSpPr>
        <p:spPr>
          <a:xfrm xmlns:a="http://schemas.openxmlformats.org/drawingml/2006/main">
            <a:off x="1071245" y="6638925"/>
            <a:ext cx="2099310" cy="41910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4" name="3">
            <a:extLst xmlns:a="http://schemas.openxmlformats.org/drawingml/2006/main">
              <a:ext uri="{FF2B5EF4-FFF2-40B4-BE49-F238E27FC236}">
                <a16:creationId xmlns:a16="http://schemas.microsoft.com/office/drawing/2014/main" id="{207996C7-4851-43EC-8EDF-47E1C81952B3}"/>
              </a:ext>
            </a:extLst>
          </p:cNvPr>
          <p:cNvSpPr>
            <a:spLocks xmlns:a="http://schemas.openxmlformats.org/drawingml/2006/main" noGrp="1"/>
          </p:cNvSpPr>
          <p:nvPr/>
        </p:nvSpPr>
        <p:spPr>
          <a:xfrm xmlns:a="http://schemas.openxmlformats.org/drawingml/2006/main">
            <a:off x="1071245" y="6667500"/>
            <a:ext cx="209931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FFFFFF"/>
                </a:solidFill>
                <a:latin typeface="Arial"/>
                <a:ea typeface="Arial"/>
                <a:cs typeface="Arial"/>
              </a:defRPr>
            </a:defPPr>
            <a:lvl1pPr algn="ctr">
              <a:defRPr sz="2400" b="1">
                <a:solidFill>
                  <a:srgbClr val="FFFFFF"/>
                </a:solidFill>
                <a:latin typeface="Arial"/>
                <a:ea typeface="Arial"/>
                <a:cs typeface="Arial"/>
              </a:defRPr>
            </a:lvl1pPr>
            <a:lvl2pPr algn="ctr">
              <a:defRPr sz="2400" b="1">
                <a:solidFill>
                  <a:srgbClr val="FFFFFF"/>
                </a:solidFill>
                <a:latin typeface="Arial"/>
                <a:ea typeface="Arial"/>
                <a:cs typeface="Arial"/>
              </a:defRPr>
            </a:lvl2pPr>
            <a:lvl3pPr algn="ctr">
              <a:defRPr sz="2400" b="1">
                <a:solidFill>
                  <a:srgbClr val="FFFFFF"/>
                </a:solidFill>
                <a:latin typeface="Arial"/>
                <a:ea typeface="Arial"/>
                <a:cs typeface="Arial"/>
              </a:defRPr>
            </a:lvl3pPr>
            <a:lvl4pPr algn="ctr">
              <a:defRPr sz="2400" b="1">
                <a:solidFill>
                  <a:srgbClr val="FFFFFF"/>
                </a:solidFill>
                <a:latin typeface="Arial"/>
                <a:ea typeface="Arial"/>
                <a:cs typeface="Arial"/>
              </a:defRPr>
            </a:lvl4pPr>
            <a:lvl5pPr algn="ctr">
              <a:defRPr sz="2400" b="1">
                <a:solidFill>
                  <a:srgbClr val="FFFFFF"/>
                </a:solidFill>
                <a:latin typeface="Arial"/>
                <a:ea typeface="Arial"/>
                <a:cs typeface="Arial"/>
              </a:defRPr>
            </a:lvl5pPr>
            <a:lvl6pPr algn="ctr">
              <a:defRPr sz="2400" b="1">
                <a:solidFill>
                  <a:srgbClr val="FFFFFF"/>
                </a:solidFill>
                <a:latin typeface="Arial"/>
                <a:ea typeface="Arial"/>
                <a:cs typeface="Arial"/>
              </a:defRPr>
            </a:lvl6pPr>
            <a:lvl7pPr algn="ctr">
              <a:defRPr sz="2400" b="1">
                <a:solidFill>
                  <a:srgbClr val="FFFFFF"/>
                </a:solidFill>
                <a:latin typeface="Arial"/>
                <a:ea typeface="Arial"/>
                <a:cs typeface="Arial"/>
              </a:defRPr>
            </a:lvl7pPr>
            <a:lvl8pPr algn="ctr">
              <a:defRPr sz="2400" b="1">
                <a:solidFill>
                  <a:srgbClr val="FFFFFF"/>
                </a:solidFill>
                <a:latin typeface="Arial"/>
                <a:ea typeface="Arial"/>
                <a:cs typeface="Arial"/>
              </a:defRPr>
            </a:lvl8pPr>
            <a:lvl9pPr algn="ctr">
              <a:defRPr sz="2400" b="1">
                <a:solidFill>
                  <a:srgbClr val="FFFFFF"/>
                </a:solidFill>
                <a:latin typeface="Arial"/>
                <a:ea typeface="Arial"/>
                <a:cs typeface="Arial"/>
              </a:defRPr>
            </a:lvl9pPr>
          </a:lstStyle>
          <a:p xmlns:a="http://schemas.openxmlformats.org/drawingml/2006/main">
            <a:pPr algn="ctr">
              <a:lnSpc>
                <a:spcPct val="100000"/>
              </a:lnSpc>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15" name="Disk 2 on peg A">
            <a:extLst xmlns:a="http://schemas.openxmlformats.org/drawingml/2006/main">
              <a:ext uri="{FF2B5EF4-FFF2-40B4-BE49-F238E27FC236}">
                <a16:creationId xmlns:a16="http://schemas.microsoft.com/office/drawing/2014/main" id="{CF926690-BB9A-498D-8E13-917E24641EE0}"/>
              </a:ext>
            </a:extLst>
          </p:cNvPr>
          <p:cNvSpPr>
            <a:spLocks xmlns:a="http://schemas.openxmlformats.org/drawingml/2006/main" noGrp="1"/>
          </p:cNvSpPr>
          <p:nvPr/>
        </p:nvSpPr>
        <p:spPr>
          <a:xfrm xmlns:a="http://schemas.openxmlformats.org/drawingml/2006/main">
            <a:off x="1288415" y="6191250"/>
            <a:ext cx="1664970" cy="419100"/>
          </a:xfrm>
          <a:prstGeom xmlns:a="http://schemas.openxmlformats.org/drawingml/2006/main" prst="rect">
            <a:avLst/>
          </a:prstGeom>
          <a:solidFill xmlns:a="http://schemas.openxmlformats.org/drawingml/2006/main">
            <a:srgbClr val="FFF2EB"/>
          </a:solidFill>
          <a:ln xmlns:a="http://schemas.openxmlformats.org/drawingml/2006/main" w="19050">
            <a:solidFill>
              <a:srgbClr val="E64519"/>
            </a:solidFill>
            <a:prstDash val="solid"/>
          </a:ln>
        </p:spPr>
      </p:sp>
      <p:sp>
        <p:nvSpPr>
          <p:cNvPr id="16" name="2">
            <a:extLst xmlns:a="http://schemas.openxmlformats.org/drawingml/2006/main">
              <a:ext uri="{FF2B5EF4-FFF2-40B4-BE49-F238E27FC236}">
                <a16:creationId xmlns:a16="http://schemas.microsoft.com/office/drawing/2014/main" id="{8104EEE4-3A8E-4D35-A0A1-3290055DD36A}"/>
              </a:ext>
            </a:extLst>
          </p:cNvPr>
          <p:cNvSpPr>
            <a:spLocks xmlns:a="http://schemas.openxmlformats.org/drawingml/2006/main" noGrp="1"/>
          </p:cNvSpPr>
          <p:nvPr/>
        </p:nvSpPr>
        <p:spPr>
          <a:xfrm xmlns:a="http://schemas.openxmlformats.org/drawingml/2006/main">
            <a:off x="1288415" y="6219825"/>
            <a:ext cx="166497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2</a:t>
            </a:r>
          </a:p>
        </p:txBody>
      </p:sp>
      <p:sp>
        <p:nvSpPr>
          <p:cNvPr id="17" name="Disk 1 on peg A">
            <a:extLst xmlns:a="http://schemas.openxmlformats.org/drawingml/2006/main">
              <a:ext uri="{FF2B5EF4-FFF2-40B4-BE49-F238E27FC236}">
                <a16:creationId xmlns:a16="http://schemas.microsoft.com/office/drawing/2014/main" id="{7C8C4F53-AFA7-4C46-A493-CB9D333765AD}"/>
              </a:ext>
            </a:extLst>
          </p:cNvPr>
          <p:cNvSpPr>
            <a:spLocks xmlns:a="http://schemas.openxmlformats.org/drawingml/2006/main" noGrp="1"/>
          </p:cNvSpPr>
          <p:nvPr/>
        </p:nvSpPr>
        <p:spPr>
          <a:xfrm xmlns:a="http://schemas.openxmlformats.org/drawingml/2006/main">
            <a:off x="1505585" y="5743575"/>
            <a:ext cx="1230630" cy="41910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8" name="1">
            <a:extLst xmlns:a="http://schemas.openxmlformats.org/drawingml/2006/main">
              <a:ext uri="{FF2B5EF4-FFF2-40B4-BE49-F238E27FC236}">
                <a16:creationId xmlns:a16="http://schemas.microsoft.com/office/drawing/2014/main" id="{EC087DD8-8D83-4FB2-B72A-1190AC10A1F9}"/>
              </a:ext>
            </a:extLst>
          </p:cNvPr>
          <p:cNvSpPr>
            <a:spLocks xmlns:a="http://schemas.openxmlformats.org/drawingml/2006/main" noGrp="1"/>
          </p:cNvSpPr>
          <p:nvPr/>
        </p:nvSpPr>
        <p:spPr>
          <a:xfrm xmlns:a="http://schemas.openxmlformats.org/drawingml/2006/main">
            <a:off x="1505585" y="5772150"/>
            <a:ext cx="1230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FFFFFF"/>
                </a:solidFill>
                <a:latin typeface="Arial"/>
                <a:ea typeface="Arial"/>
                <a:cs typeface="Arial"/>
              </a:defRPr>
            </a:defPPr>
            <a:lvl1pPr algn="ctr">
              <a:defRPr sz="2400" b="1">
                <a:solidFill>
                  <a:srgbClr val="FFFFFF"/>
                </a:solidFill>
                <a:latin typeface="Arial"/>
                <a:ea typeface="Arial"/>
                <a:cs typeface="Arial"/>
              </a:defRPr>
            </a:lvl1pPr>
            <a:lvl2pPr algn="ctr">
              <a:defRPr sz="2400" b="1">
                <a:solidFill>
                  <a:srgbClr val="FFFFFF"/>
                </a:solidFill>
                <a:latin typeface="Arial"/>
                <a:ea typeface="Arial"/>
                <a:cs typeface="Arial"/>
              </a:defRPr>
            </a:lvl2pPr>
            <a:lvl3pPr algn="ctr">
              <a:defRPr sz="2400" b="1">
                <a:solidFill>
                  <a:srgbClr val="FFFFFF"/>
                </a:solidFill>
                <a:latin typeface="Arial"/>
                <a:ea typeface="Arial"/>
                <a:cs typeface="Arial"/>
              </a:defRPr>
            </a:lvl3pPr>
            <a:lvl4pPr algn="ctr">
              <a:defRPr sz="2400" b="1">
                <a:solidFill>
                  <a:srgbClr val="FFFFFF"/>
                </a:solidFill>
                <a:latin typeface="Arial"/>
                <a:ea typeface="Arial"/>
                <a:cs typeface="Arial"/>
              </a:defRPr>
            </a:lvl4pPr>
            <a:lvl5pPr algn="ctr">
              <a:defRPr sz="2400" b="1">
                <a:solidFill>
                  <a:srgbClr val="FFFFFF"/>
                </a:solidFill>
                <a:latin typeface="Arial"/>
                <a:ea typeface="Arial"/>
                <a:cs typeface="Arial"/>
              </a:defRPr>
            </a:lvl5pPr>
            <a:lvl6pPr algn="ctr">
              <a:defRPr sz="2400" b="1">
                <a:solidFill>
                  <a:srgbClr val="FFFFFF"/>
                </a:solidFill>
                <a:latin typeface="Arial"/>
                <a:ea typeface="Arial"/>
                <a:cs typeface="Arial"/>
              </a:defRPr>
            </a:lvl6pPr>
            <a:lvl7pPr algn="ctr">
              <a:defRPr sz="2400" b="1">
                <a:solidFill>
                  <a:srgbClr val="FFFFFF"/>
                </a:solidFill>
                <a:latin typeface="Arial"/>
                <a:ea typeface="Arial"/>
                <a:cs typeface="Arial"/>
              </a:defRPr>
            </a:lvl7pPr>
            <a:lvl8pPr algn="ctr">
              <a:defRPr sz="2400" b="1">
                <a:solidFill>
                  <a:srgbClr val="FFFFFF"/>
                </a:solidFill>
                <a:latin typeface="Arial"/>
                <a:ea typeface="Arial"/>
                <a:cs typeface="Arial"/>
              </a:defRPr>
            </a:lvl8pPr>
            <a:lvl9pPr algn="ctr">
              <a:defRPr sz="2400" b="1">
                <a:solidFill>
                  <a:srgbClr val="FFFFFF"/>
                </a:solidFill>
                <a:latin typeface="Arial"/>
                <a:ea typeface="Arial"/>
                <a:cs typeface="Arial"/>
              </a:defRPr>
            </a:lvl9pPr>
          </a:lstStyle>
          <a:p xmlns:a="http://schemas.openxmlformats.org/drawingml/2006/main">
            <a:pPr algn="ctr">
              <a:lnSpc>
                <a:spcPct val="100000"/>
              </a:lnSpc>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4BFD47A9-B5E2-4D06-B7EB-2A97FD2339D7}"/>
              </a:ext>
            </a:extLst>
          </p:cNvPr>
          <p:cNvSpPr>
            <a:spLocks xmlns:a="http://schemas.openxmlformats.org/drawingml/2006/main" noGrp="1"/>
          </p:cNvSpPr>
          <p:nvPr/>
        </p:nvSpPr>
        <p:spPr>
          <a:xfrm xmlns:a="http://schemas.openxmlformats.org/drawingml/2006/main">
            <a:off x="4505325" y="4629150"/>
            <a:ext cx="57150" cy="2457450"/>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0" name="B">
            <a:extLst xmlns:a="http://schemas.openxmlformats.org/drawingml/2006/main">
              <a:ext uri="{FF2B5EF4-FFF2-40B4-BE49-F238E27FC236}">
                <a16:creationId xmlns:a16="http://schemas.microsoft.com/office/drawing/2014/main" id="{BD49431F-92E6-4A42-A799-BE84B4933181}"/>
              </a:ext>
            </a:extLst>
          </p:cNvPr>
          <p:cNvSpPr>
            <a:spLocks xmlns:a="http://schemas.openxmlformats.org/drawingml/2006/main" noGrp="1"/>
          </p:cNvSpPr>
          <p:nvPr/>
        </p:nvSpPr>
        <p:spPr>
          <a:xfrm xmlns:a="http://schemas.openxmlformats.org/drawingml/2006/main">
            <a:off x="4105275" y="72485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B</a:t>
            </a:r>
          </a:p>
        </p:txBody>
      </p:sp>
      <p:sp>
        <p:nvSpPr>
          <p:cNvPr id="21" name="">
            <a:extLst xmlns:a="http://schemas.openxmlformats.org/drawingml/2006/main">
              <a:ext uri="{FF2B5EF4-FFF2-40B4-BE49-F238E27FC236}">
                <a16:creationId xmlns:a16="http://schemas.microsoft.com/office/drawing/2014/main" id="{26A1EFC4-A6C7-4455-A52F-F870DE22F94A}"/>
              </a:ext>
            </a:extLst>
          </p:cNvPr>
          <p:cNvSpPr>
            <a:spLocks xmlns:a="http://schemas.openxmlformats.org/drawingml/2006/main" noGrp="1"/>
          </p:cNvSpPr>
          <p:nvPr/>
        </p:nvSpPr>
        <p:spPr>
          <a:xfrm xmlns:a="http://schemas.openxmlformats.org/drawingml/2006/main">
            <a:off x="6918325" y="4629150"/>
            <a:ext cx="57150" cy="2457450"/>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2" name="C">
            <a:extLst xmlns:a="http://schemas.openxmlformats.org/drawingml/2006/main">
              <a:ext uri="{FF2B5EF4-FFF2-40B4-BE49-F238E27FC236}">
                <a16:creationId xmlns:a16="http://schemas.microsoft.com/office/drawing/2014/main" id="{88E38664-CB58-4A93-B203-007CB5ED0EBC}"/>
              </a:ext>
            </a:extLst>
          </p:cNvPr>
          <p:cNvSpPr>
            <a:spLocks xmlns:a="http://schemas.openxmlformats.org/drawingml/2006/main" noGrp="1"/>
          </p:cNvSpPr>
          <p:nvPr/>
        </p:nvSpPr>
        <p:spPr>
          <a:xfrm xmlns:a="http://schemas.openxmlformats.org/drawingml/2006/main">
            <a:off x="6518275" y="72485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C</a:t>
            </a:r>
          </a:p>
        </p:txBody>
      </p:sp>
      <p:sp>
        <p:nvSpPr>
          <p:cNvPr id="23" name="">
            <a:extLst xmlns:a="http://schemas.openxmlformats.org/drawingml/2006/main">
              <a:ext uri="{FF2B5EF4-FFF2-40B4-BE49-F238E27FC236}">
                <a16:creationId xmlns:a16="http://schemas.microsoft.com/office/drawing/2014/main" id="{2A997A24-7157-4DD3-B3E2-0DAA4749E8BC}"/>
              </a:ext>
            </a:extLst>
          </p:cNvPr>
          <p:cNvSpPr>
            <a:spLocks xmlns:a="http://schemas.openxmlformats.org/drawingml/2006/main" noGrp="1"/>
          </p:cNvSpPr>
          <p:nvPr/>
        </p:nvSpPr>
        <p:spPr>
          <a:xfrm xmlns:a="http://schemas.openxmlformats.org/drawingml/2006/main">
            <a:off x="10134600" y="7086600"/>
            <a:ext cx="7239000" cy="4762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7DCF30-157E-4CAB-82E5-23FD4711ADB3}"/>
              </a:ext>
            </a:extLst>
          </p:cNvPr>
          <p:cNvSpPr>
            <a:spLocks xmlns:a="http://schemas.openxmlformats.org/drawingml/2006/main" noGrp="1"/>
          </p:cNvSpPr>
          <p:nvPr/>
        </p:nvSpPr>
        <p:spPr>
          <a:xfrm xmlns:a="http://schemas.openxmlformats.org/drawingml/2006/main">
            <a:off x="11312525" y="4629150"/>
            <a:ext cx="57150" cy="2457450"/>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5" name="A">
            <a:extLst xmlns:a="http://schemas.openxmlformats.org/drawingml/2006/main">
              <a:ext uri="{FF2B5EF4-FFF2-40B4-BE49-F238E27FC236}">
                <a16:creationId xmlns:a16="http://schemas.microsoft.com/office/drawing/2014/main" id="{0B5FBF8D-F42C-4776-9282-278C81E81AD0}"/>
              </a:ext>
            </a:extLst>
          </p:cNvPr>
          <p:cNvSpPr>
            <a:spLocks xmlns:a="http://schemas.openxmlformats.org/drawingml/2006/main" noGrp="1"/>
          </p:cNvSpPr>
          <p:nvPr/>
        </p:nvSpPr>
        <p:spPr>
          <a:xfrm xmlns:a="http://schemas.openxmlformats.org/drawingml/2006/main">
            <a:off x="10912475" y="72485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A</a:t>
            </a:r>
          </a:p>
        </p:txBody>
      </p:sp>
      <p:sp>
        <p:nvSpPr>
          <p:cNvPr id="26" name="">
            <a:extLst xmlns:a="http://schemas.openxmlformats.org/drawingml/2006/main">
              <a:ext uri="{FF2B5EF4-FFF2-40B4-BE49-F238E27FC236}">
                <a16:creationId xmlns:a16="http://schemas.microsoft.com/office/drawing/2014/main" id="{66E1B4C9-DB10-414B-92C7-B278DE10CDC9}"/>
              </a:ext>
            </a:extLst>
          </p:cNvPr>
          <p:cNvSpPr>
            <a:spLocks xmlns:a="http://schemas.openxmlformats.org/drawingml/2006/main" noGrp="1"/>
          </p:cNvSpPr>
          <p:nvPr/>
        </p:nvSpPr>
        <p:spPr>
          <a:xfrm xmlns:a="http://schemas.openxmlformats.org/drawingml/2006/main">
            <a:off x="13725525" y="4629150"/>
            <a:ext cx="57150" cy="2457450"/>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7" name="B">
            <a:extLst xmlns:a="http://schemas.openxmlformats.org/drawingml/2006/main">
              <a:ext uri="{FF2B5EF4-FFF2-40B4-BE49-F238E27FC236}">
                <a16:creationId xmlns:a16="http://schemas.microsoft.com/office/drawing/2014/main" id="{23887519-8FF9-4DDB-B128-4F7C998F2E4A}"/>
              </a:ext>
            </a:extLst>
          </p:cNvPr>
          <p:cNvSpPr>
            <a:spLocks xmlns:a="http://schemas.openxmlformats.org/drawingml/2006/main" noGrp="1"/>
          </p:cNvSpPr>
          <p:nvPr/>
        </p:nvSpPr>
        <p:spPr>
          <a:xfrm xmlns:a="http://schemas.openxmlformats.org/drawingml/2006/main">
            <a:off x="13325475" y="72485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B</a:t>
            </a:r>
          </a:p>
        </p:txBody>
      </p:sp>
      <p:sp>
        <p:nvSpPr>
          <p:cNvPr id="28" name="">
            <a:extLst xmlns:a="http://schemas.openxmlformats.org/drawingml/2006/main">
              <a:ext uri="{FF2B5EF4-FFF2-40B4-BE49-F238E27FC236}">
                <a16:creationId xmlns:a16="http://schemas.microsoft.com/office/drawing/2014/main" id="{48008310-3467-4B3A-A2DB-5CD2436C593F}"/>
              </a:ext>
            </a:extLst>
          </p:cNvPr>
          <p:cNvSpPr>
            <a:spLocks xmlns:a="http://schemas.openxmlformats.org/drawingml/2006/main" noGrp="1"/>
          </p:cNvSpPr>
          <p:nvPr/>
        </p:nvSpPr>
        <p:spPr>
          <a:xfrm xmlns:a="http://schemas.openxmlformats.org/drawingml/2006/main">
            <a:off x="16138525" y="4629150"/>
            <a:ext cx="57150" cy="2457450"/>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9" name="C">
            <a:extLst xmlns:a="http://schemas.openxmlformats.org/drawingml/2006/main">
              <a:ext uri="{FF2B5EF4-FFF2-40B4-BE49-F238E27FC236}">
                <a16:creationId xmlns:a16="http://schemas.microsoft.com/office/drawing/2014/main" id="{5F0A838F-FE63-4436-9517-A0DC7F9DCF8B}"/>
              </a:ext>
            </a:extLst>
          </p:cNvPr>
          <p:cNvSpPr>
            <a:spLocks xmlns:a="http://schemas.openxmlformats.org/drawingml/2006/main" noGrp="1"/>
          </p:cNvSpPr>
          <p:nvPr/>
        </p:nvSpPr>
        <p:spPr>
          <a:xfrm xmlns:a="http://schemas.openxmlformats.org/drawingml/2006/main">
            <a:off x="15738475" y="72485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C</a:t>
            </a:r>
          </a:p>
        </p:txBody>
      </p:sp>
      <p:sp>
        <p:nvSpPr>
          <p:cNvPr id="30" name="Disk 3 on peg C">
            <a:extLst xmlns:a="http://schemas.openxmlformats.org/drawingml/2006/main">
              <a:ext uri="{FF2B5EF4-FFF2-40B4-BE49-F238E27FC236}">
                <a16:creationId xmlns:a16="http://schemas.microsoft.com/office/drawing/2014/main" id="{E6FBF109-7852-4319-970B-ECA881BD0666}"/>
              </a:ext>
            </a:extLst>
          </p:cNvPr>
          <p:cNvSpPr>
            <a:spLocks xmlns:a="http://schemas.openxmlformats.org/drawingml/2006/main" noGrp="1"/>
          </p:cNvSpPr>
          <p:nvPr/>
        </p:nvSpPr>
        <p:spPr>
          <a:xfrm xmlns:a="http://schemas.openxmlformats.org/drawingml/2006/main">
            <a:off x="15117445" y="6638925"/>
            <a:ext cx="2099310" cy="419100"/>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31" name="3">
            <a:extLst xmlns:a="http://schemas.openxmlformats.org/drawingml/2006/main">
              <a:ext uri="{FF2B5EF4-FFF2-40B4-BE49-F238E27FC236}">
                <a16:creationId xmlns:a16="http://schemas.microsoft.com/office/drawing/2014/main" id="{45DA841E-61BB-452E-8C24-34CA0F736F88}"/>
              </a:ext>
            </a:extLst>
          </p:cNvPr>
          <p:cNvSpPr>
            <a:spLocks xmlns:a="http://schemas.openxmlformats.org/drawingml/2006/main" noGrp="1"/>
          </p:cNvSpPr>
          <p:nvPr/>
        </p:nvSpPr>
        <p:spPr>
          <a:xfrm xmlns:a="http://schemas.openxmlformats.org/drawingml/2006/main">
            <a:off x="15117445" y="6667500"/>
            <a:ext cx="209931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FFFFFF"/>
                </a:solidFill>
                <a:latin typeface="Arial"/>
                <a:ea typeface="Arial"/>
                <a:cs typeface="Arial"/>
              </a:defRPr>
            </a:defPPr>
            <a:lvl1pPr algn="ctr">
              <a:defRPr sz="2400" b="1">
                <a:solidFill>
                  <a:srgbClr val="FFFFFF"/>
                </a:solidFill>
                <a:latin typeface="Arial"/>
                <a:ea typeface="Arial"/>
                <a:cs typeface="Arial"/>
              </a:defRPr>
            </a:lvl1pPr>
            <a:lvl2pPr algn="ctr">
              <a:defRPr sz="2400" b="1">
                <a:solidFill>
                  <a:srgbClr val="FFFFFF"/>
                </a:solidFill>
                <a:latin typeface="Arial"/>
                <a:ea typeface="Arial"/>
                <a:cs typeface="Arial"/>
              </a:defRPr>
            </a:lvl2pPr>
            <a:lvl3pPr algn="ctr">
              <a:defRPr sz="2400" b="1">
                <a:solidFill>
                  <a:srgbClr val="FFFFFF"/>
                </a:solidFill>
                <a:latin typeface="Arial"/>
                <a:ea typeface="Arial"/>
                <a:cs typeface="Arial"/>
              </a:defRPr>
            </a:lvl3pPr>
            <a:lvl4pPr algn="ctr">
              <a:defRPr sz="2400" b="1">
                <a:solidFill>
                  <a:srgbClr val="FFFFFF"/>
                </a:solidFill>
                <a:latin typeface="Arial"/>
                <a:ea typeface="Arial"/>
                <a:cs typeface="Arial"/>
              </a:defRPr>
            </a:lvl4pPr>
            <a:lvl5pPr algn="ctr">
              <a:defRPr sz="2400" b="1">
                <a:solidFill>
                  <a:srgbClr val="FFFFFF"/>
                </a:solidFill>
                <a:latin typeface="Arial"/>
                <a:ea typeface="Arial"/>
                <a:cs typeface="Arial"/>
              </a:defRPr>
            </a:lvl5pPr>
            <a:lvl6pPr algn="ctr">
              <a:defRPr sz="2400" b="1">
                <a:solidFill>
                  <a:srgbClr val="FFFFFF"/>
                </a:solidFill>
                <a:latin typeface="Arial"/>
                <a:ea typeface="Arial"/>
                <a:cs typeface="Arial"/>
              </a:defRPr>
            </a:lvl6pPr>
            <a:lvl7pPr algn="ctr">
              <a:defRPr sz="2400" b="1">
                <a:solidFill>
                  <a:srgbClr val="FFFFFF"/>
                </a:solidFill>
                <a:latin typeface="Arial"/>
                <a:ea typeface="Arial"/>
                <a:cs typeface="Arial"/>
              </a:defRPr>
            </a:lvl7pPr>
            <a:lvl8pPr algn="ctr">
              <a:defRPr sz="2400" b="1">
                <a:solidFill>
                  <a:srgbClr val="FFFFFF"/>
                </a:solidFill>
                <a:latin typeface="Arial"/>
                <a:ea typeface="Arial"/>
                <a:cs typeface="Arial"/>
              </a:defRPr>
            </a:lvl8pPr>
            <a:lvl9pPr algn="ctr">
              <a:defRPr sz="2400" b="1">
                <a:solidFill>
                  <a:srgbClr val="FFFFFF"/>
                </a:solidFill>
                <a:latin typeface="Arial"/>
                <a:ea typeface="Arial"/>
                <a:cs typeface="Arial"/>
              </a:defRPr>
            </a:lvl9pPr>
          </a:lstStyle>
          <a:p xmlns:a="http://schemas.openxmlformats.org/drawingml/2006/main">
            <a:pPr algn="ctr">
              <a:lnSpc>
                <a:spcPct val="100000"/>
              </a:lnSpc>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32" name="Disk 2 on peg C">
            <a:extLst xmlns:a="http://schemas.openxmlformats.org/drawingml/2006/main">
              <a:ext uri="{FF2B5EF4-FFF2-40B4-BE49-F238E27FC236}">
                <a16:creationId xmlns:a16="http://schemas.microsoft.com/office/drawing/2014/main" id="{EDF8A9E5-035A-4F4F-A242-F7AD2E6E41B0}"/>
              </a:ext>
            </a:extLst>
          </p:cNvPr>
          <p:cNvSpPr>
            <a:spLocks xmlns:a="http://schemas.openxmlformats.org/drawingml/2006/main" noGrp="1"/>
          </p:cNvSpPr>
          <p:nvPr/>
        </p:nvSpPr>
        <p:spPr>
          <a:xfrm xmlns:a="http://schemas.openxmlformats.org/drawingml/2006/main">
            <a:off x="15334615" y="6191250"/>
            <a:ext cx="1664970" cy="419100"/>
          </a:xfrm>
          <a:prstGeom xmlns:a="http://schemas.openxmlformats.org/drawingml/2006/main" prst="rect">
            <a:avLst/>
          </a:prstGeom>
          <a:solidFill xmlns:a="http://schemas.openxmlformats.org/drawingml/2006/main">
            <a:srgbClr val="FFF2EB"/>
          </a:solidFill>
          <a:ln xmlns:a="http://schemas.openxmlformats.org/drawingml/2006/main" w="19050">
            <a:solidFill>
              <a:srgbClr val="E64519"/>
            </a:solidFill>
            <a:prstDash val="solid"/>
          </a:ln>
        </p:spPr>
      </p:sp>
      <p:sp>
        <p:nvSpPr>
          <p:cNvPr id="33" name="2">
            <a:extLst xmlns:a="http://schemas.openxmlformats.org/drawingml/2006/main">
              <a:ext uri="{FF2B5EF4-FFF2-40B4-BE49-F238E27FC236}">
                <a16:creationId xmlns:a16="http://schemas.microsoft.com/office/drawing/2014/main" id="{DD104EEC-EC70-457B-949C-3EB8B9E18253}"/>
              </a:ext>
            </a:extLst>
          </p:cNvPr>
          <p:cNvSpPr>
            <a:spLocks xmlns:a="http://schemas.openxmlformats.org/drawingml/2006/main" noGrp="1"/>
          </p:cNvSpPr>
          <p:nvPr/>
        </p:nvSpPr>
        <p:spPr>
          <a:xfrm xmlns:a="http://schemas.openxmlformats.org/drawingml/2006/main">
            <a:off x="15334615" y="6219825"/>
            <a:ext cx="166497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2</a:t>
            </a:r>
          </a:p>
        </p:txBody>
      </p:sp>
      <p:sp>
        <p:nvSpPr>
          <p:cNvPr id="34" name="Disk 1 on peg C">
            <a:extLst xmlns:a="http://schemas.openxmlformats.org/drawingml/2006/main">
              <a:ext uri="{FF2B5EF4-FFF2-40B4-BE49-F238E27FC236}">
                <a16:creationId xmlns:a16="http://schemas.microsoft.com/office/drawing/2014/main" id="{270F83FA-F22F-40A5-B027-9169DF768A6B}"/>
              </a:ext>
            </a:extLst>
          </p:cNvPr>
          <p:cNvSpPr>
            <a:spLocks xmlns:a="http://schemas.openxmlformats.org/drawingml/2006/main" noGrp="1"/>
          </p:cNvSpPr>
          <p:nvPr/>
        </p:nvSpPr>
        <p:spPr>
          <a:xfrm xmlns:a="http://schemas.openxmlformats.org/drawingml/2006/main">
            <a:off x="15551785" y="5743575"/>
            <a:ext cx="1230630" cy="419100"/>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35" name="1">
            <a:extLst xmlns:a="http://schemas.openxmlformats.org/drawingml/2006/main">
              <a:ext uri="{FF2B5EF4-FFF2-40B4-BE49-F238E27FC236}">
                <a16:creationId xmlns:a16="http://schemas.microsoft.com/office/drawing/2014/main" id="{0D7367BE-A8BF-4C2E-AF31-CC6C3AE5886B}"/>
              </a:ext>
            </a:extLst>
          </p:cNvPr>
          <p:cNvSpPr>
            <a:spLocks xmlns:a="http://schemas.openxmlformats.org/drawingml/2006/main" noGrp="1"/>
          </p:cNvSpPr>
          <p:nvPr/>
        </p:nvSpPr>
        <p:spPr>
          <a:xfrm xmlns:a="http://schemas.openxmlformats.org/drawingml/2006/main">
            <a:off x="15551785" y="5772150"/>
            <a:ext cx="1230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FFFFFF"/>
                </a:solidFill>
                <a:latin typeface="Arial"/>
                <a:ea typeface="Arial"/>
                <a:cs typeface="Arial"/>
              </a:defRPr>
            </a:defPPr>
            <a:lvl1pPr algn="ctr">
              <a:defRPr sz="2400" b="1">
                <a:solidFill>
                  <a:srgbClr val="FFFFFF"/>
                </a:solidFill>
                <a:latin typeface="Arial"/>
                <a:ea typeface="Arial"/>
                <a:cs typeface="Arial"/>
              </a:defRPr>
            </a:lvl1pPr>
            <a:lvl2pPr algn="ctr">
              <a:defRPr sz="2400" b="1">
                <a:solidFill>
                  <a:srgbClr val="FFFFFF"/>
                </a:solidFill>
                <a:latin typeface="Arial"/>
                <a:ea typeface="Arial"/>
                <a:cs typeface="Arial"/>
              </a:defRPr>
            </a:lvl2pPr>
            <a:lvl3pPr algn="ctr">
              <a:defRPr sz="2400" b="1">
                <a:solidFill>
                  <a:srgbClr val="FFFFFF"/>
                </a:solidFill>
                <a:latin typeface="Arial"/>
                <a:ea typeface="Arial"/>
                <a:cs typeface="Arial"/>
              </a:defRPr>
            </a:lvl3pPr>
            <a:lvl4pPr algn="ctr">
              <a:defRPr sz="2400" b="1">
                <a:solidFill>
                  <a:srgbClr val="FFFFFF"/>
                </a:solidFill>
                <a:latin typeface="Arial"/>
                <a:ea typeface="Arial"/>
                <a:cs typeface="Arial"/>
              </a:defRPr>
            </a:lvl4pPr>
            <a:lvl5pPr algn="ctr">
              <a:defRPr sz="2400" b="1">
                <a:solidFill>
                  <a:srgbClr val="FFFFFF"/>
                </a:solidFill>
                <a:latin typeface="Arial"/>
                <a:ea typeface="Arial"/>
                <a:cs typeface="Arial"/>
              </a:defRPr>
            </a:lvl5pPr>
            <a:lvl6pPr algn="ctr">
              <a:defRPr sz="2400" b="1">
                <a:solidFill>
                  <a:srgbClr val="FFFFFF"/>
                </a:solidFill>
                <a:latin typeface="Arial"/>
                <a:ea typeface="Arial"/>
                <a:cs typeface="Arial"/>
              </a:defRPr>
            </a:lvl6pPr>
            <a:lvl7pPr algn="ctr">
              <a:defRPr sz="2400" b="1">
                <a:solidFill>
                  <a:srgbClr val="FFFFFF"/>
                </a:solidFill>
                <a:latin typeface="Arial"/>
                <a:ea typeface="Arial"/>
                <a:cs typeface="Arial"/>
              </a:defRPr>
            </a:lvl7pPr>
            <a:lvl8pPr algn="ctr">
              <a:defRPr sz="2400" b="1">
                <a:solidFill>
                  <a:srgbClr val="FFFFFF"/>
                </a:solidFill>
                <a:latin typeface="Arial"/>
                <a:ea typeface="Arial"/>
                <a:cs typeface="Arial"/>
              </a:defRPr>
            </a:lvl8pPr>
            <a:lvl9pPr algn="ctr">
              <a:defRPr sz="2400" b="1">
                <a:solidFill>
                  <a:srgbClr val="FFFFFF"/>
                </a:solidFill>
                <a:latin typeface="Arial"/>
                <a:ea typeface="Arial"/>
                <a:cs typeface="Arial"/>
              </a:defRPr>
            </a:lvl9pPr>
          </a:lstStyle>
          <a:p xmlns:a="http://schemas.openxmlformats.org/drawingml/2006/main">
            <a:pPr algn="ctr">
              <a:lnSpc>
                <a:spcPct val="100000"/>
              </a:lnSpc>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cxnSp>
        <p:nvCxnSpPr>
          <p:cNvPr id="36" name="">
            <a:extLst xmlns:a="http://schemas.openxmlformats.org/drawingml/2006/main">
              <a:ext uri="{FF2B5EF4-FFF2-40B4-BE49-F238E27FC236}">
                <a16:creationId xmlns:a16="http://schemas.microsoft.com/office/drawing/2014/main" id="{38EB4914-B170-4A03-8421-51DED981D66F}"/>
              </a:ext>
            </a:extLst>
          </p:cNvPr>
          <p:cNvCxnSpPr/>
          <p:nvPr/>
        </p:nvCxnSpPr>
        <p:spPr>
          <a:xfrm xmlns:a="http://schemas.openxmlformats.org/drawingml/2006/main">
            <a:off x="8572500" y="5915025"/>
            <a:ext cx="1066800" cy="0"/>
          </a:xfrm>
          <a:prstGeom xmlns:a="http://schemas.openxmlformats.org/drawingml/2006/main" prst="straightConnector1">
            <a:avLst/>
          </a:prstGeom>
          <a:ln xmlns:a="http://schemas.openxmlformats.org/drawingml/2006/main" w="57150">
            <a:solidFill>
              <a:srgbClr val="E64519"/>
            </a:solidFill>
            <a:prstDash val="solid"/>
            <a:tailEnd type="triangle" w="med" len="med"/>
          </a:ln>
        </p:spPr>
      </p:cxnSp>
      <p:sp>
        <p:nvSpPr>
          <p:cNvPr id="37" name="1">
            <a:extLst xmlns:a="http://schemas.openxmlformats.org/drawingml/2006/main">
              <a:ext uri="{FF2B5EF4-FFF2-40B4-BE49-F238E27FC236}">
                <a16:creationId xmlns:a16="http://schemas.microsoft.com/office/drawing/2014/main" id="{BB6E3893-51F0-4C05-A191-9614FAA8C054}"/>
              </a:ext>
            </a:extLst>
          </p:cNvPr>
          <p:cNvSpPr>
            <a:spLocks xmlns:a="http://schemas.openxmlformats.org/drawingml/2006/main" noGrp="1"/>
          </p:cNvSpPr>
          <p:nvPr/>
        </p:nvSpPr>
        <p:spPr>
          <a:xfrm xmlns:a="http://schemas.openxmlformats.org/drawingml/2006/main">
            <a:off x="914400" y="8305800"/>
            <a:ext cx="533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73513"/>
                </a:solidFill>
                <a:latin typeface="Arial"/>
                <a:ea typeface="Arial"/>
                <a:cs typeface="Arial"/>
              </a:defRPr>
            </a:defPPr>
            <a:lvl1pPr algn="l">
              <a:defRPr sz="3675" b="1">
                <a:solidFill>
                  <a:srgbClr val="B73513"/>
                </a:solidFill>
                <a:latin typeface="Arial"/>
                <a:ea typeface="Arial"/>
                <a:cs typeface="Arial"/>
              </a:defRPr>
            </a:lvl1pPr>
            <a:lvl2pPr algn="l">
              <a:defRPr sz="3675" b="1">
                <a:solidFill>
                  <a:srgbClr val="B73513"/>
                </a:solidFill>
                <a:latin typeface="Arial"/>
                <a:ea typeface="Arial"/>
                <a:cs typeface="Arial"/>
              </a:defRPr>
            </a:lvl2pPr>
            <a:lvl3pPr algn="l">
              <a:defRPr sz="3675" b="1">
                <a:solidFill>
                  <a:srgbClr val="B73513"/>
                </a:solidFill>
                <a:latin typeface="Arial"/>
                <a:ea typeface="Arial"/>
                <a:cs typeface="Arial"/>
              </a:defRPr>
            </a:lvl3pPr>
            <a:lvl4pPr algn="l">
              <a:defRPr sz="3675" b="1">
                <a:solidFill>
                  <a:srgbClr val="B73513"/>
                </a:solidFill>
                <a:latin typeface="Arial"/>
                <a:ea typeface="Arial"/>
                <a:cs typeface="Arial"/>
              </a:defRPr>
            </a:lvl4pPr>
            <a:lvl5pPr algn="l">
              <a:defRPr sz="3675" b="1">
                <a:solidFill>
                  <a:srgbClr val="B73513"/>
                </a:solidFill>
                <a:latin typeface="Arial"/>
                <a:ea typeface="Arial"/>
                <a:cs typeface="Arial"/>
              </a:defRPr>
            </a:lvl5pPr>
            <a:lvl6pPr algn="l">
              <a:defRPr sz="3675" b="1">
                <a:solidFill>
                  <a:srgbClr val="B73513"/>
                </a:solidFill>
                <a:latin typeface="Arial"/>
                <a:ea typeface="Arial"/>
                <a:cs typeface="Arial"/>
              </a:defRPr>
            </a:lvl6pPr>
            <a:lvl7pPr algn="l">
              <a:defRPr sz="3675" b="1">
                <a:solidFill>
                  <a:srgbClr val="B73513"/>
                </a:solidFill>
                <a:latin typeface="Arial"/>
                <a:ea typeface="Arial"/>
                <a:cs typeface="Arial"/>
              </a:defRPr>
            </a:lvl7pPr>
            <a:lvl8pPr algn="l">
              <a:defRPr sz="3675" b="1">
                <a:solidFill>
                  <a:srgbClr val="B73513"/>
                </a:solidFill>
                <a:latin typeface="Arial"/>
                <a:ea typeface="Arial"/>
                <a:cs typeface="Arial"/>
              </a:defRPr>
            </a:lvl8pPr>
            <a:lvl9pPr algn="l">
              <a:defRPr sz="3675" b="1">
                <a:solidFill>
                  <a:srgbClr val="B73513"/>
                </a:solidFill>
                <a:latin typeface="Arial"/>
                <a:ea typeface="Arial"/>
                <a:cs typeface="Arial"/>
              </a:defRPr>
            </a:lvl9pPr>
          </a:lstStyle>
          <a:p xmlns:a="http://schemas.openxmlformats.org/drawingml/2006/main">
            <a:pPr algn="l">
              <a:lnSpc>
                <a:spcPct val="100000"/>
              </a:lnSpc>
              <a:buNone/>
              <a:defRPr sz="3675" b="1">
                <a:solidFill>
                  <a:srgbClr val="B73513"/>
                </a:solidFill>
                <a:latin typeface="Arial"/>
                <a:ea typeface="Arial"/>
                <a:cs typeface="Arial"/>
              </a:defRPr>
            </a:pPr>
            <a:r>
              <a:rPr sz="3675" b="1">
                <a:solidFill>
                  <a:srgbClr val="B73513"/>
                </a:solidFill>
                <a:latin typeface="Arial"/>
                <a:ea typeface="Arial"/>
                <a:cs typeface="Arial"/>
              </a:rPr>
              <a:t>1</a:t>
            </a:r>
          </a:p>
        </p:txBody>
      </p:sp>
      <p:sp>
        <p:nvSpPr>
          <p:cNvPr id="38" name="Move one disk&#10;at a time.">
            <a:extLst xmlns:a="http://schemas.openxmlformats.org/drawingml/2006/main">
              <a:ext uri="{FF2B5EF4-FFF2-40B4-BE49-F238E27FC236}">
                <a16:creationId xmlns:a16="http://schemas.microsoft.com/office/drawing/2014/main" id="{788DC549-6867-4DCE-A6E8-9E309629C093}"/>
              </a:ext>
            </a:extLst>
          </p:cNvPr>
          <p:cNvSpPr>
            <a:spLocks xmlns:a="http://schemas.openxmlformats.org/drawingml/2006/main" noGrp="1"/>
          </p:cNvSpPr>
          <p:nvPr/>
        </p:nvSpPr>
        <p:spPr>
          <a:xfrm xmlns:a="http://schemas.openxmlformats.org/drawingml/2006/main">
            <a:off x="1647825" y="8305800"/>
            <a:ext cx="45053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Move one disk</a:t>
            </a:r>
          </a:p>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at a time.</a:t>
            </a:r>
          </a:p>
        </p:txBody>
      </p:sp>
      <p:sp>
        <p:nvSpPr>
          <p:cNvPr id="39" name="2">
            <a:extLst xmlns:a="http://schemas.openxmlformats.org/drawingml/2006/main">
              <a:ext uri="{FF2B5EF4-FFF2-40B4-BE49-F238E27FC236}">
                <a16:creationId xmlns:a16="http://schemas.microsoft.com/office/drawing/2014/main" id="{68B1C226-FE48-4D39-82D7-3BDA7E232EA5}"/>
              </a:ext>
            </a:extLst>
          </p:cNvPr>
          <p:cNvSpPr>
            <a:spLocks xmlns:a="http://schemas.openxmlformats.org/drawingml/2006/main" noGrp="1"/>
          </p:cNvSpPr>
          <p:nvPr/>
        </p:nvSpPr>
        <p:spPr>
          <a:xfrm xmlns:a="http://schemas.openxmlformats.org/drawingml/2006/main">
            <a:off x="6524625" y="8305800"/>
            <a:ext cx="533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73513"/>
                </a:solidFill>
                <a:latin typeface="Arial"/>
                <a:ea typeface="Arial"/>
                <a:cs typeface="Arial"/>
              </a:defRPr>
            </a:defPPr>
            <a:lvl1pPr algn="l">
              <a:defRPr sz="3675" b="1">
                <a:solidFill>
                  <a:srgbClr val="B73513"/>
                </a:solidFill>
                <a:latin typeface="Arial"/>
                <a:ea typeface="Arial"/>
                <a:cs typeface="Arial"/>
              </a:defRPr>
            </a:lvl1pPr>
            <a:lvl2pPr algn="l">
              <a:defRPr sz="3675" b="1">
                <a:solidFill>
                  <a:srgbClr val="B73513"/>
                </a:solidFill>
                <a:latin typeface="Arial"/>
                <a:ea typeface="Arial"/>
                <a:cs typeface="Arial"/>
              </a:defRPr>
            </a:lvl2pPr>
            <a:lvl3pPr algn="l">
              <a:defRPr sz="3675" b="1">
                <a:solidFill>
                  <a:srgbClr val="B73513"/>
                </a:solidFill>
                <a:latin typeface="Arial"/>
                <a:ea typeface="Arial"/>
                <a:cs typeface="Arial"/>
              </a:defRPr>
            </a:lvl3pPr>
            <a:lvl4pPr algn="l">
              <a:defRPr sz="3675" b="1">
                <a:solidFill>
                  <a:srgbClr val="B73513"/>
                </a:solidFill>
                <a:latin typeface="Arial"/>
                <a:ea typeface="Arial"/>
                <a:cs typeface="Arial"/>
              </a:defRPr>
            </a:lvl4pPr>
            <a:lvl5pPr algn="l">
              <a:defRPr sz="3675" b="1">
                <a:solidFill>
                  <a:srgbClr val="B73513"/>
                </a:solidFill>
                <a:latin typeface="Arial"/>
                <a:ea typeface="Arial"/>
                <a:cs typeface="Arial"/>
              </a:defRPr>
            </a:lvl5pPr>
            <a:lvl6pPr algn="l">
              <a:defRPr sz="3675" b="1">
                <a:solidFill>
                  <a:srgbClr val="B73513"/>
                </a:solidFill>
                <a:latin typeface="Arial"/>
                <a:ea typeface="Arial"/>
                <a:cs typeface="Arial"/>
              </a:defRPr>
            </a:lvl6pPr>
            <a:lvl7pPr algn="l">
              <a:defRPr sz="3675" b="1">
                <a:solidFill>
                  <a:srgbClr val="B73513"/>
                </a:solidFill>
                <a:latin typeface="Arial"/>
                <a:ea typeface="Arial"/>
                <a:cs typeface="Arial"/>
              </a:defRPr>
            </a:lvl7pPr>
            <a:lvl8pPr algn="l">
              <a:defRPr sz="3675" b="1">
                <a:solidFill>
                  <a:srgbClr val="B73513"/>
                </a:solidFill>
                <a:latin typeface="Arial"/>
                <a:ea typeface="Arial"/>
                <a:cs typeface="Arial"/>
              </a:defRPr>
            </a:lvl8pPr>
            <a:lvl9pPr algn="l">
              <a:defRPr sz="3675" b="1">
                <a:solidFill>
                  <a:srgbClr val="B73513"/>
                </a:solidFill>
                <a:latin typeface="Arial"/>
                <a:ea typeface="Arial"/>
                <a:cs typeface="Arial"/>
              </a:defRPr>
            </a:lvl9pPr>
          </a:lstStyle>
          <a:p xmlns:a="http://schemas.openxmlformats.org/drawingml/2006/main">
            <a:pPr algn="l">
              <a:lnSpc>
                <a:spcPct val="100000"/>
              </a:lnSpc>
              <a:buNone/>
              <a:defRPr sz="3675" b="1">
                <a:solidFill>
                  <a:srgbClr val="B73513"/>
                </a:solidFill>
                <a:latin typeface="Arial"/>
                <a:ea typeface="Arial"/>
                <a:cs typeface="Arial"/>
              </a:defRPr>
            </a:pPr>
            <a:r>
              <a:rPr sz="3675" b="1">
                <a:solidFill>
                  <a:srgbClr val="B73513"/>
                </a:solidFill>
                <a:latin typeface="Arial"/>
                <a:ea typeface="Arial"/>
                <a:cs typeface="Arial"/>
              </a:rPr>
              <a:t>2</a:t>
            </a:r>
          </a:p>
        </p:txBody>
      </p:sp>
      <p:sp>
        <p:nvSpPr>
          <p:cNvPr id="40" name="Move only the&#10;top disk.">
            <a:extLst xmlns:a="http://schemas.openxmlformats.org/drawingml/2006/main">
              <a:ext uri="{FF2B5EF4-FFF2-40B4-BE49-F238E27FC236}">
                <a16:creationId xmlns:a16="http://schemas.microsoft.com/office/drawing/2014/main" id="{9AC1AFBB-DE32-4902-895E-FB393F77F489}"/>
              </a:ext>
            </a:extLst>
          </p:cNvPr>
          <p:cNvSpPr>
            <a:spLocks xmlns:a="http://schemas.openxmlformats.org/drawingml/2006/main" noGrp="1"/>
          </p:cNvSpPr>
          <p:nvPr/>
        </p:nvSpPr>
        <p:spPr>
          <a:xfrm xmlns:a="http://schemas.openxmlformats.org/drawingml/2006/main">
            <a:off x="7258050" y="8305800"/>
            <a:ext cx="45053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Move only the</a:t>
            </a:r>
          </a:p>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top disk.</a:t>
            </a:r>
          </a:p>
        </p:txBody>
      </p:sp>
      <p:sp>
        <p:nvSpPr>
          <p:cNvPr id="41" name="3">
            <a:extLst xmlns:a="http://schemas.openxmlformats.org/drawingml/2006/main">
              <a:ext uri="{FF2B5EF4-FFF2-40B4-BE49-F238E27FC236}">
                <a16:creationId xmlns:a16="http://schemas.microsoft.com/office/drawing/2014/main" id="{7E79067D-4BF7-478B-B673-61DCD003F3B1}"/>
              </a:ext>
            </a:extLst>
          </p:cNvPr>
          <p:cNvSpPr>
            <a:spLocks xmlns:a="http://schemas.openxmlformats.org/drawingml/2006/main" noGrp="1"/>
          </p:cNvSpPr>
          <p:nvPr/>
        </p:nvSpPr>
        <p:spPr>
          <a:xfrm xmlns:a="http://schemas.openxmlformats.org/drawingml/2006/main">
            <a:off x="12134850" y="8305800"/>
            <a:ext cx="533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73513"/>
                </a:solidFill>
                <a:latin typeface="Arial"/>
                <a:ea typeface="Arial"/>
                <a:cs typeface="Arial"/>
              </a:defRPr>
            </a:defPPr>
            <a:lvl1pPr algn="l">
              <a:defRPr sz="3675" b="1">
                <a:solidFill>
                  <a:srgbClr val="B73513"/>
                </a:solidFill>
                <a:latin typeface="Arial"/>
                <a:ea typeface="Arial"/>
                <a:cs typeface="Arial"/>
              </a:defRPr>
            </a:lvl1pPr>
            <a:lvl2pPr algn="l">
              <a:defRPr sz="3675" b="1">
                <a:solidFill>
                  <a:srgbClr val="B73513"/>
                </a:solidFill>
                <a:latin typeface="Arial"/>
                <a:ea typeface="Arial"/>
                <a:cs typeface="Arial"/>
              </a:defRPr>
            </a:lvl2pPr>
            <a:lvl3pPr algn="l">
              <a:defRPr sz="3675" b="1">
                <a:solidFill>
                  <a:srgbClr val="B73513"/>
                </a:solidFill>
                <a:latin typeface="Arial"/>
                <a:ea typeface="Arial"/>
                <a:cs typeface="Arial"/>
              </a:defRPr>
            </a:lvl3pPr>
            <a:lvl4pPr algn="l">
              <a:defRPr sz="3675" b="1">
                <a:solidFill>
                  <a:srgbClr val="B73513"/>
                </a:solidFill>
                <a:latin typeface="Arial"/>
                <a:ea typeface="Arial"/>
                <a:cs typeface="Arial"/>
              </a:defRPr>
            </a:lvl4pPr>
            <a:lvl5pPr algn="l">
              <a:defRPr sz="3675" b="1">
                <a:solidFill>
                  <a:srgbClr val="B73513"/>
                </a:solidFill>
                <a:latin typeface="Arial"/>
                <a:ea typeface="Arial"/>
                <a:cs typeface="Arial"/>
              </a:defRPr>
            </a:lvl5pPr>
            <a:lvl6pPr algn="l">
              <a:defRPr sz="3675" b="1">
                <a:solidFill>
                  <a:srgbClr val="B73513"/>
                </a:solidFill>
                <a:latin typeface="Arial"/>
                <a:ea typeface="Arial"/>
                <a:cs typeface="Arial"/>
              </a:defRPr>
            </a:lvl6pPr>
            <a:lvl7pPr algn="l">
              <a:defRPr sz="3675" b="1">
                <a:solidFill>
                  <a:srgbClr val="B73513"/>
                </a:solidFill>
                <a:latin typeface="Arial"/>
                <a:ea typeface="Arial"/>
                <a:cs typeface="Arial"/>
              </a:defRPr>
            </a:lvl7pPr>
            <a:lvl8pPr algn="l">
              <a:defRPr sz="3675" b="1">
                <a:solidFill>
                  <a:srgbClr val="B73513"/>
                </a:solidFill>
                <a:latin typeface="Arial"/>
                <a:ea typeface="Arial"/>
                <a:cs typeface="Arial"/>
              </a:defRPr>
            </a:lvl8pPr>
            <a:lvl9pPr algn="l">
              <a:defRPr sz="3675" b="1">
                <a:solidFill>
                  <a:srgbClr val="B73513"/>
                </a:solidFill>
                <a:latin typeface="Arial"/>
                <a:ea typeface="Arial"/>
                <a:cs typeface="Arial"/>
              </a:defRPr>
            </a:lvl9pPr>
          </a:lstStyle>
          <a:p xmlns:a="http://schemas.openxmlformats.org/drawingml/2006/main">
            <a:pPr algn="l">
              <a:lnSpc>
                <a:spcPct val="100000"/>
              </a:lnSpc>
              <a:buNone/>
              <a:defRPr sz="3675" b="1">
                <a:solidFill>
                  <a:srgbClr val="B73513"/>
                </a:solidFill>
                <a:latin typeface="Arial"/>
                <a:ea typeface="Arial"/>
                <a:cs typeface="Arial"/>
              </a:defRPr>
            </a:pPr>
            <a:r>
              <a:rPr sz="3675" b="1">
                <a:solidFill>
                  <a:srgbClr val="B73513"/>
                </a:solidFill>
                <a:latin typeface="Arial"/>
                <a:ea typeface="Arial"/>
                <a:cs typeface="Arial"/>
              </a:rPr>
              <a:t>3</a:t>
            </a:r>
          </a:p>
        </p:txBody>
      </p:sp>
      <p:sp>
        <p:nvSpPr>
          <p:cNvPr id="42" name="Never put a larger disk&#10;on a smaller disk.">
            <a:extLst xmlns:a="http://schemas.openxmlformats.org/drawingml/2006/main">
              <a:ext uri="{FF2B5EF4-FFF2-40B4-BE49-F238E27FC236}">
                <a16:creationId xmlns:a16="http://schemas.microsoft.com/office/drawing/2014/main" id="{EC32D83B-225B-4208-8EA7-F6977ED29123}"/>
              </a:ext>
            </a:extLst>
          </p:cNvPr>
          <p:cNvSpPr>
            <a:spLocks xmlns:a="http://schemas.openxmlformats.org/drawingml/2006/main" noGrp="1"/>
          </p:cNvSpPr>
          <p:nvPr/>
        </p:nvSpPr>
        <p:spPr>
          <a:xfrm xmlns:a="http://schemas.openxmlformats.org/drawingml/2006/main">
            <a:off x="12868275" y="8305800"/>
            <a:ext cx="45053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Never put a larger disk</a:t>
            </a:r>
          </a:p>
          <a:p xmlns:a="http://schemas.openxmlformats.org/drawingml/2006/main">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on a smaller disk.</a:t>
            </a:r>
          </a:p>
        </p:txBody>
      </p:sp>
    </p:spTree>
    <p:extLst>
      <p:ext uri="{BB962C8B-B14F-4D97-AF65-F5344CB8AC3E}">
        <p14:creationId xmlns:p14="http://schemas.microsoft.com/office/powerpoint/2010/main" val="9299253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RECURSION">
            <a:extLst xmlns:a="http://schemas.openxmlformats.org/drawingml/2006/main">
              <a:ext uri="{FF2B5EF4-FFF2-40B4-BE49-F238E27FC236}">
                <a16:creationId xmlns:a16="http://schemas.microsoft.com/office/drawing/2014/main" id="{82350AF3-54B4-43C8-AC67-53567AC10651}"/>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C97B3C73-1E2D-42D0-8490-37E51FCC87EB}"/>
              </a:ext>
            </a:extLst>
          </p:cNvPr>
          <p:cNvPicPr>
            <a:picLocks xmlns:a="http://schemas.openxmlformats.org/drawingml/2006/main" noChangeAspect="1"/>
          </p:cNvPicPr>
          <p:nvPr/>
        </p:nvPicPr>
        <p:blipFill>
          <a:blip xmlns:r="http://schemas.openxmlformats.org/officeDocument/2006/relationships" xmlns:a="http://schemas.openxmlformats.org/drawingml/2006/main" r:embed="R647b3036857b4d72"/>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Hanoi: three recursive steps">
            <a:extLst xmlns:a="http://schemas.openxmlformats.org/drawingml/2006/main">
              <a:ext uri="{FF2B5EF4-FFF2-40B4-BE49-F238E27FC236}">
                <a16:creationId xmlns:a16="http://schemas.microsoft.com/office/drawing/2014/main" id="{0F3C0DE6-75BA-49DC-9796-BB1D2F7E3C39}"/>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Hanoi: three recursive steps</a:t>
            </a:r>
          </a:p>
        </p:txBody>
      </p:sp>
      <p:sp>
        <p:nvSpPr>
          <p:cNvPr id="4" name="">
            <a:extLst xmlns:a="http://schemas.openxmlformats.org/drawingml/2006/main">
              <a:ext uri="{FF2B5EF4-FFF2-40B4-BE49-F238E27FC236}">
                <a16:creationId xmlns:a16="http://schemas.microsoft.com/office/drawing/2014/main" id="{1256DA89-8C75-4D4E-A2F0-D09A8C4EB622}"/>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708A3F31-C79D-4027-9D00-3DFBE43DD434}"/>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22">
            <a:extLst xmlns:a="http://schemas.openxmlformats.org/drawingml/2006/main">
              <a:ext uri="{FF2B5EF4-FFF2-40B4-BE49-F238E27FC236}">
                <a16:creationId xmlns:a16="http://schemas.microsoft.com/office/drawing/2014/main" id="{D807C7B1-A141-4E75-9D2D-9761337C9E51}"/>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22</a:t>
            </a:r>
          </a:p>
        </p:txBody>
      </p:sp>
      <p:sp>
        <p:nvSpPr>
          <p:cNvPr id="7" name="1">
            <a:extLst xmlns:a="http://schemas.openxmlformats.org/drawingml/2006/main">
              <a:ext uri="{FF2B5EF4-FFF2-40B4-BE49-F238E27FC236}">
                <a16:creationId xmlns:a16="http://schemas.microsoft.com/office/drawing/2014/main" id="{F28DE3B5-B1DC-40E4-AA77-A51EDB32F492}"/>
              </a:ext>
            </a:extLst>
          </p:cNvPr>
          <p:cNvSpPr>
            <a:spLocks xmlns:a="http://schemas.openxmlformats.org/drawingml/2006/main" noGrp="1"/>
          </p:cNvSpPr>
          <p:nvPr/>
        </p:nvSpPr>
        <p:spPr>
          <a:xfrm xmlns:a="http://schemas.openxmlformats.org/drawingml/2006/main">
            <a:off x="914400" y="2895600"/>
            <a:ext cx="638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B73513"/>
                </a:solidFill>
                <a:latin typeface="Arial"/>
                <a:ea typeface="Arial"/>
                <a:cs typeface="Arial"/>
              </a:defRPr>
            </a:defPPr>
            <a:lvl1pPr algn="l">
              <a:defRPr sz="4800" b="1">
                <a:solidFill>
                  <a:srgbClr val="B73513"/>
                </a:solidFill>
                <a:latin typeface="Arial"/>
                <a:ea typeface="Arial"/>
                <a:cs typeface="Arial"/>
              </a:defRPr>
            </a:lvl1pPr>
            <a:lvl2pPr algn="l">
              <a:defRPr sz="4800" b="1">
                <a:solidFill>
                  <a:srgbClr val="B73513"/>
                </a:solidFill>
                <a:latin typeface="Arial"/>
                <a:ea typeface="Arial"/>
                <a:cs typeface="Arial"/>
              </a:defRPr>
            </a:lvl2pPr>
            <a:lvl3pPr algn="l">
              <a:defRPr sz="4800" b="1">
                <a:solidFill>
                  <a:srgbClr val="B73513"/>
                </a:solidFill>
                <a:latin typeface="Arial"/>
                <a:ea typeface="Arial"/>
                <a:cs typeface="Arial"/>
              </a:defRPr>
            </a:lvl3pPr>
            <a:lvl4pPr algn="l">
              <a:defRPr sz="4800" b="1">
                <a:solidFill>
                  <a:srgbClr val="B73513"/>
                </a:solidFill>
                <a:latin typeface="Arial"/>
                <a:ea typeface="Arial"/>
                <a:cs typeface="Arial"/>
              </a:defRPr>
            </a:lvl4pPr>
            <a:lvl5pPr algn="l">
              <a:defRPr sz="4800" b="1">
                <a:solidFill>
                  <a:srgbClr val="B73513"/>
                </a:solidFill>
                <a:latin typeface="Arial"/>
                <a:ea typeface="Arial"/>
                <a:cs typeface="Arial"/>
              </a:defRPr>
            </a:lvl5pPr>
            <a:lvl6pPr algn="l">
              <a:defRPr sz="4800" b="1">
                <a:solidFill>
                  <a:srgbClr val="B73513"/>
                </a:solidFill>
                <a:latin typeface="Arial"/>
                <a:ea typeface="Arial"/>
                <a:cs typeface="Arial"/>
              </a:defRPr>
            </a:lvl6pPr>
            <a:lvl7pPr algn="l">
              <a:defRPr sz="4800" b="1">
                <a:solidFill>
                  <a:srgbClr val="B73513"/>
                </a:solidFill>
                <a:latin typeface="Arial"/>
                <a:ea typeface="Arial"/>
                <a:cs typeface="Arial"/>
              </a:defRPr>
            </a:lvl7pPr>
            <a:lvl8pPr algn="l">
              <a:defRPr sz="4800" b="1">
                <a:solidFill>
                  <a:srgbClr val="B73513"/>
                </a:solidFill>
                <a:latin typeface="Arial"/>
                <a:ea typeface="Arial"/>
                <a:cs typeface="Arial"/>
              </a:defRPr>
            </a:lvl8pPr>
            <a:lvl9pPr algn="l">
              <a:defRPr sz="4800" b="1">
                <a:solidFill>
                  <a:srgbClr val="B73513"/>
                </a:solidFill>
                <a:latin typeface="Arial"/>
                <a:ea typeface="Arial"/>
                <a:cs typeface="Arial"/>
              </a:defRPr>
            </a:lvl9pPr>
          </a:lstStyle>
          <a:p xmlns:a="http://schemas.openxmlformats.org/drawingml/2006/main">
            <a:pPr algn="l">
              <a:lnSpc>
                <a:spcPct val="100000"/>
              </a:lnSpc>
              <a:buNone/>
              <a:defRPr sz="4800" b="1">
                <a:solidFill>
                  <a:srgbClr val="B73513"/>
                </a:solidFill>
                <a:latin typeface="Arial"/>
                <a:ea typeface="Arial"/>
                <a:cs typeface="Arial"/>
              </a:defRPr>
            </a:pPr>
            <a:r>
              <a:rPr sz="4800" b="1">
                <a:solidFill>
                  <a:srgbClr val="B73513"/>
                </a:solidFill>
                <a:latin typeface="Arial"/>
                <a:ea typeface="Arial"/>
                <a:cs typeface="Arial"/>
              </a:rPr>
              <a:t>1</a:t>
            </a:r>
          </a:p>
        </p:txBody>
      </p:sp>
      <p:sp>
        <p:nvSpPr>
          <p:cNvPr id="8" name="Move 2 disks&#10;A to B, using C">
            <a:extLst xmlns:a="http://schemas.openxmlformats.org/drawingml/2006/main">
              <a:ext uri="{FF2B5EF4-FFF2-40B4-BE49-F238E27FC236}">
                <a16:creationId xmlns:a16="http://schemas.microsoft.com/office/drawing/2014/main" id="{615D577E-A2C4-4F60-A57A-D4D501794E4D}"/>
              </a:ext>
            </a:extLst>
          </p:cNvPr>
          <p:cNvSpPr>
            <a:spLocks xmlns:a="http://schemas.openxmlformats.org/drawingml/2006/main" noGrp="1"/>
          </p:cNvSpPr>
          <p:nvPr/>
        </p:nvSpPr>
        <p:spPr>
          <a:xfrm xmlns:a="http://schemas.openxmlformats.org/drawingml/2006/main">
            <a:off x="1781175" y="2943225"/>
            <a:ext cx="4048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202426"/>
                </a:solidFill>
                <a:latin typeface="Arial"/>
                <a:ea typeface="Arial"/>
                <a:cs typeface="Arial"/>
              </a:defRPr>
            </a:defPPr>
            <a:lvl1pPr algn="l">
              <a:defRPr sz="2700" b="1">
                <a:solidFill>
                  <a:srgbClr val="202426"/>
                </a:solidFill>
                <a:latin typeface="Arial"/>
                <a:ea typeface="Arial"/>
                <a:cs typeface="Arial"/>
              </a:defRPr>
            </a:lvl1pPr>
            <a:lvl2pPr algn="l">
              <a:defRPr sz="2700" b="1">
                <a:solidFill>
                  <a:srgbClr val="202426"/>
                </a:solidFill>
                <a:latin typeface="Arial"/>
                <a:ea typeface="Arial"/>
                <a:cs typeface="Arial"/>
              </a:defRPr>
            </a:lvl2pPr>
            <a:lvl3pPr algn="l">
              <a:defRPr sz="2700" b="1">
                <a:solidFill>
                  <a:srgbClr val="202426"/>
                </a:solidFill>
                <a:latin typeface="Arial"/>
                <a:ea typeface="Arial"/>
                <a:cs typeface="Arial"/>
              </a:defRPr>
            </a:lvl3pPr>
            <a:lvl4pPr algn="l">
              <a:defRPr sz="2700" b="1">
                <a:solidFill>
                  <a:srgbClr val="202426"/>
                </a:solidFill>
                <a:latin typeface="Arial"/>
                <a:ea typeface="Arial"/>
                <a:cs typeface="Arial"/>
              </a:defRPr>
            </a:lvl4pPr>
            <a:lvl5pPr algn="l">
              <a:defRPr sz="2700" b="1">
                <a:solidFill>
                  <a:srgbClr val="202426"/>
                </a:solidFill>
                <a:latin typeface="Arial"/>
                <a:ea typeface="Arial"/>
                <a:cs typeface="Arial"/>
              </a:defRPr>
            </a:lvl5pPr>
            <a:lvl6pPr algn="l">
              <a:defRPr sz="2700" b="1">
                <a:solidFill>
                  <a:srgbClr val="202426"/>
                </a:solidFill>
                <a:latin typeface="Arial"/>
                <a:ea typeface="Arial"/>
                <a:cs typeface="Arial"/>
              </a:defRPr>
            </a:lvl6pPr>
            <a:lvl7pPr algn="l">
              <a:defRPr sz="2700" b="1">
                <a:solidFill>
                  <a:srgbClr val="202426"/>
                </a:solidFill>
                <a:latin typeface="Arial"/>
                <a:ea typeface="Arial"/>
                <a:cs typeface="Arial"/>
              </a:defRPr>
            </a:lvl7pPr>
            <a:lvl8pPr algn="l">
              <a:defRPr sz="2700" b="1">
                <a:solidFill>
                  <a:srgbClr val="202426"/>
                </a:solidFill>
                <a:latin typeface="Arial"/>
                <a:ea typeface="Arial"/>
                <a:cs typeface="Arial"/>
              </a:defRPr>
            </a:lvl8pPr>
            <a:lvl9pPr algn="l">
              <a:defRPr sz="2700" b="1">
                <a:solidFill>
                  <a:srgbClr val="202426"/>
                </a:solidFill>
                <a:latin typeface="Arial"/>
                <a:ea typeface="Arial"/>
                <a:cs typeface="Arial"/>
              </a:defRPr>
            </a:lvl9pPr>
          </a:lstStyle>
          <a:p xmlns:a="http://schemas.openxmlformats.org/drawingml/2006/main">
            <a:pPr algn="l">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Move 2 disks</a:t>
            </a:r>
          </a:p>
          <a:p xmlns:a="http://schemas.openxmlformats.org/drawingml/2006/main">
            <a:pPr algn="l">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A to B, using C</a:t>
            </a:r>
          </a:p>
        </p:txBody>
      </p:sp>
      <p:sp>
        <p:nvSpPr>
          <p:cNvPr id="9" name="">
            <a:extLst xmlns:a="http://schemas.openxmlformats.org/drawingml/2006/main">
              <a:ext uri="{FF2B5EF4-FFF2-40B4-BE49-F238E27FC236}">
                <a16:creationId xmlns:a16="http://schemas.microsoft.com/office/drawing/2014/main" id="{C4CE4A6E-B360-4BD3-BD43-3C9C0D21C050}"/>
              </a:ext>
            </a:extLst>
          </p:cNvPr>
          <p:cNvSpPr>
            <a:spLocks xmlns:a="http://schemas.openxmlformats.org/drawingml/2006/main" noGrp="1"/>
          </p:cNvSpPr>
          <p:nvPr/>
        </p:nvSpPr>
        <p:spPr>
          <a:xfrm xmlns:a="http://schemas.openxmlformats.org/drawingml/2006/main">
            <a:off x="914400" y="6905625"/>
            <a:ext cx="4914900" cy="4762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C21F2F-F06A-48AD-8B42-44C09848F52F}"/>
              </a:ext>
            </a:extLst>
          </p:cNvPr>
          <p:cNvSpPr>
            <a:spLocks xmlns:a="http://schemas.openxmlformats.org/drawingml/2006/main" noGrp="1"/>
          </p:cNvSpPr>
          <p:nvPr/>
        </p:nvSpPr>
        <p:spPr>
          <a:xfrm xmlns:a="http://schemas.openxmlformats.org/drawingml/2006/main">
            <a:off x="17049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11" name="A">
            <a:extLst xmlns:a="http://schemas.openxmlformats.org/drawingml/2006/main">
              <a:ext uri="{FF2B5EF4-FFF2-40B4-BE49-F238E27FC236}">
                <a16:creationId xmlns:a16="http://schemas.microsoft.com/office/drawing/2014/main" id="{E921403B-8FA7-4C42-9B91-7718779233E3}"/>
              </a:ext>
            </a:extLst>
          </p:cNvPr>
          <p:cNvSpPr>
            <a:spLocks xmlns:a="http://schemas.openxmlformats.org/drawingml/2006/main" noGrp="1"/>
          </p:cNvSpPr>
          <p:nvPr/>
        </p:nvSpPr>
        <p:spPr>
          <a:xfrm xmlns:a="http://schemas.openxmlformats.org/drawingml/2006/main">
            <a:off x="13049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A</a:t>
            </a:r>
          </a:p>
        </p:txBody>
      </p:sp>
      <p:sp>
        <p:nvSpPr>
          <p:cNvPr id="12" name="Disk 3 on peg A">
            <a:extLst xmlns:a="http://schemas.openxmlformats.org/drawingml/2006/main">
              <a:ext uri="{FF2B5EF4-FFF2-40B4-BE49-F238E27FC236}">
                <a16:creationId xmlns:a16="http://schemas.microsoft.com/office/drawing/2014/main" id="{4370BCA7-02E0-474B-B959-FE2351CD3110}"/>
              </a:ext>
            </a:extLst>
          </p:cNvPr>
          <p:cNvSpPr>
            <a:spLocks xmlns:a="http://schemas.openxmlformats.org/drawingml/2006/main" noGrp="1"/>
          </p:cNvSpPr>
          <p:nvPr/>
        </p:nvSpPr>
        <p:spPr>
          <a:xfrm xmlns:a="http://schemas.openxmlformats.org/drawingml/2006/main">
            <a:off x="1020889" y="6543675"/>
            <a:ext cx="1425321" cy="33337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13" name="3">
            <a:extLst xmlns:a="http://schemas.openxmlformats.org/drawingml/2006/main">
              <a:ext uri="{FF2B5EF4-FFF2-40B4-BE49-F238E27FC236}">
                <a16:creationId xmlns:a16="http://schemas.microsoft.com/office/drawing/2014/main" id="{3406B927-98CD-41A4-9A56-5AF7364557DA}"/>
              </a:ext>
            </a:extLst>
          </p:cNvPr>
          <p:cNvSpPr>
            <a:spLocks xmlns:a="http://schemas.openxmlformats.org/drawingml/2006/main" noGrp="1"/>
          </p:cNvSpPr>
          <p:nvPr/>
        </p:nvSpPr>
        <p:spPr>
          <a:xfrm xmlns:a="http://schemas.openxmlformats.org/drawingml/2006/main">
            <a:off x="1020889" y="6572250"/>
            <a:ext cx="1425321"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56CEF80-3D60-427C-9EC6-45C9954B1AA5}"/>
              </a:ext>
            </a:extLst>
          </p:cNvPr>
          <p:cNvSpPr>
            <a:spLocks xmlns:a="http://schemas.openxmlformats.org/drawingml/2006/main" noGrp="1"/>
          </p:cNvSpPr>
          <p:nvPr/>
        </p:nvSpPr>
        <p:spPr>
          <a:xfrm xmlns:a="http://schemas.openxmlformats.org/drawingml/2006/main">
            <a:off x="33432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15" name="B">
            <a:extLst xmlns:a="http://schemas.openxmlformats.org/drawingml/2006/main">
              <a:ext uri="{FF2B5EF4-FFF2-40B4-BE49-F238E27FC236}">
                <a16:creationId xmlns:a16="http://schemas.microsoft.com/office/drawing/2014/main" id="{0BDC2430-3E36-4EFA-8AFE-8B9F6F1957DE}"/>
              </a:ext>
            </a:extLst>
          </p:cNvPr>
          <p:cNvSpPr>
            <a:spLocks xmlns:a="http://schemas.openxmlformats.org/drawingml/2006/main" noGrp="1"/>
          </p:cNvSpPr>
          <p:nvPr/>
        </p:nvSpPr>
        <p:spPr>
          <a:xfrm xmlns:a="http://schemas.openxmlformats.org/drawingml/2006/main">
            <a:off x="29432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B</a:t>
            </a:r>
          </a:p>
        </p:txBody>
      </p:sp>
      <p:sp>
        <p:nvSpPr>
          <p:cNvPr id="16" name="Disk 2 on peg B">
            <a:extLst xmlns:a="http://schemas.openxmlformats.org/drawingml/2006/main">
              <a:ext uri="{FF2B5EF4-FFF2-40B4-BE49-F238E27FC236}">
                <a16:creationId xmlns:a16="http://schemas.microsoft.com/office/drawing/2014/main" id="{D4DB8744-77BC-424A-B893-5500DF19F481}"/>
              </a:ext>
            </a:extLst>
          </p:cNvPr>
          <p:cNvSpPr>
            <a:spLocks xmlns:a="http://schemas.openxmlformats.org/drawingml/2006/main" noGrp="1"/>
          </p:cNvSpPr>
          <p:nvPr/>
        </p:nvSpPr>
        <p:spPr>
          <a:xfrm xmlns:a="http://schemas.openxmlformats.org/drawingml/2006/main">
            <a:off x="2806637" y="6543675"/>
            <a:ext cx="1130427" cy="333375"/>
          </a:xfrm>
          <a:prstGeom xmlns:a="http://schemas.openxmlformats.org/drawingml/2006/main" prst="rect">
            <a:avLst/>
          </a:prstGeom>
          <a:solidFill xmlns:a="http://schemas.openxmlformats.org/drawingml/2006/main">
            <a:srgbClr val="FFF2EB"/>
          </a:solidFill>
          <a:ln xmlns:a="http://schemas.openxmlformats.org/drawingml/2006/main" w="19050">
            <a:solidFill>
              <a:srgbClr val="E64519"/>
            </a:solidFill>
            <a:prstDash val="solid"/>
          </a:ln>
        </p:spPr>
      </p:sp>
      <p:sp>
        <p:nvSpPr>
          <p:cNvPr id="17" name="2">
            <a:extLst xmlns:a="http://schemas.openxmlformats.org/drawingml/2006/main">
              <a:ext uri="{FF2B5EF4-FFF2-40B4-BE49-F238E27FC236}">
                <a16:creationId xmlns:a16="http://schemas.microsoft.com/office/drawing/2014/main" id="{3AA972E9-32A7-44DE-B6DE-DB7CFC24E029}"/>
              </a:ext>
            </a:extLst>
          </p:cNvPr>
          <p:cNvSpPr>
            <a:spLocks xmlns:a="http://schemas.openxmlformats.org/drawingml/2006/main" noGrp="1"/>
          </p:cNvSpPr>
          <p:nvPr/>
        </p:nvSpPr>
        <p:spPr>
          <a:xfrm xmlns:a="http://schemas.openxmlformats.org/drawingml/2006/main">
            <a:off x="2806637" y="6572250"/>
            <a:ext cx="1130427"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202426"/>
                </a:solidFill>
                <a:latin typeface="Arial"/>
                <a:ea typeface="Arial"/>
                <a:cs typeface="Arial"/>
              </a:defRPr>
            </a:defPPr>
            <a:lvl1pPr algn="ctr">
              <a:defRPr sz="2025" b="1">
                <a:solidFill>
                  <a:srgbClr val="202426"/>
                </a:solidFill>
                <a:latin typeface="Arial"/>
                <a:ea typeface="Arial"/>
                <a:cs typeface="Arial"/>
              </a:defRPr>
            </a:lvl1pPr>
            <a:lvl2pPr algn="ctr">
              <a:defRPr sz="2025" b="1">
                <a:solidFill>
                  <a:srgbClr val="202426"/>
                </a:solidFill>
                <a:latin typeface="Arial"/>
                <a:ea typeface="Arial"/>
                <a:cs typeface="Arial"/>
              </a:defRPr>
            </a:lvl2pPr>
            <a:lvl3pPr algn="ctr">
              <a:defRPr sz="2025" b="1">
                <a:solidFill>
                  <a:srgbClr val="202426"/>
                </a:solidFill>
                <a:latin typeface="Arial"/>
                <a:ea typeface="Arial"/>
                <a:cs typeface="Arial"/>
              </a:defRPr>
            </a:lvl3pPr>
            <a:lvl4pPr algn="ctr">
              <a:defRPr sz="2025" b="1">
                <a:solidFill>
                  <a:srgbClr val="202426"/>
                </a:solidFill>
                <a:latin typeface="Arial"/>
                <a:ea typeface="Arial"/>
                <a:cs typeface="Arial"/>
              </a:defRPr>
            </a:lvl4pPr>
            <a:lvl5pPr algn="ctr">
              <a:defRPr sz="2025" b="1">
                <a:solidFill>
                  <a:srgbClr val="202426"/>
                </a:solidFill>
                <a:latin typeface="Arial"/>
                <a:ea typeface="Arial"/>
                <a:cs typeface="Arial"/>
              </a:defRPr>
            </a:lvl5pPr>
            <a:lvl6pPr algn="ctr">
              <a:defRPr sz="2025" b="1">
                <a:solidFill>
                  <a:srgbClr val="202426"/>
                </a:solidFill>
                <a:latin typeface="Arial"/>
                <a:ea typeface="Arial"/>
                <a:cs typeface="Arial"/>
              </a:defRPr>
            </a:lvl6pPr>
            <a:lvl7pPr algn="ctr">
              <a:defRPr sz="2025" b="1">
                <a:solidFill>
                  <a:srgbClr val="202426"/>
                </a:solidFill>
                <a:latin typeface="Arial"/>
                <a:ea typeface="Arial"/>
                <a:cs typeface="Arial"/>
              </a:defRPr>
            </a:lvl7pPr>
            <a:lvl8pPr algn="ctr">
              <a:defRPr sz="2025" b="1">
                <a:solidFill>
                  <a:srgbClr val="202426"/>
                </a:solidFill>
                <a:latin typeface="Arial"/>
                <a:ea typeface="Arial"/>
                <a:cs typeface="Arial"/>
              </a:defRPr>
            </a:lvl8pPr>
            <a:lvl9pPr algn="ctr">
              <a:defRPr sz="2025" b="1">
                <a:solidFill>
                  <a:srgbClr val="202426"/>
                </a:solidFill>
                <a:latin typeface="Arial"/>
                <a:ea typeface="Arial"/>
                <a:cs typeface="Arial"/>
              </a:defRPr>
            </a:lvl9pPr>
          </a:lstStyle>
          <a:p xmlns:a="http://schemas.openxmlformats.org/drawingml/2006/main">
            <a:pPr algn="ctr">
              <a:lnSpc>
                <a:spcPct val="100000"/>
              </a:lnSpc>
              <a:buNone/>
              <a:defRPr sz="2025" b="1">
                <a:solidFill>
                  <a:srgbClr val="202426"/>
                </a:solidFill>
                <a:latin typeface="Arial"/>
                <a:ea typeface="Arial"/>
                <a:cs typeface="Arial"/>
              </a:defRPr>
            </a:pPr>
            <a:r>
              <a:rPr sz="2025" b="1">
                <a:solidFill>
                  <a:srgbClr val="202426"/>
                </a:solidFill>
                <a:latin typeface="Arial"/>
                <a:ea typeface="Arial"/>
                <a:cs typeface="Arial"/>
              </a:rPr>
              <a:t>2</a:t>
            </a:r>
          </a:p>
        </p:txBody>
      </p:sp>
      <p:sp>
        <p:nvSpPr>
          <p:cNvPr id="18" name="Disk 1 on peg B">
            <a:extLst xmlns:a="http://schemas.openxmlformats.org/drawingml/2006/main">
              <a:ext uri="{FF2B5EF4-FFF2-40B4-BE49-F238E27FC236}">
                <a16:creationId xmlns:a16="http://schemas.microsoft.com/office/drawing/2014/main" id="{7DCBE931-9C17-4FD9-A5B3-A775A15750A6}"/>
              </a:ext>
            </a:extLst>
          </p:cNvPr>
          <p:cNvSpPr>
            <a:spLocks xmlns:a="http://schemas.openxmlformats.org/drawingml/2006/main" noGrp="1"/>
          </p:cNvSpPr>
          <p:nvPr/>
        </p:nvSpPr>
        <p:spPr>
          <a:xfrm xmlns:a="http://schemas.openxmlformats.org/drawingml/2006/main">
            <a:off x="2954084" y="6181725"/>
            <a:ext cx="835533" cy="333375"/>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19" name="1">
            <a:extLst xmlns:a="http://schemas.openxmlformats.org/drawingml/2006/main">
              <a:ext uri="{FF2B5EF4-FFF2-40B4-BE49-F238E27FC236}">
                <a16:creationId xmlns:a16="http://schemas.microsoft.com/office/drawing/2014/main" id="{FBE2D2A1-4124-4C8F-A880-92EFE7902E8A}"/>
              </a:ext>
            </a:extLst>
          </p:cNvPr>
          <p:cNvSpPr>
            <a:spLocks xmlns:a="http://schemas.openxmlformats.org/drawingml/2006/main" noGrp="1"/>
          </p:cNvSpPr>
          <p:nvPr/>
        </p:nvSpPr>
        <p:spPr>
          <a:xfrm xmlns:a="http://schemas.openxmlformats.org/drawingml/2006/main">
            <a:off x="2954084" y="6210300"/>
            <a:ext cx="835533"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A69569DC-D2E3-486B-9AAF-A301A991923B}"/>
              </a:ext>
            </a:extLst>
          </p:cNvPr>
          <p:cNvSpPr>
            <a:spLocks xmlns:a="http://schemas.openxmlformats.org/drawingml/2006/main" noGrp="1"/>
          </p:cNvSpPr>
          <p:nvPr/>
        </p:nvSpPr>
        <p:spPr>
          <a:xfrm xmlns:a="http://schemas.openxmlformats.org/drawingml/2006/main">
            <a:off x="49815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1" name="C">
            <a:extLst xmlns:a="http://schemas.openxmlformats.org/drawingml/2006/main">
              <a:ext uri="{FF2B5EF4-FFF2-40B4-BE49-F238E27FC236}">
                <a16:creationId xmlns:a16="http://schemas.microsoft.com/office/drawing/2014/main" id="{F3524370-CA68-48C1-9C9B-82B16C210FEA}"/>
              </a:ext>
            </a:extLst>
          </p:cNvPr>
          <p:cNvSpPr>
            <a:spLocks xmlns:a="http://schemas.openxmlformats.org/drawingml/2006/main" noGrp="1"/>
          </p:cNvSpPr>
          <p:nvPr/>
        </p:nvSpPr>
        <p:spPr>
          <a:xfrm xmlns:a="http://schemas.openxmlformats.org/drawingml/2006/main">
            <a:off x="45815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C</a:t>
            </a:r>
          </a:p>
        </p:txBody>
      </p:sp>
      <p:sp>
        <p:nvSpPr>
          <p:cNvPr id="22" name="3 one-disk moves">
            <a:extLst xmlns:a="http://schemas.openxmlformats.org/drawingml/2006/main">
              <a:ext uri="{FF2B5EF4-FFF2-40B4-BE49-F238E27FC236}">
                <a16:creationId xmlns:a16="http://schemas.microsoft.com/office/drawing/2014/main" id="{7219367F-8BE1-4019-A113-4AC73A3E944F}"/>
              </a:ext>
            </a:extLst>
          </p:cNvPr>
          <p:cNvSpPr>
            <a:spLocks xmlns:a="http://schemas.openxmlformats.org/drawingml/2006/main" noGrp="1"/>
          </p:cNvSpPr>
          <p:nvPr/>
        </p:nvSpPr>
        <p:spPr>
          <a:xfrm xmlns:a="http://schemas.openxmlformats.org/drawingml/2006/main">
            <a:off x="914400" y="7620000"/>
            <a:ext cx="4914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75" b="0">
                <a:solidFill>
                  <a:srgbClr val="202426"/>
                </a:solidFill>
                <a:latin typeface="Arial"/>
                <a:ea typeface="Arial"/>
                <a:cs typeface="Arial"/>
              </a:defRPr>
            </a:defPPr>
            <a:lvl1pPr algn="ctr">
              <a:defRPr sz="2775" b="0">
                <a:solidFill>
                  <a:srgbClr val="202426"/>
                </a:solidFill>
                <a:latin typeface="Arial"/>
                <a:ea typeface="Arial"/>
                <a:cs typeface="Arial"/>
              </a:defRPr>
            </a:lvl1pPr>
            <a:lvl2pPr algn="ctr">
              <a:defRPr sz="2775" b="0">
                <a:solidFill>
                  <a:srgbClr val="202426"/>
                </a:solidFill>
                <a:latin typeface="Arial"/>
                <a:ea typeface="Arial"/>
                <a:cs typeface="Arial"/>
              </a:defRPr>
            </a:lvl2pPr>
            <a:lvl3pPr algn="ctr">
              <a:defRPr sz="2775" b="0">
                <a:solidFill>
                  <a:srgbClr val="202426"/>
                </a:solidFill>
                <a:latin typeface="Arial"/>
                <a:ea typeface="Arial"/>
                <a:cs typeface="Arial"/>
              </a:defRPr>
            </a:lvl3pPr>
            <a:lvl4pPr algn="ctr">
              <a:defRPr sz="2775" b="0">
                <a:solidFill>
                  <a:srgbClr val="202426"/>
                </a:solidFill>
                <a:latin typeface="Arial"/>
                <a:ea typeface="Arial"/>
                <a:cs typeface="Arial"/>
              </a:defRPr>
            </a:lvl4pPr>
            <a:lvl5pPr algn="ctr">
              <a:defRPr sz="2775" b="0">
                <a:solidFill>
                  <a:srgbClr val="202426"/>
                </a:solidFill>
                <a:latin typeface="Arial"/>
                <a:ea typeface="Arial"/>
                <a:cs typeface="Arial"/>
              </a:defRPr>
            </a:lvl5pPr>
            <a:lvl6pPr algn="ctr">
              <a:defRPr sz="2775" b="0">
                <a:solidFill>
                  <a:srgbClr val="202426"/>
                </a:solidFill>
                <a:latin typeface="Arial"/>
                <a:ea typeface="Arial"/>
                <a:cs typeface="Arial"/>
              </a:defRPr>
            </a:lvl6pPr>
            <a:lvl7pPr algn="ctr">
              <a:defRPr sz="2775" b="0">
                <a:solidFill>
                  <a:srgbClr val="202426"/>
                </a:solidFill>
                <a:latin typeface="Arial"/>
                <a:ea typeface="Arial"/>
                <a:cs typeface="Arial"/>
              </a:defRPr>
            </a:lvl7pPr>
            <a:lvl8pPr algn="ctr">
              <a:defRPr sz="2775" b="0">
                <a:solidFill>
                  <a:srgbClr val="202426"/>
                </a:solidFill>
                <a:latin typeface="Arial"/>
                <a:ea typeface="Arial"/>
                <a:cs typeface="Arial"/>
              </a:defRPr>
            </a:lvl8pPr>
            <a:lvl9pPr algn="ctr">
              <a:defRPr sz="2775" b="0">
                <a:solidFill>
                  <a:srgbClr val="202426"/>
                </a:solidFill>
                <a:latin typeface="Arial"/>
                <a:ea typeface="Arial"/>
                <a:cs typeface="Arial"/>
              </a:defRPr>
            </a:lvl9pPr>
          </a:lstStyle>
          <a:p xmlns:a="http://schemas.openxmlformats.org/drawingml/2006/main">
            <a:pPr algn="ctr">
              <a:lnSpc>
                <a:spcPct val="100000"/>
              </a:lnSpc>
              <a:buNone/>
              <a:defRPr sz="2775" b="0">
                <a:solidFill>
                  <a:srgbClr val="202426"/>
                </a:solidFill>
                <a:latin typeface="Arial"/>
                <a:ea typeface="Arial"/>
                <a:cs typeface="Arial"/>
              </a:defRPr>
            </a:pPr>
            <a:r>
              <a:rPr sz="2775" b="0">
                <a:solidFill>
                  <a:srgbClr val="202426"/>
                </a:solidFill>
                <a:latin typeface="Arial"/>
                <a:ea typeface="Arial"/>
                <a:cs typeface="Arial"/>
              </a:rPr>
              <a:t>3 one-disk moves</a:t>
            </a:r>
          </a:p>
        </p:txBody>
      </p:sp>
      <p:sp>
        <p:nvSpPr>
          <p:cNvPr id="23" name="2">
            <a:extLst xmlns:a="http://schemas.openxmlformats.org/drawingml/2006/main">
              <a:ext uri="{FF2B5EF4-FFF2-40B4-BE49-F238E27FC236}">
                <a16:creationId xmlns:a16="http://schemas.microsoft.com/office/drawing/2014/main" id="{B6C1DA17-0735-40F8-B157-0CC8F75AD3F4}"/>
              </a:ext>
            </a:extLst>
          </p:cNvPr>
          <p:cNvSpPr>
            <a:spLocks xmlns:a="http://schemas.openxmlformats.org/drawingml/2006/main" noGrp="1"/>
          </p:cNvSpPr>
          <p:nvPr/>
        </p:nvSpPr>
        <p:spPr>
          <a:xfrm xmlns:a="http://schemas.openxmlformats.org/drawingml/2006/main">
            <a:off x="6705600" y="2895600"/>
            <a:ext cx="638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B73513"/>
                </a:solidFill>
                <a:latin typeface="Arial"/>
                <a:ea typeface="Arial"/>
                <a:cs typeface="Arial"/>
              </a:defRPr>
            </a:defPPr>
            <a:lvl1pPr algn="l">
              <a:defRPr sz="4800" b="1">
                <a:solidFill>
                  <a:srgbClr val="B73513"/>
                </a:solidFill>
                <a:latin typeface="Arial"/>
                <a:ea typeface="Arial"/>
                <a:cs typeface="Arial"/>
              </a:defRPr>
            </a:lvl1pPr>
            <a:lvl2pPr algn="l">
              <a:defRPr sz="4800" b="1">
                <a:solidFill>
                  <a:srgbClr val="B73513"/>
                </a:solidFill>
                <a:latin typeface="Arial"/>
                <a:ea typeface="Arial"/>
                <a:cs typeface="Arial"/>
              </a:defRPr>
            </a:lvl2pPr>
            <a:lvl3pPr algn="l">
              <a:defRPr sz="4800" b="1">
                <a:solidFill>
                  <a:srgbClr val="B73513"/>
                </a:solidFill>
                <a:latin typeface="Arial"/>
                <a:ea typeface="Arial"/>
                <a:cs typeface="Arial"/>
              </a:defRPr>
            </a:lvl3pPr>
            <a:lvl4pPr algn="l">
              <a:defRPr sz="4800" b="1">
                <a:solidFill>
                  <a:srgbClr val="B73513"/>
                </a:solidFill>
                <a:latin typeface="Arial"/>
                <a:ea typeface="Arial"/>
                <a:cs typeface="Arial"/>
              </a:defRPr>
            </a:lvl4pPr>
            <a:lvl5pPr algn="l">
              <a:defRPr sz="4800" b="1">
                <a:solidFill>
                  <a:srgbClr val="B73513"/>
                </a:solidFill>
                <a:latin typeface="Arial"/>
                <a:ea typeface="Arial"/>
                <a:cs typeface="Arial"/>
              </a:defRPr>
            </a:lvl5pPr>
            <a:lvl6pPr algn="l">
              <a:defRPr sz="4800" b="1">
                <a:solidFill>
                  <a:srgbClr val="B73513"/>
                </a:solidFill>
                <a:latin typeface="Arial"/>
                <a:ea typeface="Arial"/>
                <a:cs typeface="Arial"/>
              </a:defRPr>
            </a:lvl6pPr>
            <a:lvl7pPr algn="l">
              <a:defRPr sz="4800" b="1">
                <a:solidFill>
                  <a:srgbClr val="B73513"/>
                </a:solidFill>
                <a:latin typeface="Arial"/>
                <a:ea typeface="Arial"/>
                <a:cs typeface="Arial"/>
              </a:defRPr>
            </a:lvl7pPr>
            <a:lvl8pPr algn="l">
              <a:defRPr sz="4800" b="1">
                <a:solidFill>
                  <a:srgbClr val="B73513"/>
                </a:solidFill>
                <a:latin typeface="Arial"/>
                <a:ea typeface="Arial"/>
                <a:cs typeface="Arial"/>
              </a:defRPr>
            </a:lvl8pPr>
            <a:lvl9pPr algn="l">
              <a:defRPr sz="4800" b="1">
                <a:solidFill>
                  <a:srgbClr val="B73513"/>
                </a:solidFill>
                <a:latin typeface="Arial"/>
                <a:ea typeface="Arial"/>
                <a:cs typeface="Arial"/>
              </a:defRPr>
            </a:lvl9pPr>
          </a:lstStyle>
          <a:p xmlns:a="http://schemas.openxmlformats.org/drawingml/2006/main">
            <a:pPr algn="l">
              <a:lnSpc>
                <a:spcPct val="100000"/>
              </a:lnSpc>
              <a:buNone/>
              <a:defRPr sz="4800" b="1">
                <a:solidFill>
                  <a:srgbClr val="B73513"/>
                </a:solidFill>
                <a:latin typeface="Arial"/>
                <a:ea typeface="Arial"/>
                <a:cs typeface="Arial"/>
              </a:defRPr>
            </a:pPr>
            <a:r>
              <a:rPr sz="4800" b="1">
                <a:solidFill>
                  <a:srgbClr val="B73513"/>
                </a:solidFill>
                <a:latin typeface="Arial"/>
                <a:ea typeface="Arial"/>
                <a:cs typeface="Arial"/>
              </a:rPr>
              <a:t>2</a:t>
            </a:r>
          </a:p>
        </p:txBody>
      </p:sp>
      <p:sp>
        <p:nvSpPr>
          <p:cNvPr id="24" name="Move disk 3&#10;A to C">
            <a:extLst xmlns:a="http://schemas.openxmlformats.org/drawingml/2006/main">
              <a:ext uri="{FF2B5EF4-FFF2-40B4-BE49-F238E27FC236}">
                <a16:creationId xmlns:a16="http://schemas.microsoft.com/office/drawing/2014/main" id="{776E93AB-30DC-4F4C-A5F8-C90CCCE9122C}"/>
              </a:ext>
            </a:extLst>
          </p:cNvPr>
          <p:cNvSpPr>
            <a:spLocks xmlns:a="http://schemas.openxmlformats.org/drawingml/2006/main" noGrp="1"/>
          </p:cNvSpPr>
          <p:nvPr/>
        </p:nvSpPr>
        <p:spPr>
          <a:xfrm xmlns:a="http://schemas.openxmlformats.org/drawingml/2006/main">
            <a:off x="7572375" y="2943225"/>
            <a:ext cx="4048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202426"/>
                </a:solidFill>
                <a:latin typeface="Arial"/>
                <a:ea typeface="Arial"/>
                <a:cs typeface="Arial"/>
              </a:defRPr>
            </a:defPPr>
            <a:lvl1pPr algn="l">
              <a:defRPr sz="2700" b="1">
                <a:solidFill>
                  <a:srgbClr val="202426"/>
                </a:solidFill>
                <a:latin typeface="Arial"/>
                <a:ea typeface="Arial"/>
                <a:cs typeface="Arial"/>
              </a:defRPr>
            </a:lvl1pPr>
            <a:lvl2pPr algn="l">
              <a:defRPr sz="2700" b="1">
                <a:solidFill>
                  <a:srgbClr val="202426"/>
                </a:solidFill>
                <a:latin typeface="Arial"/>
                <a:ea typeface="Arial"/>
                <a:cs typeface="Arial"/>
              </a:defRPr>
            </a:lvl2pPr>
            <a:lvl3pPr algn="l">
              <a:defRPr sz="2700" b="1">
                <a:solidFill>
                  <a:srgbClr val="202426"/>
                </a:solidFill>
                <a:latin typeface="Arial"/>
                <a:ea typeface="Arial"/>
                <a:cs typeface="Arial"/>
              </a:defRPr>
            </a:lvl3pPr>
            <a:lvl4pPr algn="l">
              <a:defRPr sz="2700" b="1">
                <a:solidFill>
                  <a:srgbClr val="202426"/>
                </a:solidFill>
                <a:latin typeface="Arial"/>
                <a:ea typeface="Arial"/>
                <a:cs typeface="Arial"/>
              </a:defRPr>
            </a:lvl4pPr>
            <a:lvl5pPr algn="l">
              <a:defRPr sz="2700" b="1">
                <a:solidFill>
                  <a:srgbClr val="202426"/>
                </a:solidFill>
                <a:latin typeface="Arial"/>
                <a:ea typeface="Arial"/>
                <a:cs typeface="Arial"/>
              </a:defRPr>
            </a:lvl5pPr>
            <a:lvl6pPr algn="l">
              <a:defRPr sz="2700" b="1">
                <a:solidFill>
                  <a:srgbClr val="202426"/>
                </a:solidFill>
                <a:latin typeface="Arial"/>
                <a:ea typeface="Arial"/>
                <a:cs typeface="Arial"/>
              </a:defRPr>
            </a:lvl6pPr>
            <a:lvl7pPr algn="l">
              <a:defRPr sz="2700" b="1">
                <a:solidFill>
                  <a:srgbClr val="202426"/>
                </a:solidFill>
                <a:latin typeface="Arial"/>
                <a:ea typeface="Arial"/>
                <a:cs typeface="Arial"/>
              </a:defRPr>
            </a:lvl7pPr>
            <a:lvl8pPr algn="l">
              <a:defRPr sz="2700" b="1">
                <a:solidFill>
                  <a:srgbClr val="202426"/>
                </a:solidFill>
                <a:latin typeface="Arial"/>
                <a:ea typeface="Arial"/>
                <a:cs typeface="Arial"/>
              </a:defRPr>
            </a:lvl8pPr>
            <a:lvl9pPr algn="l">
              <a:defRPr sz="2700" b="1">
                <a:solidFill>
                  <a:srgbClr val="202426"/>
                </a:solidFill>
                <a:latin typeface="Arial"/>
                <a:ea typeface="Arial"/>
                <a:cs typeface="Arial"/>
              </a:defRPr>
            </a:lvl9pPr>
          </a:lstStyle>
          <a:p xmlns:a="http://schemas.openxmlformats.org/drawingml/2006/main">
            <a:pPr algn="l">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Move disk 3</a:t>
            </a:r>
          </a:p>
          <a:p xmlns:a="http://schemas.openxmlformats.org/drawingml/2006/main">
            <a:pPr algn="l">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A to C</a:t>
            </a:r>
          </a:p>
        </p:txBody>
      </p:sp>
      <p:sp>
        <p:nvSpPr>
          <p:cNvPr id="25" name="">
            <a:extLst xmlns:a="http://schemas.openxmlformats.org/drawingml/2006/main">
              <a:ext uri="{FF2B5EF4-FFF2-40B4-BE49-F238E27FC236}">
                <a16:creationId xmlns:a16="http://schemas.microsoft.com/office/drawing/2014/main" id="{F727174E-8A14-418E-8279-2912B8953EDD}"/>
              </a:ext>
            </a:extLst>
          </p:cNvPr>
          <p:cNvSpPr>
            <a:spLocks xmlns:a="http://schemas.openxmlformats.org/drawingml/2006/main" noGrp="1"/>
          </p:cNvSpPr>
          <p:nvPr/>
        </p:nvSpPr>
        <p:spPr>
          <a:xfrm xmlns:a="http://schemas.openxmlformats.org/drawingml/2006/main">
            <a:off x="6705600" y="6905625"/>
            <a:ext cx="4914900" cy="4762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BE15BCB-2144-469A-A21E-AC76C3B2863A}"/>
              </a:ext>
            </a:extLst>
          </p:cNvPr>
          <p:cNvSpPr>
            <a:spLocks xmlns:a="http://schemas.openxmlformats.org/drawingml/2006/main" noGrp="1"/>
          </p:cNvSpPr>
          <p:nvPr/>
        </p:nvSpPr>
        <p:spPr>
          <a:xfrm xmlns:a="http://schemas.openxmlformats.org/drawingml/2006/main">
            <a:off x="74961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7" name="A">
            <a:extLst xmlns:a="http://schemas.openxmlformats.org/drawingml/2006/main">
              <a:ext uri="{FF2B5EF4-FFF2-40B4-BE49-F238E27FC236}">
                <a16:creationId xmlns:a16="http://schemas.microsoft.com/office/drawing/2014/main" id="{C664D95F-BE05-4FB9-926E-D4ADCE58080A}"/>
              </a:ext>
            </a:extLst>
          </p:cNvPr>
          <p:cNvSpPr>
            <a:spLocks xmlns:a="http://schemas.openxmlformats.org/drawingml/2006/main" noGrp="1"/>
          </p:cNvSpPr>
          <p:nvPr/>
        </p:nvSpPr>
        <p:spPr>
          <a:xfrm xmlns:a="http://schemas.openxmlformats.org/drawingml/2006/main">
            <a:off x="70961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A</a:t>
            </a:r>
          </a:p>
        </p:txBody>
      </p:sp>
      <p:sp>
        <p:nvSpPr>
          <p:cNvPr id="28" name="">
            <a:extLst xmlns:a="http://schemas.openxmlformats.org/drawingml/2006/main">
              <a:ext uri="{FF2B5EF4-FFF2-40B4-BE49-F238E27FC236}">
                <a16:creationId xmlns:a16="http://schemas.microsoft.com/office/drawing/2014/main" id="{EDF5638E-910B-4E02-BA8D-9CCAF02BBD73}"/>
              </a:ext>
            </a:extLst>
          </p:cNvPr>
          <p:cNvSpPr>
            <a:spLocks xmlns:a="http://schemas.openxmlformats.org/drawingml/2006/main" noGrp="1"/>
          </p:cNvSpPr>
          <p:nvPr/>
        </p:nvSpPr>
        <p:spPr>
          <a:xfrm xmlns:a="http://schemas.openxmlformats.org/drawingml/2006/main">
            <a:off x="91344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29" name="B">
            <a:extLst xmlns:a="http://schemas.openxmlformats.org/drawingml/2006/main">
              <a:ext uri="{FF2B5EF4-FFF2-40B4-BE49-F238E27FC236}">
                <a16:creationId xmlns:a16="http://schemas.microsoft.com/office/drawing/2014/main" id="{966F3311-514C-44A5-A1BA-4678AA285D63}"/>
              </a:ext>
            </a:extLst>
          </p:cNvPr>
          <p:cNvSpPr>
            <a:spLocks xmlns:a="http://schemas.openxmlformats.org/drawingml/2006/main" noGrp="1"/>
          </p:cNvSpPr>
          <p:nvPr/>
        </p:nvSpPr>
        <p:spPr>
          <a:xfrm xmlns:a="http://schemas.openxmlformats.org/drawingml/2006/main">
            <a:off x="87344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B</a:t>
            </a:r>
          </a:p>
        </p:txBody>
      </p:sp>
      <p:sp>
        <p:nvSpPr>
          <p:cNvPr id="30" name="Disk 2 on peg B">
            <a:extLst xmlns:a="http://schemas.openxmlformats.org/drawingml/2006/main">
              <a:ext uri="{FF2B5EF4-FFF2-40B4-BE49-F238E27FC236}">
                <a16:creationId xmlns:a16="http://schemas.microsoft.com/office/drawing/2014/main" id="{0134884E-DC03-48FE-AB15-0284AEAC6287}"/>
              </a:ext>
            </a:extLst>
          </p:cNvPr>
          <p:cNvSpPr>
            <a:spLocks xmlns:a="http://schemas.openxmlformats.org/drawingml/2006/main" noGrp="1"/>
          </p:cNvSpPr>
          <p:nvPr/>
        </p:nvSpPr>
        <p:spPr>
          <a:xfrm xmlns:a="http://schemas.openxmlformats.org/drawingml/2006/main">
            <a:off x="8597837" y="6543675"/>
            <a:ext cx="1130427" cy="333375"/>
          </a:xfrm>
          <a:prstGeom xmlns:a="http://schemas.openxmlformats.org/drawingml/2006/main" prst="rect">
            <a:avLst/>
          </a:prstGeom>
          <a:solidFill xmlns:a="http://schemas.openxmlformats.org/drawingml/2006/main">
            <a:srgbClr val="FFF2EB"/>
          </a:solidFill>
          <a:ln xmlns:a="http://schemas.openxmlformats.org/drawingml/2006/main" w="19050">
            <a:solidFill>
              <a:srgbClr val="E64519"/>
            </a:solidFill>
            <a:prstDash val="solid"/>
          </a:ln>
        </p:spPr>
      </p:sp>
      <p:sp>
        <p:nvSpPr>
          <p:cNvPr id="31" name="2">
            <a:extLst xmlns:a="http://schemas.openxmlformats.org/drawingml/2006/main">
              <a:ext uri="{FF2B5EF4-FFF2-40B4-BE49-F238E27FC236}">
                <a16:creationId xmlns:a16="http://schemas.microsoft.com/office/drawing/2014/main" id="{452A9E3E-671C-48E3-A6F6-59AB084F1E48}"/>
              </a:ext>
            </a:extLst>
          </p:cNvPr>
          <p:cNvSpPr>
            <a:spLocks xmlns:a="http://schemas.openxmlformats.org/drawingml/2006/main" noGrp="1"/>
          </p:cNvSpPr>
          <p:nvPr/>
        </p:nvSpPr>
        <p:spPr>
          <a:xfrm xmlns:a="http://schemas.openxmlformats.org/drawingml/2006/main">
            <a:off x="8597837" y="6572250"/>
            <a:ext cx="1130427"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202426"/>
                </a:solidFill>
                <a:latin typeface="Arial"/>
                <a:ea typeface="Arial"/>
                <a:cs typeface="Arial"/>
              </a:defRPr>
            </a:defPPr>
            <a:lvl1pPr algn="ctr">
              <a:defRPr sz="2025" b="1">
                <a:solidFill>
                  <a:srgbClr val="202426"/>
                </a:solidFill>
                <a:latin typeface="Arial"/>
                <a:ea typeface="Arial"/>
                <a:cs typeface="Arial"/>
              </a:defRPr>
            </a:lvl1pPr>
            <a:lvl2pPr algn="ctr">
              <a:defRPr sz="2025" b="1">
                <a:solidFill>
                  <a:srgbClr val="202426"/>
                </a:solidFill>
                <a:latin typeface="Arial"/>
                <a:ea typeface="Arial"/>
                <a:cs typeface="Arial"/>
              </a:defRPr>
            </a:lvl2pPr>
            <a:lvl3pPr algn="ctr">
              <a:defRPr sz="2025" b="1">
                <a:solidFill>
                  <a:srgbClr val="202426"/>
                </a:solidFill>
                <a:latin typeface="Arial"/>
                <a:ea typeface="Arial"/>
                <a:cs typeface="Arial"/>
              </a:defRPr>
            </a:lvl3pPr>
            <a:lvl4pPr algn="ctr">
              <a:defRPr sz="2025" b="1">
                <a:solidFill>
                  <a:srgbClr val="202426"/>
                </a:solidFill>
                <a:latin typeface="Arial"/>
                <a:ea typeface="Arial"/>
                <a:cs typeface="Arial"/>
              </a:defRPr>
            </a:lvl4pPr>
            <a:lvl5pPr algn="ctr">
              <a:defRPr sz="2025" b="1">
                <a:solidFill>
                  <a:srgbClr val="202426"/>
                </a:solidFill>
                <a:latin typeface="Arial"/>
                <a:ea typeface="Arial"/>
                <a:cs typeface="Arial"/>
              </a:defRPr>
            </a:lvl5pPr>
            <a:lvl6pPr algn="ctr">
              <a:defRPr sz="2025" b="1">
                <a:solidFill>
                  <a:srgbClr val="202426"/>
                </a:solidFill>
                <a:latin typeface="Arial"/>
                <a:ea typeface="Arial"/>
                <a:cs typeface="Arial"/>
              </a:defRPr>
            </a:lvl6pPr>
            <a:lvl7pPr algn="ctr">
              <a:defRPr sz="2025" b="1">
                <a:solidFill>
                  <a:srgbClr val="202426"/>
                </a:solidFill>
                <a:latin typeface="Arial"/>
                <a:ea typeface="Arial"/>
                <a:cs typeface="Arial"/>
              </a:defRPr>
            </a:lvl7pPr>
            <a:lvl8pPr algn="ctr">
              <a:defRPr sz="2025" b="1">
                <a:solidFill>
                  <a:srgbClr val="202426"/>
                </a:solidFill>
                <a:latin typeface="Arial"/>
                <a:ea typeface="Arial"/>
                <a:cs typeface="Arial"/>
              </a:defRPr>
            </a:lvl8pPr>
            <a:lvl9pPr algn="ctr">
              <a:defRPr sz="2025" b="1">
                <a:solidFill>
                  <a:srgbClr val="202426"/>
                </a:solidFill>
                <a:latin typeface="Arial"/>
                <a:ea typeface="Arial"/>
                <a:cs typeface="Arial"/>
              </a:defRPr>
            </a:lvl9pPr>
          </a:lstStyle>
          <a:p xmlns:a="http://schemas.openxmlformats.org/drawingml/2006/main">
            <a:pPr algn="ctr">
              <a:lnSpc>
                <a:spcPct val="100000"/>
              </a:lnSpc>
              <a:buNone/>
              <a:defRPr sz="2025" b="1">
                <a:solidFill>
                  <a:srgbClr val="202426"/>
                </a:solidFill>
                <a:latin typeface="Arial"/>
                <a:ea typeface="Arial"/>
                <a:cs typeface="Arial"/>
              </a:defRPr>
            </a:pPr>
            <a:r>
              <a:rPr sz="2025" b="1">
                <a:solidFill>
                  <a:srgbClr val="202426"/>
                </a:solidFill>
                <a:latin typeface="Arial"/>
                <a:ea typeface="Arial"/>
                <a:cs typeface="Arial"/>
              </a:rPr>
              <a:t>2</a:t>
            </a:r>
          </a:p>
        </p:txBody>
      </p:sp>
      <p:sp>
        <p:nvSpPr>
          <p:cNvPr id="32" name="Disk 1 on peg B">
            <a:extLst xmlns:a="http://schemas.openxmlformats.org/drawingml/2006/main">
              <a:ext uri="{FF2B5EF4-FFF2-40B4-BE49-F238E27FC236}">
                <a16:creationId xmlns:a16="http://schemas.microsoft.com/office/drawing/2014/main" id="{520C4695-4264-431F-99DD-D3902F57959B}"/>
              </a:ext>
            </a:extLst>
          </p:cNvPr>
          <p:cNvSpPr>
            <a:spLocks xmlns:a="http://schemas.openxmlformats.org/drawingml/2006/main" noGrp="1"/>
          </p:cNvSpPr>
          <p:nvPr/>
        </p:nvSpPr>
        <p:spPr>
          <a:xfrm xmlns:a="http://schemas.openxmlformats.org/drawingml/2006/main">
            <a:off x="8745284" y="6181725"/>
            <a:ext cx="835533" cy="333375"/>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33" name="1">
            <a:extLst xmlns:a="http://schemas.openxmlformats.org/drawingml/2006/main">
              <a:ext uri="{FF2B5EF4-FFF2-40B4-BE49-F238E27FC236}">
                <a16:creationId xmlns:a16="http://schemas.microsoft.com/office/drawing/2014/main" id="{D6D87C68-72A4-4BD0-B022-CF18ADD767DF}"/>
              </a:ext>
            </a:extLst>
          </p:cNvPr>
          <p:cNvSpPr>
            <a:spLocks xmlns:a="http://schemas.openxmlformats.org/drawingml/2006/main" noGrp="1"/>
          </p:cNvSpPr>
          <p:nvPr/>
        </p:nvSpPr>
        <p:spPr>
          <a:xfrm xmlns:a="http://schemas.openxmlformats.org/drawingml/2006/main">
            <a:off x="8745284" y="6210300"/>
            <a:ext cx="835533"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34" name="">
            <a:extLst xmlns:a="http://schemas.openxmlformats.org/drawingml/2006/main">
              <a:ext uri="{FF2B5EF4-FFF2-40B4-BE49-F238E27FC236}">
                <a16:creationId xmlns:a16="http://schemas.microsoft.com/office/drawing/2014/main" id="{B9A728BC-E767-4555-A6CC-EC2F0704D6F3}"/>
              </a:ext>
            </a:extLst>
          </p:cNvPr>
          <p:cNvSpPr>
            <a:spLocks xmlns:a="http://schemas.openxmlformats.org/drawingml/2006/main" noGrp="1"/>
          </p:cNvSpPr>
          <p:nvPr/>
        </p:nvSpPr>
        <p:spPr>
          <a:xfrm xmlns:a="http://schemas.openxmlformats.org/drawingml/2006/main">
            <a:off x="107727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35" name="C">
            <a:extLst xmlns:a="http://schemas.openxmlformats.org/drawingml/2006/main">
              <a:ext uri="{FF2B5EF4-FFF2-40B4-BE49-F238E27FC236}">
                <a16:creationId xmlns:a16="http://schemas.microsoft.com/office/drawing/2014/main" id="{9C650082-819E-469F-A2C9-B54671FA9A76}"/>
              </a:ext>
            </a:extLst>
          </p:cNvPr>
          <p:cNvSpPr>
            <a:spLocks xmlns:a="http://schemas.openxmlformats.org/drawingml/2006/main" noGrp="1"/>
          </p:cNvSpPr>
          <p:nvPr/>
        </p:nvSpPr>
        <p:spPr>
          <a:xfrm xmlns:a="http://schemas.openxmlformats.org/drawingml/2006/main">
            <a:off x="103727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C</a:t>
            </a:r>
          </a:p>
        </p:txBody>
      </p:sp>
      <p:sp>
        <p:nvSpPr>
          <p:cNvPr id="36" name="Disk 3 on peg C">
            <a:extLst xmlns:a="http://schemas.openxmlformats.org/drawingml/2006/main">
              <a:ext uri="{FF2B5EF4-FFF2-40B4-BE49-F238E27FC236}">
                <a16:creationId xmlns:a16="http://schemas.microsoft.com/office/drawing/2014/main" id="{F32F906F-1854-4638-B28A-1ECF5F80E542}"/>
              </a:ext>
            </a:extLst>
          </p:cNvPr>
          <p:cNvSpPr>
            <a:spLocks xmlns:a="http://schemas.openxmlformats.org/drawingml/2006/main" noGrp="1"/>
          </p:cNvSpPr>
          <p:nvPr/>
        </p:nvSpPr>
        <p:spPr>
          <a:xfrm xmlns:a="http://schemas.openxmlformats.org/drawingml/2006/main">
            <a:off x="10088690" y="6543675"/>
            <a:ext cx="1425321" cy="33337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37" name="3">
            <a:extLst xmlns:a="http://schemas.openxmlformats.org/drawingml/2006/main">
              <a:ext uri="{FF2B5EF4-FFF2-40B4-BE49-F238E27FC236}">
                <a16:creationId xmlns:a16="http://schemas.microsoft.com/office/drawing/2014/main" id="{0C49CC35-3DBA-489C-AC17-8F39C9F6331D}"/>
              </a:ext>
            </a:extLst>
          </p:cNvPr>
          <p:cNvSpPr>
            <a:spLocks xmlns:a="http://schemas.openxmlformats.org/drawingml/2006/main" noGrp="1"/>
          </p:cNvSpPr>
          <p:nvPr/>
        </p:nvSpPr>
        <p:spPr>
          <a:xfrm xmlns:a="http://schemas.openxmlformats.org/drawingml/2006/main">
            <a:off x="10088690" y="6572250"/>
            <a:ext cx="1425321"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38" name="1 one-disk move">
            <a:extLst xmlns:a="http://schemas.openxmlformats.org/drawingml/2006/main">
              <a:ext uri="{FF2B5EF4-FFF2-40B4-BE49-F238E27FC236}">
                <a16:creationId xmlns:a16="http://schemas.microsoft.com/office/drawing/2014/main" id="{DB7E03B2-535D-4DE3-B8CF-095387999AB7}"/>
              </a:ext>
            </a:extLst>
          </p:cNvPr>
          <p:cNvSpPr>
            <a:spLocks xmlns:a="http://schemas.openxmlformats.org/drawingml/2006/main" noGrp="1"/>
          </p:cNvSpPr>
          <p:nvPr/>
        </p:nvSpPr>
        <p:spPr>
          <a:xfrm xmlns:a="http://schemas.openxmlformats.org/drawingml/2006/main">
            <a:off x="6705600" y="7620000"/>
            <a:ext cx="4914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75" b="0">
                <a:solidFill>
                  <a:srgbClr val="202426"/>
                </a:solidFill>
                <a:latin typeface="Arial"/>
                <a:ea typeface="Arial"/>
                <a:cs typeface="Arial"/>
              </a:defRPr>
            </a:defPPr>
            <a:lvl1pPr algn="ctr">
              <a:defRPr sz="2775" b="0">
                <a:solidFill>
                  <a:srgbClr val="202426"/>
                </a:solidFill>
                <a:latin typeface="Arial"/>
                <a:ea typeface="Arial"/>
                <a:cs typeface="Arial"/>
              </a:defRPr>
            </a:lvl1pPr>
            <a:lvl2pPr algn="ctr">
              <a:defRPr sz="2775" b="0">
                <a:solidFill>
                  <a:srgbClr val="202426"/>
                </a:solidFill>
                <a:latin typeface="Arial"/>
                <a:ea typeface="Arial"/>
                <a:cs typeface="Arial"/>
              </a:defRPr>
            </a:lvl2pPr>
            <a:lvl3pPr algn="ctr">
              <a:defRPr sz="2775" b="0">
                <a:solidFill>
                  <a:srgbClr val="202426"/>
                </a:solidFill>
                <a:latin typeface="Arial"/>
                <a:ea typeface="Arial"/>
                <a:cs typeface="Arial"/>
              </a:defRPr>
            </a:lvl3pPr>
            <a:lvl4pPr algn="ctr">
              <a:defRPr sz="2775" b="0">
                <a:solidFill>
                  <a:srgbClr val="202426"/>
                </a:solidFill>
                <a:latin typeface="Arial"/>
                <a:ea typeface="Arial"/>
                <a:cs typeface="Arial"/>
              </a:defRPr>
            </a:lvl4pPr>
            <a:lvl5pPr algn="ctr">
              <a:defRPr sz="2775" b="0">
                <a:solidFill>
                  <a:srgbClr val="202426"/>
                </a:solidFill>
                <a:latin typeface="Arial"/>
                <a:ea typeface="Arial"/>
                <a:cs typeface="Arial"/>
              </a:defRPr>
            </a:lvl5pPr>
            <a:lvl6pPr algn="ctr">
              <a:defRPr sz="2775" b="0">
                <a:solidFill>
                  <a:srgbClr val="202426"/>
                </a:solidFill>
                <a:latin typeface="Arial"/>
                <a:ea typeface="Arial"/>
                <a:cs typeface="Arial"/>
              </a:defRPr>
            </a:lvl6pPr>
            <a:lvl7pPr algn="ctr">
              <a:defRPr sz="2775" b="0">
                <a:solidFill>
                  <a:srgbClr val="202426"/>
                </a:solidFill>
                <a:latin typeface="Arial"/>
                <a:ea typeface="Arial"/>
                <a:cs typeface="Arial"/>
              </a:defRPr>
            </a:lvl7pPr>
            <a:lvl8pPr algn="ctr">
              <a:defRPr sz="2775" b="0">
                <a:solidFill>
                  <a:srgbClr val="202426"/>
                </a:solidFill>
                <a:latin typeface="Arial"/>
                <a:ea typeface="Arial"/>
                <a:cs typeface="Arial"/>
              </a:defRPr>
            </a:lvl8pPr>
            <a:lvl9pPr algn="ctr">
              <a:defRPr sz="2775" b="0">
                <a:solidFill>
                  <a:srgbClr val="202426"/>
                </a:solidFill>
                <a:latin typeface="Arial"/>
                <a:ea typeface="Arial"/>
                <a:cs typeface="Arial"/>
              </a:defRPr>
            </a:lvl9pPr>
          </a:lstStyle>
          <a:p xmlns:a="http://schemas.openxmlformats.org/drawingml/2006/main">
            <a:pPr algn="ctr">
              <a:lnSpc>
                <a:spcPct val="100000"/>
              </a:lnSpc>
              <a:buNone/>
              <a:defRPr sz="2775" b="0">
                <a:solidFill>
                  <a:srgbClr val="202426"/>
                </a:solidFill>
                <a:latin typeface="Arial"/>
                <a:ea typeface="Arial"/>
                <a:cs typeface="Arial"/>
              </a:defRPr>
            </a:pPr>
            <a:r>
              <a:rPr sz="2775" b="0">
                <a:solidFill>
                  <a:srgbClr val="202426"/>
                </a:solidFill>
                <a:latin typeface="Arial"/>
                <a:ea typeface="Arial"/>
                <a:cs typeface="Arial"/>
              </a:rPr>
              <a:t>1 one-disk move</a:t>
            </a:r>
          </a:p>
        </p:txBody>
      </p:sp>
      <p:sp>
        <p:nvSpPr>
          <p:cNvPr id="39" name="3">
            <a:extLst xmlns:a="http://schemas.openxmlformats.org/drawingml/2006/main">
              <a:ext uri="{FF2B5EF4-FFF2-40B4-BE49-F238E27FC236}">
                <a16:creationId xmlns:a16="http://schemas.microsoft.com/office/drawing/2014/main" id="{1CF57B76-9CED-4096-9280-BFBA5FA5EB96}"/>
              </a:ext>
            </a:extLst>
          </p:cNvPr>
          <p:cNvSpPr>
            <a:spLocks xmlns:a="http://schemas.openxmlformats.org/drawingml/2006/main" noGrp="1"/>
          </p:cNvSpPr>
          <p:nvPr/>
        </p:nvSpPr>
        <p:spPr>
          <a:xfrm xmlns:a="http://schemas.openxmlformats.org/drawingml/2006/main">
            <a:off x="12496800" y="2895600"/>
            <a:ext cx="638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B73513"/>
                </a:solidFill>
                <a:latin typeface="Arial"/>
                <a:ea typeface="Arial"/>
                <a:cs typeface="Arial"/>
              </a:defRPr>
            </a:defPPr>
            <a:lvl1pPr algn="l">
              <a:defRPr sz="4800" b="1">
                <a:solidFill>
                  <a:srgbClr val="B73513"/>
                </a:solidFill>
                <a:latin typeface="Arial"/>
                <a:ea typeface="Arial"/>
                <a:cs typeface="Arial"/>
              </a:defRPr>
            </a:lvl1pPr>
            <a:lvl2pPr algn="l">
              <a:defRPr sz="4800" b="1">
                <a:solidFill>
                  <a:srgbClr val="B73513"/>
                </a:solidFill>
                <a:latin typeface="Arial"/>
                <a:ea typeface="Arial"/>
                <a:cs typeface="Arial"/>
              </a:defRPr>
            </a:lvl2pPr>
            <a:lvl3pPr algn="l">
              <a:defRPr sz="4800" b="1">
                <a:solidFill>
                  <a:srgbClr val="B73513"/>
                </a:solidFill>
                <a:latin typeface="Arial"/>
                <a:ea typeface="Arial"/>
                <a:cs typeface="Arial"/>
              </a:defRPr>
            </a:lvl3pPr>
            <a:lvl4pPr algn="l">
              <a:defRPr sz="4800" b="1">
                <a:solidFill>
                  <a:srgbClr val="B73513"/>
                </a:solidFill>
                <a:latin typeface="Arial"/>
                <a:ea typeface="Arial"/>
                <a:cs typeface="Arial"/>
              </a:defRPr>
            </a:lvl4pPr>
            <a:lvl5pPr algn="l">
              <a:defRPr sz="4800" b="1">
                <a:solidFill>
                  <a:srgbClr val="B73513"/>
                </a:solidFill>
                <a:latin typeface="Arial"/>
                <a:ea typeface="Arial"/>
                <a:cs typeface="Arial"/>
              </a:defRPr>
            </a:lvl5pPr>
            <a:lvl6pPr algn="l">
              <a:defRPr sz="4800" b="1">
                <a:solidFill>
                  <a:srgbClr val="B73513"/>
                </a:solidFill>
                <a:latin typeface="Arial"/>
                <a:ea typeface="Arial"/>
                <a:cs typeface="Arial"/>
              </a:defRPr>
            </a:lvl6pPr>
            <a:lvl7pPr algn="l">
              <a:defRPr sz="4800" b="1">
                <a:solidFill>
                  <a:srgbClr val="B73513"/>
                </a:solidFill>
                <a:latin typeface="Arial"/>
                <a:ea typeface="Arial"/>
                <a:cs typeface="Arial"/>
              </a:defRPr>
            </a:lvl7pPr>
            <a:lvl8pPr algn="l">
              <a:defRPr sz="4800" b="1">
                <a:solidFill>
                  <a:srgbClr val="B73513"/>
                </a:solidFill>
                <a:latin typeface="Arial"/>
                <a:ea typeface="Arial"/>
                <a:cs typeface="Arial"/>
              </a:defRPr>
            </a:lvl8pPr>
            <a:lvl9pPr algn="l">
              <a:defRPr sz="4800" b="1">
                <a:solidFill>
                  <a:srgbClr val="B73513"/>
                </a:solidFill>
                <a:latin typeface="Arial"/>
                <a:ea typeface="Arial"/>
                <a:cs typeface="Arial"/>
              </a:defRPr>
            </a:lvl9pPr>
          </a:lstStyle>
          <a:p xmlns:a="http://schemas.openxmlformats.org/drawingml/2006/main">
            <a:pPr algn="l">
              <a:lnSpc>
                <a:spcPct val="100000"/>
              </a:lnSpc>
              <a:buNone/>
              <a:defRPr sz="4800" b="1">
                <a:solidFill>
                  <a:srgbClr val="B73513"/>
                </a:solidFill>
                <a:latin typeface="Arial"/>
                <a:ea typeface="Arial"/>
                <a:cs typeface="Arial"/>
              </a:defRPr>
            </a:pPr>
            <a:r>
              <a:rPr sz="4800" b="1">
                <a:solidFill>
                  <a:srgbClr val="B73513"/>
                </a:solidFill>
                <a:latin typeface="Arial"/>
                <a:ea typeface="Arial"/>
                <a:cs typeface="Arial"/>
              </a:rPr>
              <a:t>3</a:t>
            </a:r>
          </a:p>
        </p:txBody>
      </p:sp>
      <p:sp>
        <p:nvSpPr>
          <p:cNvPr id="40" name="Move 2 disks&#10;B to C, using A">
            <a:extLst xmlns:a="http://schemas.openxmlformats.org/drawingml/2006/main">
              <a:ext uri="{FF2B5EF4-FFF2-40B4-BE49-F238E27FC236}">
                <a16:creationId xmlns:a16="http://schemas.microsoft.com/office/drawing/2014/main" id="{5B39AFFF-3323-43CB-87C8-AF4805CAC5AA}"/>
              </a:ext>
            </a:extLst>
          </p:cNvPr>
          <p:cNvSpPr>
            <a:spLocks xmlns:a="http://schemas.openxmlformats.org/drawingml/2006/main" noGrp="1"/>
          </p:cNvSpPr>
          <p:nvPr/>
        </p:nvSpPr>
        <p:spPr>
          <a:xfrm xmlns:a="http://schemas.openxmlformats.org/drawingml/2006/main">
            <a:off x="13363575" y="2943225"/>
            <a:ext cx="40481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202426"/>
                </a:solidFill>
                <a:latin typeface="Arial"/>
                <a:ea typeface="Arial"/>
                <a:cs typeface="Arial"/>
              </a:defRPr>
            </a:defPPr>
            <a:lvl1pPr algn="l">
              <a:defRPr sz="2700" b="1">
                <a:solidFill>
                  <a:srgbClr val="202426"/>
                </a:solidFill>
                <a:latin typeface="Arial"/>
                <a:ea typeface="Arial"/>
                <a:cs typeface="Arial"/>
              </a:defRPr>
            </a:lvl1pPr>
            <a:lvl2pPr algn="l">
              <a:defRPr sz="2700" b="1">
                <a:solidFill>
                  <a:srgbClr val="202426"/>
                </a:solidFill>
                <a:latin typeface="Arial"/>
                <a:ea typeface="Arial"/>
                <a:cs typeface="Arial"/>
              </a:defRPr>
            </a:lvl2pPr>
            <a:lvl3pPr algn="l">
              <a:defRPr sz="2700" b="1">
                <a:solidFill>
                  <a:srgbClr val="202426"/>
                </a:solidFill>
                <a:latin typeface="Arial"/>
                <a:ea typeface="Arial"/>
                <a:cs typeface="Arial"/>
              </a:defRPr>
            </a:lvl3pPr>
            <a:lvl4pPr algn="l">
              <a:defRPr sz="2700" b="1">
                <a:solidFill>
                  <a:srgbClr val="202426"/>
                </a:solidFill>
                <a:latin typeface="Arial"/>
                <a:ea typeface="Arial"/>
                <a:cs typeface="Arial"/>
              </a:defRPr>
            </a:lvl4pPr>
            <a:lvl5pPr algn="l">
              <a:defRPr sz="2700" b="1">
                <a:solidFill>
                  <a:srgbClr val="202426"/>
                </a:solidFill>
                <a:latin typeface="Arial"/>
                <a:ea typeface="Arial"/>
                <a:cs typeface="Arial"/>
              </a:defRPr>
            </a:lvl5pPr>
            <a:lvl6pPr algn="l">
              <a:defRPr sz="2700" b="1">
                <a:solidFill>
                  <a:srgbClr val="202426"/>
                </a:solidFill>
                <a:latin typeface="Arial"/>
                <a:ea typeface="Arial"/>
                <a:cs typeface="Arial"/>
              </a:defRPr>
            </a:lvl6pPr>
            <a:lvl7pPr algn="l">
              <a:defRPr sz="2700" b="1">
                <a:solidFill>
                  <a:srgbClr val="202426"/>
                </a:solidFill>
                <a:latin typeface="Arial"/>
                <a:ea typeface="Arial"/>
                <a:cs typeface="Arial"/>
              </a:defRPr>
            </a:lvl7pPr>
            <a:lvl8pPr algn="l">
              <a:defRPr sz="2700" b="1">
                <a:solidFill>
                  <a:srgbClr val="202426"/>
                </a:solidFill>
                <a:latin typeface="Arial"/>
                <a:ea typeface="Arial"/>
                <a:cs typeface="Arial"/>
              </a:defRPr>
            </a:lvl8pPr>
            <a:lvl9pPr algn="l">
              <a:defRPr sz="2700" b="1">
                <a:solidFill>
                  <a:srgbClr val="202426"/>
                </a:solidFill>
                <a:latin typeface="Arial"/>
                <a:ea typeface="Arial"/>
                <a:cs typeface="Arial"/>
              </a:defRPr>
            </a:lvl9pPr>
          </a:lstStyle>
          <a:p xmlns:a="http://schemas.openxmlformats.org/drawingml/2006/main">
            <a:pPr algn="l">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Move 2 disks</a:t>
            </a:r>
          </a:p>
          <a:p xmlns:a="http://schemas.openxmlformats.org/drawingml/2006/main">
            <a:pPr algn="l">
              <a:lnSpc>
                <a:spcPct val="100000"/>
              </a:lnSpc>
              <a:buNone/>
              <a:defRPr sz="2700" b="1">
                <a:solidFill>
                  <a:srgbClr val="202426"/>
                </a:solidFill>
                <a:latin typeface="Arial"/>
                <a:ea typeface="Arial"/>
                <a:cs typeface="Arial"/>
              </a:defRPr>
            </a:pPr>
            <a:r>
              <a:rPr sz="2700" b="1">
                <a:solidFill>
                  <a:srgbClr val="202426"/>
                </a:solidFill>
                <a:latin typeface="Arial"/>
                <a:ea typeface="Arial"/>
                <a:cs typeface="Arial"/>
              </a:rPr>
              <a:t>B to C, using A</a:t>
            </a:r>
          </a:p>
        </p:txBody>
      </p:sp>
      <p:sp>
        <p:nvSpPr>
          <p:cNvPr id="41" name="">
            <a:extLst xmlns:a="http://schemas.openxmlformats.org/drawingml/2006/main">
              <a:ext uri="{FF2B5EF4-FFF2-40B4-BE49-F238E27FC236}">
                <a16:creationId xmlns:a16="http://schemas.microsoft.com/office/drawing/2014/main" id="{C9A302E5-967D-41B1-AC9C-6C3B54A2CD2B}"/>
              </a:ext>
            </a:extLst>
          </p:cNvPr>
          <p:cNvSpPr>
            <a:spLocks xmlns:a="http://schemas.openxmlformats.org/drawingml/2006/main" noGrp="1"/>
          </p:cNvSpPr>
          <p:nvPr/>
        </p:nvSpPr>
        <p:spPr>
          <a:xfrm xmlns:a="http://schemas.openxmlformats.org/drawingml/2006/main">
            <a:off x="12496800" y="6905625"/>
            <a:ext cx="4914900" cy="4762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B44F91C-596C-4CF7-8919-71615CD9FCF0}"/>
              </a:ext>
            </a:extLst>
          </p:cNvPr>
          <p:cNvSpPr>
            <a:spLocks xmlns:a="http://schemas.openxmlformats.org/drawingml/2006/main" noGrp="1"/>
          </p:cNvSpPr>
          <p:nvPr/>
        </p:nvSpPr>
        <p:spPr>
          <a:xfrm xmlns:a="http://schemas.openxmlformats.org/drawingml/2006/main">
            <a:off x="132873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43" name="A">
            <a:extLst xmlns:a="http://schemas.openxmlformats.org/drawingml/2006/main">
              <a:ext uri="{FF2B5EF4-FFF2-40B4-BE49-F238E27FC236}">
                <a16:creationId xmlns:a16="http://schemas.microsoft.com/office/drawing/2014/main" id="{B09F9064-C5FA-45B8-B3DB-9110BC14A67C}"/>
              </a:ext>
            </a:extLst>
          </p:cNvPr>
          <p:cNvSpPr>
            <a:spLocks xmlns:a="http://schemas.openxmlformats.org/drawingml/2006/main" noGrp="1"/>
          </p:cNvSpPr>
          <p:nvPr/>
        </p:nvSpPr>
        <p:spPr>
          <a:xfrm xmlns:a="http://schemas.openxmlformats.org/drawingml/2006/main">
            <a:off x="128873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A</a:t>
            </a:r>
          </a:p>
        </p:txBody>
      </p:sp>
      <p:sp>
        <p:nvSpPr>
          <p:cNvPr id="44" name="">
            <a:extLst xmlns:a="http://schemas.openxmlformats.org/drawingml/2006/main">
              <a:ext uri="{FF2B5EF4-FFF2-40B4-BE49-F238E27FC236}">
                <a16:creationId xmlns:a16="http://schemas.microsoft.com/office/drawing/2014/main" id="{621C2ADF-62CF-4487-AEB5-52891E7B0693}"/>
              </a:ext>
            </a:extLst>
          </p:cNvPr>
          <p:cNvSpPr>
            <a:spLocks xmlns:a="http://schemas.openxmlformats.org/drawingml/2006/main" noGrp="1"/>
          </p:cNvSpPr>
          <p:nvPr/>
        </p:nvSpPr>
        <p:spPr>
          <a:xfrm xmlns:a="http://schemas.openxmlformats.org/drawingml/2006/main">
            <a:off x="149256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45" name="B">
            <a:extLst xmlns:a="http://schemas.openxmlformats.org/drawingml/2006/main">
              <a:ext uri="{FF2B5EF4-FFF2-40B4-BE49-F238E27FC236}">
                <a16:creationId xmlns:a16="http://schemas.microsoft.com/office/drawing/2014/main" id="{B23A84B9-C146-4186-B233-381B586CEFB1}"/>
              </a:ext>
            </a:extLst>
          </p:cNvPr>
          <p:cNvSpPr>
            <a:spLocks xmlns:a="http://schemas.openxmlformats.org/drawingml/2006/main" noGrp="1"/>
          </p:cNvSpPr>
          <p:nvPr/>
        </p:nvSpPr>
        <p:spPr>
          <a:xfrm xmlns:a="http://schemas.openxmlformats.org/drawingml/2006/main">
            <a:off x="145256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B</a:t>
            </a:r>
          </a:p>
        </p:txBody>
      </p:sp>
      <p:sp>
        <p:nvSpPr>
          <p:cNvPr id="46" name="">
            <a:extLst xmlns:a="http://schemas.openxmlformats.org/drawingml/2006/main">
              <a:ext uri="{FF2B5EF4-FFF2-40B4-BE49-F238E27FC236}">
                <a16:creationId xmlns:a16="http://schemas.microsoft.com/office/drawing/2014/main" id="{4D205ED6-A3E4-4542-9868-90447FFC6A9A}"/>
              </a:ext>
            </a:extLst>
          </p:cNvPr>
          <p:cNvSpPr>
            <a:spLocks xmlns:a="http://schemas.openxmlformats.org/drawingml/2006/main" noGrp="1"/>
          </p:cNvSpPr>
          <p:nvPr/>
        </p:nvSpPr>
        <p:spPr>
          <a:xfrm xmlns:a="http://schemas.openxmlformats.org/drawingml/2006/main">
            <a:off x="16563975" y="4724400"/>
            <a:ext cx="57150" cy="2181225"/>
          </a:xfrm>
          <a:prstGeom xmlns:a="http://schemas.openxmlformats.org/drawingml/2006/main" prst="rect">
            <a:avLst/>
          </a:prstGeom>
          <a:solidFill xmlns:a="http://schemas.openxmlformats.org/drawingml/2006/main">
            <a:srgbClr val="596167"/>
          </a:solidFill>
          <a:ln xmlns:a="http://schemas.openxmlformats.org/drawingml/2006/main" w="0">
            <a:noFill/>
            <a:prstDash val="solid"/>
          </a:ln>
        </p:spPr>
      </p:sp>
      <p:sp>
        <p:nvSpPr>
          <p:cNvPr id="47" name="C">
            <a:extLst xmlns:a="http://schemas.openxmlformats.org/drawingml/2006/main">
              <a:ext uri="{FF2B5EF4-FFF2-40B4-BE49-F238E27FC236}">
                <a16:creationId xmlns:a16="http://schemas.microsoft.com/office/drawing/2014/main" id="{13404B13-626F-4D4F-8CED-F48904659D1B}"/>
              </a:ext>
            </a:extLst>
          </p:cNvPr>
          <p:cNvSpPr>
            <a:spLocks xmlns:a="http://schemas.openxmlformats.org/drawingml/2006/main" noGrp="1"/>
          </p:cNvSpPr>
          <p:nvPr/>
        </p:nvSpPr>
        <p:spPr>
          <a:xfrm xmlns:a="http://schemas.openxmlformats.org/drawingml/2006/main">
            <a:off x="16163925" y="7067550"/>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a:solidFill>
                  <a:srgbClr val="202426"/>
                </a:solidFill>
                <a:latin typeface="Arial"/>
                <a:ea typeface="Arial"/>
                <a:cs typeface="Arial"/>
              </a:defRPr>
            </a:defPPr>
            <a:lvl1pPr algn="ctr">
              <a:defRPr sz="2400" b="1">
                <a:solidFill>
                  <a:srgbClr val="202426"/>
                </a:solidFill>
                <a:latin typeface="Arial"/>
                <a:ea typeface="Arial"/>
                <a:cs typeface="Arial"/>
              </a:defRPr>
            </a:lvl1pPr>
            <a:lvl2pPr algn="ctr">
              <a:defRPr sz="2400" b="1">
                <a:solidFill>
                  <a:srgbClr val="202426"/>
                </a:solidFill>
                <a:latin typeface="Arial"/>
                <a:ea typeface="Arial"/>
                <a:cs typeface="Arial"/>
              </a:defRPr>
            </a:lvl2pPr>
            <a:lvl3pPr algn="ctr">
              <a:defRPr sz="2400" b="1">
                <a:solidFill>
                  <a:srgbClr val="202426"/>
                </a:solidFill>
                <a:latin typeface="Arial"/>
                <a:ea typeface="Arial"/>
                <a:cs typeface="Arial"/>
              </a:defRPr>
            </a:lvl3pPr>
            <a:lvl4pPr algn="ctr">
              <a:defRPr sz="2400" b="1">
                <a:solidFill>
                  <a:srgbClr val="202426"/>
                </a:solidFill>
                <a:latin typeface="Arial"/>
                <a:ea typeface="Arial"/>
                <a:cs typeface="Arial"/>
              </a:defRPr>
            </a:lvl4pPr>
            <a:lvl5pPr algn="ctr">
              <a:defRPr sz="2400" b="1">
                <a:solidFill>
                  <a:srgbClr val="202426"/>
                </a:solidFill>
                <a:latin typeface="Arial"/>
                <a:ea typeface="Arial"/>
                <a:cs typeface="Arial"/>
              </a:defRPr>
            </a:lvl5pPr>
            <a:lvl6pPr algn="ctr">
              <a:defRPr sz="2400" b="1">
                <a:solidFill>
                  <a:srgbClr val="202426"/>
                </a:solidFill>
                <a:latin typeface="Arial"/>
                <a:ea typeface="Arial"/>
                <a:cs typeface="Arial"/>
              </a:defRPr>
            </a:lvl6pPr>
            <a:lvl7pPr algn="ctr">
              <a:defRPr sz="2400" b="1">
                <a:solidFill>
                  <a:srgbClr val="202426"/>
                </a:solidFill>
                <a:latin typeface="Arial"/>
                <a:ea typeface="Arial"/>
                <a:cs typeface="Arial"/>
              </a:defRPr>
            </a:lvl7pPr>
            <a:lvl8pPr algn="ctr">
              <a:defRPr sz="2400" b="1">
                <a:solidFill>
                  <a:srgbClr val="202426"/>
                </a:solidFill>
                <a:latin typeface="Arial"/>
                <a:ea typeface="Arial"/>
                <a:cs typeface="Arial"/>
              </a:defRPr>
            </a:lvl8pPr>
            <a:lvl9pPr algn="ctr">
              <a:defRPr sz="2400" b="1">
                <a:solidFill>
                  <a:srgbClr val="202426"/>
                </a:solidFill>
                <a:latin typeface="Arial"/>
                <a:ea typeface="Arial"/>
                <a:cs typeface="Arial"/>
              </a:defRPr>
            </a:lvl9pPr>
          </a:lstStyle>
          <a:p xmlns:a="http://schemas.openxmlformats.org/drawingml/2006/main">
            <a:pPr algn="ctr">
              <a:lnSpc>
                <a:spcPct val="100000"/>
              </a:lnSpc>
              <a:buNone/>
              <a:defRPr sz="2400" b="1">
                <a:solidFill>
                  <a:srgbClr val="202426"/>
                </a:solidFill>
                <a:latin typeface="Arial"/>
                <a:ea typeface="Arial"/>
                <a:cs typeface="Arial"/>
              </a:defRPr>
            </a:pPr>
            <a:r>
              <a:rPr sz="2400" b="1">
                <a:solidFill>
                  <a:srgbClr val="202426"/>
                </a:solidFill>
                <a:latin typeface="Arial"/>
                <a:ea typeface="Arial"/>
                <a:cs typeface="Arial"/>
              </a:rPr>
              <a:t>C</a:t>
            </a:r>
          </a:p>
        </p:txBody>
      </p:sp>
      <p:sp>
        <p:nvSpPr>
          <p:cNvPr id="48" name="Disk 3 on peg C">
            <a:extLst xmlns:a="http://schemas.openxmlformats.org/drawingml/2006/main">
              <a:ext uri="{FF2B5EF4-FFF2-40B4-BE49-F238E27FC236}">
                <a16:creationId xmlns:a16="http://schemas.microsoft.com/office/drawing/2014/main" id="{C001BA3E-180D-4A93-BF75-9CC21E6AF575}"/>
              </a:ext>
            </a:extLst>
          </p:cNvPr>
          <p:cNvSpPr>
            <a:spLocks xmlns:a="http://schemas.openxmlformats.org/drawingml/2006/main" noGrp="1"/>
          </p:cNvSpPr>
          <p:nvPr/>
        </p:nvSpPr>
        <p:spPr>
          <a:xfrm xmlns:a="http://schemas.openxmlformats.org/drawingml/2006/main">
            <a:off x="15879890" y="6543675"/>
            <a:ext cx="1425321" cy="333375"/>
          </a:xfrm>
          <a:prstGeom xmlns:a="http://schemas.openxmlformats.org/drawingml/2006/main" prst="rect">
            <a:avLst/>
          </a:prstGeom>
          <a:solidFill xmlns:a="http://schemas.openxmlformats.org/drawingml/2006/main">
            <a:srgbClr val="202426"/>
          </a:solidFill>
          <a:ln xmlns:a="http://schemas.openxmlformats.org/drawingml/2006/main" w="0">
            <a:noFill/>
            <a:prstDash val="solid"/>
          </a:ln>
        </p:spPr>
      </p:sp>
      <p:sp>
        <p:nvSpPr>
          <p:cNvPr id="49" name="3">
            <a:extLst xmlns:a="http://schemas.openxmlformats.org/drawingml/2006/main">
              <a:ext uri="{FF2B5EF4-FFF2-40B4-BE49-F238E27FC236}">
                <a16:creationId xmlns:a16="http://schemas.microsoft.com/office/drawing/2014/main" id="{59B12663-B1C2-4ABA-9721-9AFC446C2BE0}"/>
              </a:ext>
            </a:extLst>
          </p:cNvPr>
          <p:cNvSpPr>
            <a:spLocks xmlns:a="http://schemas.openxmlformats.org/drawingml/2006/main" noGrp="1"/>
          </p:cNvSpPr>
          <p:nvPr/>
        </p:nvSpPr>
        <p:spPr>
          <a:xfrm xmlns:a="http://schemas.openxmlformats.org/drawingml/2006/main">
            <a:off x="15879890" y="6572250"/>
            <a:ext cx="1425321"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50" name="Disk 2 on peg C">
            <a:extLst xmlns:a="http://schemas.openxmlformats.org/drawingml/2006/main">
              <a:ext uri="{FF2B5EF4-FFF2-40B4-BE49-F238E27FC236}">
                <a16:creationId xmlns:a16="http://schemas.microsoft.com/office/drawing/2014/main" id="{EED686CC-E447-4592-B1BC-DCDCFD27743F}"/>
              </a:ext>
            </a:extLst>
          </p:cNvPr>
          <p:cNvSpPr>
            <a:spLocks xmlns:a="http://schemas.openxmlformats.org/drawingml/2006/main" noGrp="1"/>
          </p:cNvSpPr>
          <p:nvPr/>
        </p:nvSpPr>
        <p:spPr>
          <a:xfrm xmlns:a="http://schemas.openxmlformats.org/drawingml/2006/main">
            <a:off x="16027337" y="6181725"/>
            <a:ext cx="1130427" cy="333375"/>
          </a:xfrm>
          <a:prstGeom xmlns:a="http://schemas.openxmlformats.org/drawingml/2006/main" prst="rect">
            <a:avLst/>
          </a:prstGeom>
          <a:solidFill xmlns:a="http://schemas.openxmlformats.org/drawingml/2006/main">
            <a:srgbClr val="FFF2EB"/>
          </a:solidFill>
          <a:ln xmlns:a="http://schemas.openxmlformats.org/drawingml/2006/main" w="19050">
            <a:solidFill>
              <a:srgbClr val="E64519"/>
            </a:solidFill>
            <a:prstDash val="solid"/>
          </a:ln>
        </p:spPr>
      </p:sp>
      <p:sp>
        <p:nvSpPr>
          <p:cNvPr id="51" name="2">
            <a:extLst xmlns:a="http://schemas.openxmlformats.org/drawingml/2006/main">
              <a:ext uri="{FF2B5EF4-FFF2-40B4-BE49-F238E27FC236}">
                <a16:creationId xmlns:a16="http://schemas.microsoft.com/office/drawing/2014/main" id="{52E6C33C-E45D-4205-A840-6C0F30363C78}"/>
              </a:ext>
            </a:extLst>
          </p:cNvPr>
          <p:cNvSpPr>
            <a:spLocks xmlns:a="http://schemas.openxmlformats.org/drawingml/2006/main" noGrp="1"/>
          </p:cNvSpPr>
          <p:nvPr/>
        </p:nvSpPr>
        <p:spPr>
          <a:xfrm xmlns:a="http://schemas.openxmlformats.org/drawingml/2006/main">
            <a:off x="16027337" y="6210300"/>
            <a:ext cx="1130427"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202426"/>
                </a:solidFill>
                <a:latin typeface="Arial"/>
                <a:ea typeface="Arial"/>
                <a:cs typeface="Arial"/>
              </a:defRPr>
            </a:defPPr>
            <a:lvl1pPr algn="ctr">
              <a:defRPr sz="2025" b="1">
                <a:solidFill>
                  <a:srgbClr val="202426"/>
                </a:solidFill>
                <a:latin typeface="Arial"/>
                <a:ea typeface="Arial"/>
                <a:cs typeface="Arial"/>
              </a:defRPr>
            </a:lvl1pPr>
            <a:lvl2pPr algn="ctr">
              <a:defRPr sz="2025" b="1">
                <a:solidFill>
                  <a:srgbClr val="202426"/>
                </a:solidFill>
                <a:latin typeface="Arial"/>
                <a:ea typeface="Arial"/>
                <a:cs typeface="Arial"/>
              </a:defRPr>
            </a:lvl2pPr>
            <a:lvl3pPr algn="ctr">
              <a:defRPr sz="2025" b="1">
                <a:solidFill>
                  <a:srgbClr val="202426"/>
                </a:solidFill>
                <a:latin typeface="Arial"/>
                <a:ea typeface="Arial"/>
                <a:cs typeface="Arial"/>
              </a:defRPr>
            </a:lvl3pPr>
            <a:lvl4pPr algn="ctr">
              <a:defRPr sz="2025" b="1">
                <a:solidFill>
                  <a:srgbClr val="202426"/>
                </a:solidFill>
                <a:latin typeface="Arial"/>
                <a:ea typeface="Arial"/>
                <a:cs typeface="Arial"/>
              </a:defRPr>
            </a:lvl4pPr>
            <a:lvl5pPr algn="ctr">
              <a:defRPr sz="2025" b="1">
                <a:solidFill>
                  <a:srgbClr val="202426"/>
                </a:solidFill>
                <a:latin typeface="Arial"/>
                <a:ea typeface="Arial"/>
                <a:cs typeface="Arial"/>
              </a:defRPr>
            </a:lvl5pPr>
            <a:lvl6pPr algn="ctr">
              <a:defRPr sz="2025" b="1">
                <a:solidFill>
                  <a:srgbClr val="202426"/>
                </a:solidFill>
                <a:latin typeface="Arial"/>
                <a:ea typeface="Arial"/>
                <a:cs typeface="Arial"/>
              </a:defRPr>
            </a:lvl6pPr>
            <a:lvl7pPr algn="ctr">
              <a:defRPr sz="2025" b="1">
                <a:solidFill>
                  <a:srgbClr val="202426"/>
                </a:solidFill>
                <a:latin typeface="Arial"/>
                <a:ea typeface="Arial"/>
                <a:cs typeface="Arial"/>
              </a:defRPr>
            </a:lvl7pPr>
            <a:lvl8pPr algn="ctr">
              <a:defRPr sz="2025" b="1">
                <a:solidFill>
                  <a:srgbClr val="202426"/>
                </a:solidFill>
                <a:latin typeface="Arial"/>
                <a:ea typeface="Arial"/>
                <a:cs typeface="Arial"/>
              </a:defRPr>
            </a:lvl8pPr>
            <a:lvl9pPr algn="ctr">
              <a:defRPr sz="2025" b="1">
                <a:solidFill>
                  <a:srgbClr val="202426"/>
                </a:solidFill>
                <a:latin typeface="Arial"/>
                <a:ea typeface="Arial"/>
                <a:cs typeface="Arial"/>
              </a:defRPr>
            </a:lvl9pPr>
          </a:lstStyle>
          <a:p xmlns:a="http://schemas.openxmlformats.org/drawingml/2006/main">
            <a:pPr algn="ctr">
              <a:lnSpc>
                <a:spcPct val="100000"/>
              </a:lnSpc>
              <a:buNone/>
              <a:defRPr sz="2025" b="1">
                <a:solidFill>
                  <a:srgbClr val="202426"/>
                </a:solidFill>
                <a:latin typeface="Arial"/>
                <a:ea typeface="Arial"/>
                <a:cs typeface="Arial"/>
              </a:defRPr>
            </a:pPr>
            <a:r>
              <a:rPr sz="2025" b="1">
                <a:solidFill>
                  <a:srgbClr val="202426"/>
                </a:solidFill>
                <a:latin typeface="Arial"/>
                <a:ea typeface="Arial"/>
                <a:cs typeface="Arial"/>
              </a:rPr>
              <a:t>2</a:t>
            </a:r>
          </a:p>
        </p:txBody>
      </p:sp>
      <p:sp>
        <p:nvSpPr>
          <p:cNvPr id="52" name="Disk 1 on peg C">
            <a:extLst xmlns:a="http://schemas.openxmlformats.org/drawingml/2006/main">
              <a:ext uri="{FF2B5EF4-FFF2-40B4-BE49-F238E27FC236}">
                <a16:creationId xmlns:a16="http://schemas.microsoft.com/office/drawing/2014/main" id="{FF7D16CE-BA5F-44A0-B3F6-7F9BCF0DC992}"/>
              </a:ext>
            </a:extLst>
          </p:cNvPr>
          <p:cNvSpPr>
            <a:spLocks xmlns:a="http://schemas.openxmlformats.org/drawingml/2006/main" noGrp="1"/>
          </p:cNvSpPr>
          <p:nvPr/>
        </p:nvSpPr>
        <p:spPr>
          <a:xfrm xmlns:a="http://schemas.openxmlformats.org/drawingml/2006/main">
            <a:off x="16174784" y="5819775"/>
            <a:ext cx="835533" cy="333375"/>
          </a:xfrm>
          <a:prstGeom xmlns:a="http://schemas.openxmlformats.org/drawingml/2006/main" prst="rect">
            <a:avLst/>
          </a:prstGeom>
          <a:solidFill xmlns:a="http://schemas.openxmlformats.org/drawingml/2006/main">
            <a:srgbClr val="E64519"/>
          </a:solidFill>
          <a:ln xmlns:a="http://schemas.openxmlformats.org/drawingml/2006/main" w="0">
            <a:noFill/>
            <a:prstDash val="solid"/>
          </a:ln>
        </p:spPr>
      </p:sp>
      <p:sp>
        <p:nvSpPr>
          <p:cNvPr id="53" name="1">
            <a:extLst xmlns:a="http://schemas.openxmlformats.org/drawingml/2006/main">
              <a:ext uri="{FF2B5EF4-FFF2-40B4-BE49-F238E27FC236}">
                <a16:creationId xmlns:a16="http://schemas.microsoft.com/office/drawing/2014/main" id="{771950F1-2884-4F4D-B4BC-0D2694568426}"/>
              </a:ext>
            </a:extLst>
          </p:cNvPr>
          <p:cNvSpPr>
            <a:spLocks xmlns:a="http://schemas.openxmlformats.org/drawingml/2006/main" noGrp="1"/>
          </p:cNvSpPr>
          <p:nvPr/>
        </p:nvSpPr>
        <p:spPr>
          <a:xfrm xmlns:a="http://schemas.openxmlformats.org/drawingml/2006/main">
            <a:off x="16174784" y="5848350"/>
            <a:ext cx="835533"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54" name="3 one-disk moves">
            <a:extLst xmlns:a="http://schemas.openxmlformats.org/drawingml/2006/main">
              <a:ext uri="{FF2B5EF4-FFF2-40B4-BE49-F238E27FC236}">
                <a16:creationId xmlns:a16="http://schemas.microsoft.com/office/drawing/2014/main" id="{73940BBA-DCDC-4886-A5B7-92D9C4DEC1E1}"/>
              </a:ext>
            </a:extLst>
          </p:cNvPr>
          <p:cNvSpPr>
            <a:spLocks xmlns:a="http://schemas.openxmlformats.org/drawingml/2006/main" noGrp="1"/>
          </p:cNvSpPr>
          <p:nvPr/>
        </p:nvSpPr>
        <p:spPr>
          <a:xfrm xmlns:a="http://schemas.openxmlformats.org/drawingml/2006/main">
            <a:off x="12496800" y="7620000"/>
            <a:ext cx="4914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75" b="0">
                <a:solidFill>
                  <a:srgbClr val="202426"/>
                </a:solidFill>
                <a:latin typeface="Arial"/>
                <a:ea typeface="Arial"/>
                <a:cs typeface="Arial"/>
              </a:defRPr>
            </a:defPPr>
            <a:lvl1pPr algn="ctr">
              <a:defRPr sz="2775" b="0">
                <a:solidFill>
                  <a:srgbClr val="202426"/>
                </a:solidFill>
                <a:latin typeface="Arial"/>
                <a:ea typeface="Arial"/>
                <a:cs typeface="Arial"/>
              </a:defRPr>
            </a:lvl1pPr>
            <a:lvl2pPr algn="ctr">
              <a:defRPr sz="2775" b="0">
                <a:solidFill>
                  <a:srgbClr val="202426"/>
                </a:solidFill>
                <a:latin typeface="Arial"/>
                <a:ea typeface="Arial"/>
                <a:cs typeface="Arial"/>
              </a:defRPr>
            </a:lvl2pPr>
            <a:lvl3pPr algn="ctr">
              <a:defRPr sz="2775" b="0">
                <a:solidFill>
                  <a:srgbClr val="202426"/>
                </a:solidFill>
                <a:latin typeface="Arial"/>
                <a:ea typeface="Arial"/>
                <a:cs typeface="Arial"/>
              </a:defRPr>
            </a:lvl3pPr>
            <a:lvl4pPr algn="ctr">
              <a:defRPr sz="2775" b="0">
                <a:solidFill>
                  <a:srgbClr val="202426"/>
                </a:solidFill>
                <a:latin typeface="Arial"/>
                <a:ea typeface="Arial"/>
                <a:cs typeface="Arial"/>
              </a:defRPr>
            </a:lvl4pPr>
            <a:lvl5pPr algn="ctr">
              <a:defRPr sz="2775" b="0">
                <a:solidFill>
                  <a:srgbClr val="202426"/>
                </a:solidFill>
                <a:latin typeface="Arial"/>
                <a:ea typeface="Arial"/>
                <a:cs typeface="Arial"/>
              </a:defRPr>
            </a:lvl5pPr>
            <a:lvl6pPr algn="ctr">
              <a:defRPr sz="2775" b="0">
                <a:solidFill>
                  <a:srgbClr val="202426"/>
                </a:solidFill>
                <a:latin typeface="Arial"/>
                <a:ea typeface="Arial"/>
                <a:cs typeface="Arial"/>
              </a:defRPr>
            </a:lvl6pPr>
            <a:lvl7pPr algn="ctr">
              <a:defRPr sz="2775" b="0">
                <a:solidFill>
                  <a:srgbClr val="202426"/>
                </a:solidFill>
                <a:latin typeface="Arial"/>
                <a:ea typeface="Arial"/>
                <a:cs typeface="Arial"/>
              </a:defRPr>
            </a:lvl7pPr>
            <a:lvl8pPr algn="ctr">
              <a:defRPr sz="2775" b="0">
                <a:solidFill>
                  <a:srgbClr val="202426"/>
                </a:solidFill>
                <a:latin typeface="Arial"/>
                <a:ea typeface="Arial"/>
                <a:cs typeface="Arial"/>
              </a:defRPr>
            </a:lvl8pPr>
            <a:lvl9pPr algn="ctr">
              <a:defRPr sz="2775" b="0">
                <a:solidFill>
                  <a:srgbClr val="202426"/>
                </a:solidFill>
                <a:latin typeface="Arial"/>
                <a:ea typeface="Arial"/>
                <a:cs typeface="Arial"/>
              </a:defRPr>
            </a:lvl9pPr>
          </a:lstStyle>
          <a:p xmlns:a="http://schemas.openxmlformats.org/drawingml/2006/main">
            <a:pPr algn="ctr">
              <a:lnSpc>
                <a:spcPct val="100000"/>
              </a:lnSpc>
              <a:buNone/>
              <a:defRPr sz="2775" b="0">
                <a:solidFill>
                  <a:srgbClr val="202426"/>
                </a:solidFill>
                <a:latin typeface="Arial"/>
                <a:ea typeface="Arial"/>
                <a:cs typeface="Arial"/>
              </a:defRPr>
            </a:pPr>
            <a:r>
              <a:rPr sz="2775" b="0">
                <a:solidFill>
                  <a:srgbClr val="202426"/>
                </a:solidFill>
                <a:latin typeface="Arial"/>
                <a:ea typeface="Arial"/>
                <a:cs typeface="Arial"/>
              </a:rPr>
              <a:t>3 one-disk moves</a:t>
            </a:r>
          </a:p>
        </p:txBody>
      </p:sp>
      <p:cxnSp>
        <p:nvCxnSpPr>
          <p:cNvPr id="55" name="">
            <a:extLst xmlns:a="http://schemas.openxmlformats.org/drawingml/2006/main">
              <a:ext uri="{FF2B5EF4-FFF2-40B4-BE49-F238E27FC236}">
                <a16:creationId xmlns:a16="http://schemas.microsoft.com/office/drawing/2014/main" id="{A3EC44C4-D00F-4506-A708-0C330948E98E}"/>
              </a:ext>
            </a:extLst>
          </p:cNvPr>
          <p:cNvCxnSpPr/>
          <p:nvPr/>
        </p:nvCxnSpPr>
        <p:spPr>
          <a:xfrm xmlns:a="http://schemas.openxmlformats.org/drawingml/2006/main">
            <a:off x="6067425" y="5838825"/>
            <a:ext cx="466725" cy="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cxnSp>
        <p:nvCxnSpPr>
          <p:cNvPr id="56" name="">
            <a:extLst xmlns:a="http://schemas.openxmlformats.org/drawingml/2006/main">
              <a:ext uri="{FF2B5EF4-FFF2-40B4-BE49-F238E27FC236}">
                <a16:creationId xmlns:a16="http://schemas.microsoft.com/office/drawing/2014/main" id="{DB78140D-AF9B-4C75-B528-71EFCEB72CA5}"/>
              </a:ext>
            </a:extLst>
          </p:cNvPr>
          <p:cNvCxnSpPr/>
          <p:nvPr/>
        </p:nvCxnSpPr>
        <p:spPr>
          <a:xfrm xmlns:a="http://schemas.openxmlformats.org/drawingml/2006/main">
            <a:off x="11858625" y="5838825"/>
            <a:ext cx="466725" cy="0"/>
          </a:xfrm>
          <a:prstGeom xmlns:a="http://schemas.openxmlformats.org/drawingml/2006/main" prst="straightConnector1">
            <a:avLst/>
          </a:prstGeom>
          <a:ln xmlns:a="http://schemas.openxmlformats.org/drawingml/2006/main" w="47625">
            <a:solidFill>
              <a:srgbClr val="E64519"/>
            </a:solidFill>
            <a:prstDash val="solid"/>
            <a:tailEnd type="triangle" w="med" len="med"/>
          </a:ln>
        </p:spPr>
      </p:cxnSp>
      <p:sp>
        <p:nvSpPr>
          <p:cNvPr id="57" name="3 + 1 + 3 = 7 moves">
            <a:extLst xmlns:a="http://schemas.openxmlformats.org/drawingml/2006/main">
              <a:ext uri="{FF2B5EF4-FFF2-40B4-BE49-F238E27FC236}">
                <a16:creationId xmlns:a16="http://schemas.microsoft.com/office/drawing/2014/main" id="{276C9C4E-4CE3-4572-A7E0-565EB8DE6C08}"/>
              </a:ext>
            </a:extLst>
          </p:cNvPr>
          <p:cNvSpPr>
            <a:spLocks xmlns:a="http://schemas.openxmlformats.org/drawingml/2006/main" noGrp="1"/>
          </p:cNvSpPr>
          <p:nvPr/>
        </p:nvSpPr>
        <p:spPr>
          <a:xfrm xmlns:a="http://schemas.openxmlformats.org/drawingml/2006/main">
            <a:off x="914400" y="8420100"/>
            <a:ext cx="16459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050" b="1">
                <a:solidFill>
                  <a:srgbClr val="B73513"/>
                </a:solidFill>
                <a:latin typeface="Arial"/>
                <a:ea typeface="Arial"/>
                <a:cs typeface="Arial"/>
              </a:defRPr>
            </a:defPPr>
            <a:lvl1pPr algn="ctr">
              <a:defRPr sz="4050" b="1">
                <a:solidFill>
                  <a:srgbClr val="B73513"/>
                </a:solidFill>
                <a:latin typeface="Arial"/>
                <a:ea typeface="Arial"/>
                <a:cs typeface="Arial"/>
              </a:defRPr>
            </a:lvl1pPr>
            <a:lvl2pPr algn="ctr">
              <a:defRPr sz="4050" b="1">
                <a:solidFill>
                  <a:srgbClr val="B73513"/>
                </a:solidFill>
                <a:latin typeface="Arial"/>
                <a:ea typeface="Arial"/>
                <a:cs typeface="Arial"/>
              </a:defRPr>
            </a:lvl2pPr>
            <a:lvl3pPr algn="ctr">
              <a:defRPr sz="4050" b="1">
                <a:solidFill>
                  <a:srgbClr val="B73513"/>
                </a:solidFill>
                <a:latin typeface="Arial"/>
                <a:ea typeface="Arial"/>
                <a:cs typeface="Arial"/>
              </a:defRPr>
            </a:lvl3pPr>
            <a:lvl4pPr algn="ctr">
              <a:defRPr sz="4050" b="1">
                <a:solidFill>
                  <a:srgbClr val="B73513"/>
                </a:solidFill>
                <a:latin typeface="Arial"/>
                <a:ea typeface="Arial"/>
                <a:cs typeface="Arial"/>
              </a:defRPr>
            </a:lvl4pPr>
            <a:lvl5pPr algn="ctr">
              <a:defRPr sz="4050" b="1">
                <a:solidFill>
                  <a:srgbClr val="B73513"/>
                </a:solidFill>
                <a:latin typeface="Arial"/>
                <a:ea typeface="Arial"/>
                <a:cs typeface="Arial"/>
              </a:defRPr>
            </a:lvl5pPr>
            <a:lvl6pPr algn="ctr">
              <a:defRPr sz="4050" b="1">
                <a:solidFill>
                  <a:srgbClr val="B73513"/>
                </a:solidFill>
                <a:latin typeface="Arial"/>
                <a:ea typeface="Arial"/>
                <a:cs typeface="Arial"/>
              </a:defRPr>
            </a:lvl6pPr>
            <a:lvl7pPr algn="ctr">
              <a:defRPr sz="4050" b="1">
                <a:solidFill>
                  <a:srgbClr val="B73513"/>
                </a:solidFill>
                <a:latin typeface="Arial"/>
                <a:ea typeface="Arial"/>
                <a:cs typeface="Arial"/>
              </a:defRPr>
            </a:lvl7pPr>
            <a:lvl8pPr algn="ctr">
              <a:defRPr sz="4050" b="1">
                <a:solidFill>
                  <a:srgbClr val="B73513"/>
                </a:solidFill>
                <a:latin typeface="Arial"/>
                <a:ea typeface="Arial"/>
                <a:cs typeface="Arial"/>
              </a:defRPr>
            </a:lvl8pPr>
            <a:lvl9pPr algn="ctr">
              <a:defRPr sz="4050" b="1">
                <a:solidFill>
                  <a:srgbClr val="B73513"/>
                </a:solidFill>
                <a:latin typeface="Arial"/>
                <a:ea typeface="Arial"/>
                <a:cs typeface="Arial"/>
              </a:defRPr>
            </a:lvl9pPr>
          </a:lstStyle>
          <a:p xmlns:a="http://schemas.openxmlformats.org/drawingml/2006/main">
            <a:pPr algn="ctr">
              <a:lnSpc>
                <a:spcPct val="100000"/>
              </a:lnSpc>
              <a:buNone/>
              <a:defRPr sz="4050" b="1">
                <a:solidFill>
                  <a:srgbClr val="B73513"/>
                </a:solidFill>
                <a:latin typeface="Arial"/>
                <a:ea typeface="Arial"/>
                <a:cs typeface="Arial"/>
              </a:defRPr>
            </a:pPr>
            <a:r>
              <a:rPr sz="4050" b="1">
                <a:solidFill>
                  <a:srgbClr val="B73513"/>
                </a:solidFill>
                <a:latin typeface="Arial"/>
                <a:ea typeface="Arial"/>
                <a:cs typeface="Arial"/>
              </a:rPr>
              <a:t>3 + 1 + 3 = 7 moves</a:t>
            </a:r>
          </a:p>
        </p:txBody>
      </p:sp>
      <p:sp>
        <p:nvSpPr>
          <p:cNvPr id="58" name="Base case: no disks means no moves.">
            <a:extLst xmlns:a="http://schemas.openxmlformats.org/drawingml/2006/main">
              <a:ext uri="{FF2B5EF4-FFF2-40B4-BE49-F238E27FC236}">
                <a16:creationId xmlns:a16="http://schemas.microsoft.com/office/drawing/2014/main" id="{C04961C8-887A-4C2E-A236-4118484AE48B}"/>
              </a:ext>
            </a:extLst>
          </p:cNvPr>
          <p:cNvSpPr>
            <a:spLocks xmlns:a="http://schemas.openxmlformats.org/drawingml/2006/main" noGrp="1"/>
          </p:cNvSpPr>
          <p:nvPr/>
        </p:nvSpPr>
        <p:spPr>
          <a:xfrm xmlns:a="http://schemas.openxmlformats.org/drawingml/2006/main">
            <a:off x="914400" y="9201150"/>
            <a:ext cx="1645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96167"/>
                </a:solidFill>
                <a:latin typeface="Arial"/>
                <a:ea typeface="Arial"/>
                <a:cs typeface="Arial"/>
              </a:defRPr>
            </a:defPPr>
            <a:lvl1pPr algn="l">
              <a:defRPr sz="2175" b="0">
                <a:solidFill>
                  <a:srgbClr val="596167"/>
                </a:solidFill>
                <a:latin typeface="Arial"/>
                <a:ea typeface="Arial"/>
                <a:cs typeface="Arial"/>
              </a:defRPr>
            </a:lvl1pPr>
            <a:lvl2pPr algn="l">
              <a:defRPr sz="2175" b="0">
                <a:solidFill>
                  <a:srgbClr val="596167"/>
                </a:solidFill>
                <a:latin typeface="Arial"/>
                <a:ea typeface="Arial"/>
                <a:cs typeface="Arial"/>
              </a:defRPr>
            </a:lvl2pPr>
            <a:lvl3pPr algn="l">
              <a:defRPr sz="2175" b="0">
                <a:solidFill>
                  <a:srgbClr val="596167"/>
                </a:solidFill>
                <a:latin typeface="Arial"/>
                <a:ea typeface="Arial"/>
                <a:cs typeface="Arial"/>
              </a:defRPr>
            </a:lvl3pPr>
            <a:lvl4pPr algn="l">
              <a:defRPr sz="2175" b="0">
                <a:solidFill>
                  <a:srgbClr val="596167"/>
                </a:solidFill>
                <a:latin typeface="Arial"/>
                <a:ea typeface="Arial"/>
                <a:cs typeface="Arial"/>
              </a:defRPr>
            </a:lvl4pPr>
            <a:lvl5pPr algn="l">
              <a:defRPr sz="2175" b="0">
                <a:solidFill>
                  <a:srgbClr val="596167"/>
                </a:solidFill>
                <a:latin typeface="Arial"/>
                <a:ea typeface="Arial"/>
                <a:cs typeface="Arial"/>
              </a:defRPr>
            </a:lvl5pPr>
            <a:lvl6pPr algn="l">
              <a:defRPr sz="2175" b="0">
                <a:solidFill>
                  <a:srgbClr val="596167"/>
                </a:solidFill>
                <a:latin typeface="Arial"/>
                <a:ea typeface="Arial"/>
                <a:cs typeface="Arial"/>
              </a:defRPr>
            </a:lvl6pPr>
            <a:lvl7pPr algn="l">
              <a:defRPr sz="2175" b="0">
                <a:solidFill>
                  <a:srgbClr val="596167"/>
                </a:solidFill>
                <a:latin typeface="Arial"/>
                <a:ea typeface="Arial"/>
                <a:cs typeface="Arial"/>
              </a:defRPr>
            </a:lvl7pPr>
            <a:lvl8pPr algn="l">
              <a:defRPr sz="2175" b="0">
                <a:solidFill>
                  <a:srgbClr val="596167"/>
                </a:solidFill>
                <a:latin typeface="Arial"/>
                <a:ea typeface="Arial"/>
                <a:cs typeface="Arial"/>
              </a:defRPr>
            </a:lvl8pPr>
            <a:lvl9pPr algn="l">
              <a:defRPr sz="2175" b="0">
                <a:solidFill>
                  <a:srgbClr val="596167"/>
                </a:solidFill>
                <a:latin typeface="Arial"/>
                <a:ea typeface="Arial"/>
                <a:cs typeface="Arial"/>
              </a:defRPr>
            </a:lvl9pPr>
          </a:lstStyle>
          <a:p xmlns:a="http://schemas.openxmlformats.org/drawingml/2006/main">
            <a:pPr algn="l">
              <a:lnSpc>
                <a:spcPct val="100000"/>
              </a:lnSpc>
              <a:buNone/>
              <a:defRPr sz="2175" b="0">
                <a:solidFill>
                  <a:srgbClr val="596167"/>
                </a:solidFill>
                <a:latin typeface="Arial"/>
                <a:ea typeface="Arial"/>
                <a:cs typeface="Arial"/>
              </a:defRPr>
            </a:pPr>
            <a:r>
              <a:rPr sz="2175" b="0">
                <a:solidFill>
                  <a:srgbClr val="596167"/>
                </a:solidFill>
                <a:latin typeface="Arial"/>
                <a:ea typeface="Arial"/>
                <a:cs typeface="Arial"/>
              </a:rPr>
              <a:t>Base case: no disks means no moves.</a:t>
            </a:r>
          </a:p>
        </p:txBody>
      </p:sp>
    </p:spTree>
    <p:extLst>
      <p:ext uri="{BB962C8B-B14F-4D97-AF65-F5344CB8AC3E}">
        <p14:creationId xmlns:p14="http://schemas.microsoft.com/office/powerpoint/2010/main" val="7333045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RECURSION">
            <a:extLst xmlns:a="http://schemas.openxmlformats.org/drawingml/2006/main">
              <a:ext uri="{FF2B5EF4-FFF2-40B4-BE49-F238E27FC236}">
                <a16:creationId xmlns:a16="http://schemas.microsoft.com/office/drawing/2014/main" id="{C233B7AE-28DC-4F94-B6CD-559B613C9FE6}"/>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DA791D10-147F-48A0-BB0A-24A02F4596C6}"/>
              </a:ext>
            </a:extLst>
          </p:cNvPr>
          <p:cNvPicPr>
            <a:picLocks xmlns:a="http://schemas.openxmlformats.org/drawingml/2006/main" noChangeAspect="1"/>
          </p:cNvPicPr>
          <p:nvPr/>
        </p:nvPicPr>
        <p:blipFill>
          <a:blip xmlns:r="http://schemas.openxmlformats.org/officeDocument/2006/relationships" xmlns:a="http://schemas.openxmlformats.org/drawingml/2006/main" r:embed="Rb1f82895e38c4552"/>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Explaining recursion">
            <a:extLst xmlns:a="http://schemas.openxmlformats.org/drawingml/2006/main">
              <a:ext uri="{FF2B5EF4-FFF2-40B4-BE49-F238E27FC236}">
                <a16:creationId xmlns:a16="http://schemas.microsoft.com/office/drawing/2014/main" id="{CE0E112E-C128-4D11-A5DB-C4FE45919754}"/>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Explaining recursion</a:t>
            </a:r>
          </a:p>
        </p:txBody>
      </p:sp>
      <p:sp>
        <p:nvSpPr>
          <p:cNvPr id="4" name="">
            <a:extLst xmlns:a="http://schemas.openxmlformats.org/drawingml/2006/main">
              <a:ext uri="{FF2B5EF4-FFF2-40B4-BE49-F238E27FC236}">
                <a16:creationId xmlns:a16="http://schemas.microsoft.com/office/drawing/2014/main" id="{98039866-3390-4523-96F7-E493A60673C8}"/>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E2031DB5-AEA5-4E20-B9EB-96D398CADB4F}"/>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23">
            <a:extLst xmlns:a="http://schemas.openxmlformats.org/drawingml/2006/main">
              <a:ext uri="{FF2B5EF4-FFF2-40B4-BE49-F238E27FC236}">
                <a16:creationId xmlns:a16="http://schemas.microsoft.com/office/drawing/2014/main" id="{346CD3D1-91CB-4B6F-8FF0-88ADE0F045A4}"/>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23</a:t>
            </a:r>
          </a:p>
        </p:txBody>
      </p:sp>
      <p:sp>
        <p:nvSpPr>
          <p:cNvPr id="7" name="1">
            <a:extLst xmlns:a="http://schemas.openxmlformats.org/drawingml/2006/main">
              <a:ext uri="{FF2B5EF4-FFF2-40B4-BE49-F238E27FC236}">
                <a16:creationId xmlns:a16="http://schemas.microsoft.com/office/drawing/2014/main" id="{59AEBE35-5131-46C5-86A9-CE7CFC29FCAA}"/>
              </a:ext>
            </a:extLst>
          </p:cNvPr>
          <p:cNvSpPr>
            <a:spLocks xmlns:a="http://schemas.openxmlformats.org/drawingml/2006/main" noGrp="1"/>
          </p:cNvSpPr>
          <p:nvPr/>
        </p:nvSpPr>
        <p:spPr>
          <a:xfrm xmlns:a="http://schemas.openxmlformats.org/drawingml/2006/main">
            <a:off x="914400" y="3124200"/>
            <a:ext cx="95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400" b="1">
                <a:solidFill>
                  <a:srgbClr val="E64519"/>
                </a:solidFill>
                <a:latin typeface="Arial"/>
                <a:ea typeface="Arial"/>
                <a:cs typeface="Arial"/>
              </a:defRPr>
            </a:defPPr>
            <a:lvl1pPr algn="l">
              <a:defRPr sz="5400" b="1">
                <a:solidFill>
                  <a:srgbClr val="E64519"/>
                </a:solidFill>
                <a:latin typeface="Arial"/>
                <a:ea typeface="Arial"/>
                <a:cs typeface="Arial"/>
              </a:defRPr>
            </a:lvl1pPr>
            <a:lvl2pPr algn="l">
              <a:defRPr sz="5400" b="1">
                <a:solidFill>
                  <a:srgbClr val="E64519"/>
                </a:solidFill>
                <a:latin typeface="Arial"/>
                <a:ea typeface="Arial"/>
                <a:cs typeface="Arial"/>
              </a:defRPr>
            </a:lvl2pPr>
            <a:lvl3pPr algn="l">
              <a:defRPr sz="5400" b="1">
                <a:solidFill>
                  <a:srgbClr val="E64519"/>
                </a:solidFill>
                <a:latin typeface="Arial"/>
                <a:ea typeface="Arial"/>
                <a:cs typeface="Arial"/>
              </a:defRPr>
            </a:lvl3pPr>
            <a:lvl4pPr algn="l">
              <a:defRPr sz="5400" b="1">
                <a:solidFill>
                  <a:srgbClr val="E64519"/>
                </a:solidFill>
                <a:latin typeface="Arial"/>
                <a:ea typeface="Arial"/>
                <a:cs typeface="Arial"/>
              </a:defRPr>
            </a:lvl4pPr>
            <a:lvl5pPr algn="l">
              <a:defRPr sz="5400" b="1">
                <a:solidFill>
                  <a:srgbClr val="E64519"/>
                </a:solidFill>
                <a:latin typeface="Arial"/>
                <a:ea typeface="Arial"/>
                <a:cs typeface="Arial"/>
              </a:defRPr>
            </a:lvl5pPr>
            <a:lvl6pPr algn="l">
              <a:defRPr sz="5400" b="1">
                <a:solidFill>
                  <a:srgbClr val="E64519"/>
                </a:solidFill>
                <a:latin typeface="Arial"/>
                <a:ea typeface="Arial"/>
                <a:cs typeface="Arial"/>
              </a:defRPr>
            </a:lvl6pPr>
            <a:lvl7pPr algn="l">
              <a:defRPr sz="5400" b="1">
                <a:solidFill>
                  <a:srgbClr val="E64519"/>
                </a:solidFill>
                <a:latin typeface="Arial"/>
                <a:ea typeface="Arial"/>
                <a:cs typeface="Arial"/>
              </a:defRPr>
            </a:lvl7pPr>
            <a:lvl8pPr algn="l">
              <a:defRPr sz="5400" b="1">
                <a:solidFill>
                  <a:srgbClr val="E64519"/>
                </a:solidFill>
                <a:latin typeface="Arial"/>
                <a:ea typeface="Arial"/>
                <a:cs typeface="Arial"/>
              </a:defRPr>
            </a:lvl8pPr>
            <a:lvl9pPr algn="l">
              <a:defRPr sz="5400" b="1">
                <a:solidFill>
                  <a:srgbClr val="E64519"/>
                </a:solidFill>
                <a:latin typeface="Arial"/>
                <a:ea typeface="Arial"/>
                <a:cs typeface="Arial"/>
              </a:defRPr>
            </a:lvl9pPr>
          </a:lstStyle>
          <a:p xmlns:a="http://schemas.openxmlformats.org/drawingml/2006/main">
            <a:pPr algn="l">
              <a:lnSpc>
                <a:spcPct val="100000"/>
              </a:lnSpc>
              <a:buNone/>
              <a:defRPr sz="5400" b="1">
                <a:solidFill>
                  <a:srgbClr val="E64519"/>
                </a:solidFill>
                <a:latin typeface="Arial"/>
                <a:ea typeface="Arial"/>
                <a:cs typeface="Arial"/>
              </a:defRPr>
            </a:pPr>
            <a:r>
              <a:rPr sz="5400" b="1">
                <a:solidFill>
                  <a:srgbClr val="E64519"/>
                </a:solidFill>
                <a:latin typeface="Arial"/>
                <a:ea typeface="Arial"/>
                <a:cs typeface="Arial"/>
              </a:rPr>
              <a:t>1</a:t>
            </a:r>
          </a:p>
        </p:txBody>
      </p:sp>
      <p:sp>
        <p:nvSpPr>
          <p:cNvPr id="8" name="Where does factorial stop?">
            <a:extLst xmlns:a="http://schemas.openxmlformats.org/drawingml/2006/main">
              <a:ext uri="{FF2B5EF4-FFF2-40B4-BE49-F238E27FC236}">
                <a16:creationId xmlns:a16="http://schemas.microsoft.com/office/drawing/2014/main" id="{0ED95167-C1F7-4EE5-B3F7-8A418646B6FF}"/>
              </a:ext>
            </a:extLst>
          </p:cNvPr>
          <p:cNvSpPr>
            <a:spLocks xmlns:a="http://schemas.openxmlformats.org/drawingml/2006/main" noGrp="1"/>
          </p:cNvSpPr>
          <p:nvPr/>
        </p:nvSpPr>
        <p:spPr>
          <a:xfrm xmlns:a="http://schemas.openxmlformats.org/drawingml/2006/main">
            <a:off x="2266950" y="3267075"/>
            <a:ext cx="151066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rgbClr val="202426"/>
                </a:solidFill>
                <a:latin typeface="Arial"/>
                <a:ea typeface="Arial"/>
                <a:cs typeface="Arial"/>
              </a:defRPr>
            </a:defPPr>
            <a:lvl1pPr algn="l">
              <a:defRPr sz="3675" b="0">
                <a:solidFill>
                  <a:srgbClr val="202426"/>
                </a:solidFill>
                <a:latin typeface="Arial"/>
                <a:ea typeface="Arial"/>
                <a:cs typeface="Arial"/>
              </a:defRPr>
            </a:lvl1pPr>
            <a:lvl2pPr algn="l">
              <a:defRPr sz="3675" b="0">
                <a:solidFill>
                  <a:srgbClr val="202426"/>
                </a:solidFill>
                <a:latin typeface="Arial"/>
                <a:ea typeface="Arial"/>
                <a:cs typeface="Arial"/>
              </a:defRPr>
            </a:lvl2pPr>
            <a:lvl3pPr algn="l">
              <a:defRPr sz="3675" b="0">
                <a:solidFill>
                  <a:srgbClr val="202426"/>
                </a:solidFill>
                <a:latin typeface="Arial"/>
                <a:ea typeface="Arial"/>
                <a:cs typeface="Arial"/>
              </a:defRPr>
            </a:lvl3pPr>
            <a:lvl4pPr algn="l">
              <a:defRPr sz="3675" b="0">
                <a:solidFill>
                  <a:srgbClr val="202426"/>
                </a:solidFill>
                <a:latin typeface="Arial"/>
                <a:ea typeface="Arial"/>
                <a:cs typeface="Arial"/>
              </a:defRPr>
            </a:lvl4pPr>
            <a:lvl5pPr algn="l">
              <a:defRPr sz="3675" b="0">
                <a:solidFill>
                  <a:srgbClr val="202426"/>
                </a:solidFill>
                <a:latin typeface="Arial"/>
                <a:ea typeface="Arial"/>
                <a:cs typeface="Arial"/>
              </a:defRPr>
            </a:lvl5pPr>
            <a:lvl6pPr algn="l">
              <a:defRPr sz="3675" b="0">
                <a:solidFill>
                  <a:srgbClr val="202426"/>
                </a:solidFill>
                <a:latin typeface="Arial"/>
                <a:ea typeface="Arial"/>
                <a:cs typeface="Arial"/>
              </a:defRPr>
            </a:lvl6pPr>
            <a:lvl7pPr algn="l">
              <a:defRPr sz="3675" b="0">
                <a:solidFill>
                  <a:srgbClr val="202426"/>
                </a:solidFill>
                <a:latin typeface="Arial"/>
                <a:ea typeface="Arial"/>
                <a:cs typeface="Arial"/>
              </a:defRPr>
            </a:lvl7pPr>
            <a:lvl8pPr algn="l">
              <a:defRPr sz="3675" b="0">
                <a:solidFill>
                  <a:srgbClr val="202426"/>
                </a:solidFill>
                <a:latin typeface="Arial"/>
                <a:ea typeface="Arial"/>
                <a:cs typeface="Arial"/>
              </a:defRPr>
            </a:lvl8pPr>
            <a:lvl9pPr algn="l">
              <a:defRPr sz="3675" b="0">
                <a:solidFill>
                  <a:srgbClr val="202426"/>
                </a:solidFill>
                <a:latin typeface="Arial"/>
                <a:ea typeface="Arial"/>
                <a:cs typeface="Arial"/>
              </a:defRPr>
            </a:lvl9pPr>
          </a:lstStyle>
          <a:p xmlns:a="http://schemas.openxmlformats.org/drawingml/2006/main">
            <a:pPr algn="l">
              <a:lnSpc>
                <a:spcPct val="100000"/>
              </a:lnSpc>
              <a:buNone/>
              <a:defRPr sz="3675" b="0">
                <a:solidFill>
                  <a:srgbClr val="202426"/>
                </a:solidFill>
                <a:latin typeface="Arial"/>
                <a:ea typeface="Arial"/>
                <a:cs typeface="Arial"/>
              </a:defRPr>
            </a:pPr>
            <a:r>
              <a:rPr sz="3675" b="0">
                <a:solidFill>
                  <a:srgbClr val="202426"/>
                </a:solidFill>
                <a:latin typeface="Arial"/>
                <a:ea typeface="Arial"/>
                <a:cs typeface="Arial"/>
              </a:rPr>
              <a:t>Where does factorial stop?</a:t>
            </a:r>
          </a:p>
        </p:txBody>
      </p:sp>
      <p:sp>
        <p:nvSpPr>
          <p:cNvPr id="9" name="">
            <a:extLst xmlns:a="http://schemas.openxmlformats.org/drawingml/2006/main">
              <a:ext uri="{FF2B5EF4-FFF2-40B4-BE49-F238E27FC236}">
                <a16:creationId xmlns:a16="http://schemas.microsoft.com/office/drawing/2014/main" id="{7CF70B82-68E1-4020-843F-53AEAEAF6970}"/>
              </a:ext>
            </a:extLst>
          </p:cNvPr>
          <p:cNvSpPr>
            <a:spLocks xmlns:a="http://schemas.openxmlformats.org/drawingml/2006/main" noGrp="1"/>
          </p:cNvSpPr>
          <p:nvPr/>
        </p:nvSpPr>
        <p:spPr>
          <a:xfrm xmlns:a="http://schemas.openxmlformats.org/drawingml/2006/main">
            <a:off x="2266950" y="4552950"/>
            <a:ext cx="1510665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0" name="2">
            <a:extLst xmlns:a="http://schemas.openxmlformats.org/drawingml/2006/main">
              <a:ext uri="{FF2B5EF4-FFF2-40B4-BE49-F238E27FC236}">
                <a16:creationId xmlns:a16="http://schemas.microsoft.com/office/drawing/2014/main" id="{0AB70861-71B3-44E3-BBC6-864DA4213D95}"/>
              </a:ext>
            </a:extLst>
          </p:cNvPr>
          <p:cNvSpPr>
            <a:spLocks xmlns:a="http://schemas.openxmlformats.org/drawingml/2006/main" noGrp="1"/>
          </p:cNvSpPr>
          <p:nvPr/>
        </p:nvSpPr>
        <p:spPr>
          <a:xfrm xmlns:a="http://schemas.openxmlformats.org/drawingml/2006/main">
            <a:off x="914400" y="4972050"/>
            <a:ext cx="95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400" b="1">
                <a:solidFill>
                  <a:srgbClr val="E64519"/>
                </a:solidFill>
                <a:latin typeface="Arial"/>
                <a:ea typeface="Arial"/>
                <a:cs typeface="Arial"/>
              </a:defRPr>
            </a:defPPr>
            <a:lvl1pPr algn="l">
              <a:defRPr sz="5400" b="1">
                <a:solidFill>
                  <a:srgbClr val="E64519"/>
                </a:solidFill>
                <a:latin typeface="Arial"/>
                <a:ea typeface="Arial"/>
                <a:cs typeface="Arial"/>
              </a:defRPr>
            </a:lvl1pPr>
            <a:lvl2pPr algn="l">
              <a:defRPr sz="5400" b="1">
                <a:solidFill>
                  <a:srgbClr val="E64519"/>
                </a:solidFill>
                <a:latin typeface="Arial"/>
                <a:ea typeface="Arial"/>
                <a:cs typeface="Arial"/>
              </a:defRPr>
            </a:lvl2pPr>
            <a:lvl3pPr algn="l">
              <a:defRPr sz="5400" b="1">
                <a:solidFill>
                  <a:srgbClr val="E64519"/>
                </a:solidFill>
                <a:latin typeface="Arial"/>
                <a:ea typeface="Arial"/>
                <a:cs typeface="Arial"/>
              </a:defRPr>
            </a:lvl3pPr>
            <a:lvl4pPr algn="l">
              <a:defRPr sz="5400" b="1">
                <a:solidFill>
                  <a:srgbClr val="E64519"/>
                </a:solidFill>
                <a:latin typeface="Arial"/>
                <a:ea typeface="Arial"/>
                <a:cs typeface="Arial"/>
              </a:defRPr>
            </a:lvl4pPr>
            <a:lvl5pPr algn="l">
              <a:defRPr sz="5400" b="1">
                <a:solidFill>
                  <a:srgbClr val="E64519"/>
                </a:solidFill>
                <a:latin typeface="Arial"/>
                <a:ea typeface="Arial"/>
                <a:cs typeface="Arial"/>
              </a:defRPr>
            </a:lvl5pPr>
            <a:lvl6pPr algn="l">
              <a:defRPr sz="5400" b="1">
                <a:solidFill>
                  <a:srgbClr val="E64519"/>
                </a:solidFill>
                <a:latin typeface="Arial"/>
                <a:ea typeface="Arial"/>
                <a:cs typeface="Arial"/>
              </a:defRPr>
            </a:lvl6pPr>
            <a:lvl7pPr algn="l">
              <a:defRPr sz="5400" b="1">
                <a:solidFill>
                  <a:srgbClr val="E64519"/>
                </a:solidFill>
                <a:latin typeface="Arial"/>
                <a:ea typeface="Arial"/>
                <a:cs typeface="Arial"/>
              </a:defRPr>
            </a:lvl7pPr>
            <a:lvl8pPr algn="l">
              <a:defRPr sz="5400" b="1">
                <a:solidFill>
                  <a:srgbClr val="E64519"/>
                </a:solidFill>
                <a:latin typeface="Arial"/>
                <a:ea typeface="Arial"/>
                <a:cs typeface="Arial"/>
              </a:defRPr>
            </a:lvl8pPr>
            <a:lvl9pPr algn="l">
              <a:defRPr sz="5400" b="1">
                <a:solidFill>
                  <a:srgbClr val="E64519"/>
                </a:solidFill>
                <a:latin typeface="Arial"/>
                <a:ea typeface="Arial"/>
                <a:cs typeface="Arial"/>
              </a:defRPr>
            </a:lvl9pPr>
          </a:lstStyle>
          <a:p xmlns:a="http://schemas.openxmlformats.org/drawingml/2006/main">
            <a:pPr algn="l">
              <a:lnSpc>
                <a:spcPct val="100000"/>
              </a:lnSpc>
              <a:buNone/>
              <a:defRPr sz="5400" b="1">
                <a:solidFill>
                  <a:srgbClr val="E64519"/>
                </a:solidFill>
                <a:latin typeface="Arial"/>
                <a:ea typeface="Arial"/>
                <a:cs typeface="Arial"/>
              </a:defRPr>
            </a:pPr>
            <a:r>
              <a:rPr sz="5400" b="1">
                <a:solidFill>
                  <a:srgbClr val="E64519"/>
                </a:solidFill>
                <a:latin typeface="Arial"/>
                <a:ea typeface="Arial"/>
                <a:cs typeface="Arial"/>
              </a:rPr>
              <a:t>2</a:t>
            </a:r>
          </a:p>
        </p:txBody>
      </p:sp>
      <p:sp>
        <p:nvSpPr>
          <p:cNvPr id="11" name="Why does n - 1 move toward the base case?">
            <a:extLst xmlns:a="http://schemas.openxmlformats.org/drawingml/2006/main">
              <a:ext uri="{FF2B5EF4-FFF2-40B4-BE49-F238E27FC236}">
                <a16:creationId xmlns:a16="http://schemas.microsoft.com/office/drawing/2014/main" id="{79D39D97-C5AF-4EF8-B2FD-8BF9BBE0F09D}"/>
              </a:ext>
            </a:extLst>
          </p:cNvPr>
          <p:cNvSpPr>
            <a:spLocks xmlns:a="http://schemas.openxmlformats.org/drawingml/2006/main" noGrp="1"/>
          </p:cNvSpPr>
          <p:nvPr/>
        </p:nvSpPr>
        <p:spPr>
          <a:xfrm xmlns:a="http://schemas.openxmlformats.org/drawingml/2006/main">
            <a:off x="2266950" y="5114925"/>
            <a:ext cx="151066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rgbClr val="202426"/>
                </a:solidFill>
                <a:latin typeface="Arial"/>
                <a:ea typeface="Arial"/>
                <a:cs typeface="Arial"/>
              </a:defRPr>
            </a:defPPr>
            <a:lvl1pPr algn="l">
              <a:defRPr sz="3675" b="0">
                <a:solidFill>
                  <a:srgbClr val="202426"/>
                </a:solidFill>
                <a:latin typeface="Arial"/>
                <a:ea typeface="Arial"/>
                <a:cs typeface="Arial"/>
              </a:defRPr>
            </a:lvl1pPr>
            <a:lvl2pPr algn="l">
              <a:defRPr sz="3675" b="0">
                <a:solidFill>
                  <a:srgbClr val="202426"/>
                </a:solidFill>
                <a:latin typeface="Arial"/>
                <a:ea typeface="Arial"/>
                <a:cs typeface="Arial"/>
              </a:defRPr>
            </a:lvl2pPr>
            <a:lvl3pPr algn="l">
              <a:defRPr sz="3675" b="0">
                <a:solidFill>
                  <a:srgbClr val="202426"/>
                </a:solidFill>
                <a:latin typeface="Arial"/>
                <a:ea typeface="Arial"/>
                <a:cs typeface="Arial"/>
              </a:defRPr>
            </a:lvl3pPr>
            <a:lvl4pPr algn="l">
              <a:defRPr sz="3675" b="0">
                <a:solidFill>
                  <a:srgbClr val="202426"/>
                </a:solidFill>
                <a:latin typeface="Arial"/>
                <a:ea typeface="Arial"/>
                <a:cs typeface="Arial"/>
              </a:defRPr>
            </a:lvl4pPr>
            <a:lvl5pPr algn="l">
              <a:defRPr sz="3675" b="0">
                <a:solidFill>
                  <a:srgbClr val="202426"/>
                </a:solidFill>
                <a:latin typeface="Arial"/>
                <a:ea typeface="Arial"/>
                <a:cs typeface="Arial"/>
              </a:defRPr>
            </a:lvl5pPr>
            <a:lvl6pPr algn="l">
              <a:defRPr sz="3675" b="0">
                <a:solidFill>
                  <a:srgbClr val="202426"/>
                </a:solidFill>
                <a:latin typeface="Arial"/>
                <a:ea typeface="Arial"/>
                <a:cs typeface="Arial"/>
              </a:defRPr>
            </a:lvl6pPr>
            <a:lvl7pPr algn="l">
              <a:defRPr sz="3675" b="0">
                <a:solidFill>
                  <a:srgbClr val="202426"/>
                </a:solidFill>
                <a:latin typeface="Arial"/>
                <a:ea typeface="Arial"/>
                <a:cs typeface="Arial"/>
              </a:defRPr>
            </a:lvl7pPr>
            <a:lvl8pPr algn="l">
              <a:defRPr sz="3675" b="0">
                <a:solidFill>
                  <a:srgbClr val="202426"/>
                </a:solidFill>
                <a:latin typeface="Arial"/>
                <a:ea typeface="Arial"/>
                <a:cs typeface="Arial"/>
              </a:defRPr>
            </a:lvl8pPr>
            <a:lvl9pPr algn="l">
              <a:defRPr sz="3675" b="0">
                <a:solidFill>
                  <a:srgbClr val="202426"/>
                </a:solidFill>
                <a:latin typeface="Arial"/>
                <a:ea typeface="Arial"/>
                <a:cs typeface="Arial"/>
              </a:defRPr>
            </a:lvl9pPr>
          </a:lstStyle>
          <a:p xmlns:a="http://schemas.openxmlformats.org/drawingml/2006/main">
            <a:pPr algn="l">
              <a:lnSpc>
                <a:spcPct val="100000"/>
              </a:lnSpc>
              <a:buNone/>
              <a:defRPr sz="3675" b="0">
                <a:solidFill>
                  <a:srgbClr val="202426"/>
                </a:solidFill>
                <a:latin typeface="Arial"/>
                <a:ea typeface="Arial"/>
                <a:cs typeface="Arial"/>
              </a:defRPr>
            </a:pPr>
            <a:r>
              <a:rPr sz="3675" b="0">
                <a:solidFill>
                  <a:srgbClr val="202426"/>
                </a:solidFill>
                <a:latin typeface="Arial"/>
                <a:ea typeface="Arial"/>
                <a:cs typeface="Arial"/>
              </a:rPr>
              <a:t>Why does n - 1 move toward the base case?</a:t>
            </a:r>
          </a:p>
        </p:txBody>
      </p:sp>
      <p:sp>
        <p:nvSpPr>
          <p:cNvPr id="12" name="">
            <a:extLst xmlns:a="http://schemas.openxmlformats.org/drawingml/2006/main">
              <a:ext uri="{FF2B5EF4-FFF2-40B4-BE49-F238E27FC236}">
                <a16:creationId xmlns:a16="http://schemas.microsoft.com/office/drawing/2014/main" id="{C2836A81-D54B-44DE-9C1D-E9881579B113}"/>
              </a:ext>
            </a:extLst>
          </p:cNvPr>
          <p:cNvSpPr>
            <a:spLocks xmlns:a="http://schemas.openxmlformats.org/drawingml/2006/main" noGrp="1"/>
          </p:cNvSpPr>
          <p:nvPr/>
        </p:nvSpPr>
        <p:spPr>
          <a:xfrm xmlns:a="http://schemas.openxmlformats.org/drawingml/2006/main">
            <a:off x="2266950" y="6400800"/>
            <a:ext cx="1510665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3" name="3">
            <a:extLst xmlns:a="http://schemas.openxmlformats.org/drawingml/2006/main">
              <a:ext uri="{FF2B5EF4-FFF2-40B4-BE49-F238E27FC236}">
                <a16:creationId xmlns:a16="http://schemas.microsoft.com/office/drawing/2014/main" id="{5D9DC828-42AA-481C-A58E-81DEBBAD77E5}"/>
              </a:ext>
            </a:extLst>
          </p:cNvPr>
          <p:cNvSpPr>
            <a:spLocks xmlns:a="http://schemas.openxmlformats.org/drawingml/2006/main" noGrp="1"/>
          </p:cNvSpPr>
          <p:nvPr/>
        </p:nvSpPr>
        <p:spPr>
          <a:xfrm xmlns:a="http://schemas.openxmlformats.org/drawingml/2006/main">
            <a:off x="914400" y="6819900"/>
            <a:ext cx="95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400" b="1">
                <a:solidFill>
                  <a:srgbClr val="E64519"/>
                </a:solidFill>
                <a:latin typeface="Arial"/>
                <a:ea typeface="Arial"/>
                <a:cs typeface="Arial"/>
              </a:defRPr>
            </a:defPPr>
            <a:lvl1pPr algn="l">
              <a:defRPr sz="5400" b="1">
                <a:solidFill>
                  <a:srgbClr val="E64519"/>
                </a:solidFill>
                <a:latin typeface="Arial"/>
                <a:ea typeface="Arial"/>
                <a:cs typeface="Arial"/>
              </a:defRPr>
            </a:lvl1pPr>
            <a:lvl2pPr algn="l">
              <a:defRPr sz="5400" b="1">
                <a:solidFill>
                  <a:srgbClr val="E64519"/>
                </a:solidFill>
                <a:latin typeface="Arial"/>
                <a:ea typeface="Arial"/>
                <a:cs typeface="Arial"/>
              </a:defRPr>
            </a:lvl2pPr>
            <a:lvl3pPr algn="l">
              <a:defRPr sz="5400" b="1">
                <a:solidFill>
                  <a:srgbClr val="E64519"/>
                </a:solidFill>
                <a:latin typeface="Arial"/>
                <a:ea typeface="Arial"/>
                <a:cs typeface="Arial"/>
              </a:defRPr>
            </a:lvl3pPr>
            <a:lvl4pPr algn="l">
              <a:defRPr sz="5400" b="1">
                <a:solidFill>
                  <a:srgbClr val="E64519"/>
                </a:solidFill>
                <a:latin typeface="Arial"/>
                <a:ea typeface="Arial"/>
                <a:cs typeface="Arial"/>
              </a:defRPr>
            </a:lvl4pPr>
            <a:lvl5pPr algn="l">
              <a:defRPr sz="5400" b="1">
                <a:solidFill>
                  <a:srgbClr val="E64519"/>
                </a:solidFill>
                <a:latin typeface="Arial"/>
                <a:ea typeface="Arial"/>
                <a:cs typeface="Arial"/>
              </a:defRPr>
            </a:lvl5pPr>
            <a:lvl6pPr algn="l">
              <a:defRPr sz="5400" b="1">
                <a:solidFill>
                  <a:srgbClr val="E64519"/>
                </a:solidFill>
                <a:latin typeface="Arial"/>
                <a:ea typeface="Arial"/>
                <a:cs typeface="Arial"/>
              </a:defRPr>
            </a:lvl6pPr>
            <a:lvl7pPr algn="l">
              <a:defRPr sz="5400" b="1">
                <a:solidFill>
                  <a:srgbClr val="E64519"/>
                </a:solidFill>
                <a:latin typeface="Arial"/>
                <a:ea typeface="Arial"/>
                <a:cs typeface="Arial"/>
              </a:defRPr>
            </a:lvl7pPr>
            <a:lvl8pPr algn="l">
              <a:defRPr sz="5400" b="1">
                <a:solidFill>
                  <a:srgbClr val="E64519"/>
                </a:solidFill>
                <a:latin typeface="Arial"/>
                <a:ea typeface="Arial"/>
                <a:cs typeface="Arial"/>
              </a:defRPr>
            </a:lvl8pPr>
            <a:lvl9pPr algn="l">
              <a:defRPr sz="5400" b="1">
                <a:solidFill>
                  <a:srgbClr val="E64519"/>
                </a:solidFill>
                <a:latin typeface="Arial"/>
                <a:ea typeface="Arial"/>
                <a:cs typeface="Arial"/>
              </a:defRPr>
            </a:lvl9pPr>
          </a:lstStyle>
          <a:p xmlns:a="http://schemas.openxmlformats.org/drawingml/2006/main">
            <a:pPr algn="l">
              <a:lnSpc>
                <a:spcPct val="100000"/>
              </a:lnSpc>
              <a:buNone/>
              <a:defRPr sz="5400" b="1">
                <a:solidFill>
                  <a:srgbClr val="E64519"/>
                </a:solidFill>
                <a:latin typeface="Arial"/>
                <a:ea typeface="Arial"/>
                <a:cs typeface="Arial"/>
              </a:defRPr>
            </a:pPr>
            <a:r>
              <a:rPr sz="5400" b="1">
                <a:solidFill>
                  <a:srgbClr val="E64519"/>
                </a:solidFill>
                <a:latin typeface="Arial"/>
                <a:ea typeface="Arial"/>
                <a:cs typeface="Arial"/>
              </a:rPr>
              <a:t>3</a:t>
            </a:r>
          </a:p>
        </p:txBody>
      </p:sp>
      <p:sp>
        <p:nvSpPr>
          <p:cNvPr id="14" name="What does factorial(3) wait to do?">
            <a:extLst xmlns:a="http://schemas.openxmlformats.org/drawingml/2006/main">
              <a:ext uri="{FF2B5EF4-FFF2-40B4-BE49-F238E27FC236}">
                <a16:creationId xmlns:a16="http://schemas.microsoft.com/office/drawing/2014/main" id="{DBFBAB62-5F7E-4E86-B93D-AB228384030B}"/>
              </a:ext>
            </a:extLst>
          </p:cNvPr>
          <p:cNvSpPr>
            <a:spLocks xmlns:a="http://schemas.openxmlformats.org/drawingml/2006/main" noGrp="1"/>
          </p:cNvSpPr>
          <p:nvPr/>
        </p:nvSpPr>
        <p:spPr>
          <a:xfrm xmlns:a="http://schemas.openxmlformats.org/drawingml/2006/main">
            <a:off x="2266950" y="6962775"/>
            <a:ext cx="151066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a:solidFill>
                  <a:srgbClr val="202426"/>
                </a:solidFill>
                <a:latin typeface="Arial"/>
                <a:ea typeface="Arial"/>
                <a:cs typeface="Arial"/>
              </a:defRPr>
            </a:defPPr>
            <a:lvl1pPr algn="l">
              <a:defRPr sz="3675" b="0">
                <a:solidFill>
                  <a:srgbClr val="202426"/>
                </a:solidFill>
                <a:latin typeface="Arial"/>
                <a:ea typeface="Arial"/>
                <a:cs typeface="Arial"/>
              </a:defRPr>
            </a:lvl1pPr>
            <a:lvl2pPr algn="l">
              <a:defRPr sz="3675" b="0">
                <a:solidFill>
                  <a:srgbClr val="202426"/>
                </a:solidFill>
                <a:latin typeface="Arial"/>
                <a:ea typeface="Arial"/>
                <a:cs typeface="Arial"/>
              </a:defRPr>
            </a:lvl2pPr>
            <a:lvl3pPr algn="l">
              <a:defRPr sz="3675" b="0">
                <a:solidFill>
                  <a:srgbClr val="202426"/>
                </a:solidFill>
                <a:latin typeface="Arial"/>
                <a:ea typeface="Arial"/>
                <a:cs typeface="Arial"/>
              </a:defRPr>
            </a:lvl3pPr>
            <a:lvl4pPr algn="l">
              <a:defRPr sz="3675" b="0">
                <a:solidFill>
                  <a:srgbClr val="202426"/>
                </a:solidFill>
                <a:latin typeface="Arial"/>
                <a:ea typeface="Arial"/>
                <a:cs typeface="Arial"/>
              </a:defRPr>
            </a:lvl4pPr>
            <a:lvl5pPr algn="l">
              <a:defRPr sz="3675" b="0">
                <a:solidFill>
                  <a:srgbClr val="202426"/>
                </a:solidFill>
                <a:latin typeface="Arial"/>
                <a:ea typeface="Arial"/>
                <a:cs typeface="Arial"/>
              </a:defRPr>
            </a:lvl5pPr>
            <a:lvl6pPr algn="l">
              <a:defRPr sz="3675" b="0">
                <a:solidFill>
                  <a:srgbClr val="202426"/>
                </a:solidFill>
                <a:latin typeface="Arial"/>
                <a:ea typeface="Arial"/>
                <a:cs typeface="Arial"/>
              </a:defRPr>
            </a:lvl6pPr>
            <a:lvl7pPr algn="l">
              <a:defRPr sz="3675" b="0">
                <a:solidFill>
                  <a:srgbClr val="202426"/>
                </a:solidFill>
                <a:latin typeface="Arial"/>
                <a:ea typeface="Arial"/>
                <a:cs typeface="Arial"/>
              </a:defRPr>
            </a:lvl7pPr>
            <a:lvl8pPr algn="l">
              <a:defRPr sz="3675" b="0">
                <a:solidFill>
                  <a:srgbClr val="202426"/>
                </a:solidFill>
                <a:latin typeface="Arial"/>
                <a:ea typeface="Arial"/>
                <a:cs typeface="Arial"/>
              </a:defRPr>
            </a:lvl8pPr>
            <a:lvl9pPr algn="l">
              <a:defRPr sz="3675" b="0">
                <a:solidFill>
                  <a:srgbClr val="202426"/>
                </a:solidFill>
                <a:latin typeface="Arial"/>
                <a:ea typeface="Arial"/>
                <a:cs typeface="Arial"/>
              </a:defRPr>
            </a:lvl9pPr>
          </a:lstStyle>
          <a:p xmlns:a="http://schemas.openxmlformats.org/drawingml/2006/main">
            <a:pPr algn="l">
              <a:lnSpc>
                <a:spcPct val="100000"/>
              </a:lnSpc>
              <a:buNone/>
              <a:defRPr sz="3675" b="0">
                <a:solidFill>
                  <a:srgbClr val="202426"/>
                </a:solidFill>
                <a:latin typeface="Arial"/>
                <a:ea typeface="Arial"/>
                <a:cs typeface="Arial"/>
              </a:defRPr>
            </a:pPr>
            <a:r>
              <a:rPr sz="3675" b="0">
                <a:solidFill>
                  <a:srgbClr val="202426"/>
                </a:solidFill>
                <a:latin typeface="Arial"/>
                <a:ea typeface="Arial"/>
                <a:cs typeface="Arial"/>
              </a:rPr>
              <a:t>What does factorial(3) wait to do?</a:t>
            </a:r>
          </a:p>
        </p:txBody>
      </p:sp>
    </p:spTree>
    <p:extLst>
      <p:ext uri="{BB962C8B-B14F-4D97-AF65-F5344CB8AC3E}">
        <p14:creationId xmlns:p14="http://schemas.microsoft.com/office/powerpoint/2010/main" val="120071186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URSION">
            <a:extLst xmlns:a="http://schemas.openxmlformats.org/drawingml/2006/main">
              <a:ext uri="{FF2B5EF4-FFF2-40B4-BE49-F238E27FC236}">
                <a16:creationId xmlns:a16="http://schemas.microsoft.com/office/drawing/2014/main" id="{490F26EC-7E77-45C3-A46C-FECD342760F1}"/>
              </a:ext>
            </a:extLst>
          </p:cNvPr>
          <p:cNvSpPr>
            <a:spLocks xmlns:a="http://schemas.openxmlformats.org/drawingml/2006/main" noGrp="1"/>
          </p:cNvSpPr>
          <p:nvPr/>
        </p:nvSpPr>
        <p:spPr>
          <a:xfrm xmlns:a="http://schemas.openxmlformats.org/drawingml/2006/main">
            <a:off x="914400" y="7334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xmlns:a="http://schemas.openxmlformats.org/drawingml/2006/main">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RECURSION</a:t>
            </a:r>
          </a:p>
        </p:txBody>
      </p:sp>
      <p:pic>
        <p:nvPicPr>
          <p:cNvPr id="2" name="">
            <a:extLst xmlns:a="http://schemas.openxmlformats.org/drawingml/2006/main">
              <a:ext uri="{FF2B5EF4-FFF2-40B4-BE49-F238E27FC236}">
                <a16:creationId xmlns:a16="http://schemas.microsoft.com/office/drawing/2014/main" id="{2F5EF329-53E5-4C93-A1D0-3F2D5ACFEE56}"/>
              </a:ext>
            </a:extLst>
          </p:cNvPr>
          <p:cNvPicPr>
            <a:picLocks xmlns:a="http://schemas.openxmlformats.org/drawingml/2006/main" noChangeAspect="1"/>
          </p:cNvPicPr>
          <p:nvPr/>
        </p:nvPicPr>
        <p:blipFill>
          <a:blip xmlns:r="http://schemas.openxmlformats.org/officeDocument/2006/relationships" xmlns:a="http://schemas.openxmlformats.org/drawingml/2006/main" r:embed="Rd7c34dad459045ce"/>
          <a:stretch xmlns:a="http://schemas.openxmlformats.org/drawingml/2006/main"/>
        </p:blipFill>
        <p:spPr>
          <a:xfrm xmlns:a="http://schemas.openxmlformats.org/drawingml/2006/main">
            <a:off x="16592552" y="561975"/>
            <a:ext cx="781045" cy="510826"/>
          </a:xfrm>
          <a:prstGeom xmlns:a="http://schemas.openxmlformats.org/drawingml/2006/main" prst="rect">
            <a:avLst/>
          </a:prstGeom>
        </p:spPr>
      </p:pic>
      <p:sp>
        <p:nvSpPr>
          <p:cNvPr id="3" name="Sources">
            <a:extLst xmlns:a="http://schemas.openxmlformats.org/drawingml/2006/main">
              <a:ext uri="{FF2B5EF4-FFF2-40B4-BE49-F238E27FC236}">
                <a16:creationId xmlns:a16="http://schemas.microsoft.com/office/drawing/2014/main" id="{68D5CD42-648E-41AE-9222-8CCB3E591303}"/>
              </a:ext>
            </a:extLst>
          </p:cNvPr>
          <p:cNvSpPr>
            <a:spLocks xmlns:a="http://schemas.openxmlformats.org/drawingml/2006/main" noGrp="1"/>
          </p:cNvSpPr>
          <p:nvPr/>
        </p:nvSpPr>
        <p:spPr>
          <a:xfrm xmlns:a="http://schemas.openxmlformats.org/drawingml/2006/main">
            <a:off x="914400" y="1524000"/>
            <a:ext cx="1647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202426"/>
                </a:solidFill>
                <a:latin typeface="Arial"/>
                <a:ea typeface="Arial"/>
                <a:cs typeface="Arial"/>
              </a:defRPr>
            </a:defPPr>
            <a:lvl1pPr algn="l">
              <a:defRPr sz="5250" b="1">
                <a:solidFill>
                  <a:srgbClr val="202426"/>
                </a:solidFill>
                <a:latin typeface="Arial"/>
                <a:ea typeface="Arial"/>
                <a:cs typeface="Arial"/>
              </a:defRPr>
            </a:lvl1pPr>
            <a:lvl2pPr algn="l">
              <a:defRPr sz="5250" b="1">
                <a:solidFill>
                  <a:srgbClr val="202426"/>
                </a:solidFill>
                <a:latin typeface="Arial"/>
                <a:ea typeface="Arial"/>
                <a:cs typeface="Arial"/>
              </a:defRPr>
            </a:lvl2pPr>
            <a:lvl3pPr algn="l">
              <a:defRPr sz="5250" b="1">
                <a:solidFill>
                  <a:srgbClr val="202426"/>
                </a:solidFill>
                <a:latin typeface="Arial"/>
                <a:ea typeface="Arial"/>
                <a:cs typeface="Arial"/>
              </a:defRPr>
            </a:lvl3pPr>
            <a:lvl4pPr algn="l">
              <a:defRPr sz="5250" b="1">
                <a:solidFill>
                  <a:srgbClr val="202426"/>
                </a:solidFill>
                <a:latin typeface="Arial"/>
                <a:ea typeface="Arial"/>
                <a:cs typeface="Arial"/>
              </a:defRPr>
            </a:lvl4pPr>
            <a:lvl5pPr algn="l">
              <a:defRPr sz="5250" b="1">
                <a:solidFill>
                  <a:srgbClr val="202426"/>
                </a:solidFill>
                <a:latin typeface="Arial"/>
                <a:ea typeface="Arial"/>
                <a:cs typeface="Arial"/>
              </a:defRPr>
            </a:lvl5pPr>
            <a:lvl6pPr algn="l">
              <a:defRPr sz="5250" b="1">
                <a:solidFill>
                  <a:srgbClr val="202426"/>
                </a:solidFill>
                <a:latin typeface="Arial"/>
                <a:ea typeface="Arial"/>
                <a:cs typeface="Arial"/>
              </a:defRPr>
            </a:lvl6pPr>
            <a:lvl7pPr algn="l">
              <a:defRPr sz="5250" b="1">
                <a:solidFill>
                  <a:srgbClr val="202426"/>
                </a:solidFill>
                <a:latin typeface="Arial"/>
                <a:ea typeface="Arial"/>
                <a:cs typeface="Arial"/>
              </a:defRPr>
            </a:lvl7pPr>
            <a:lvl8pPr algn="l">
              <a:defRPr sz="5250" b="1">
                <a:solidFill>
                  <a:srgbClr val="202426"/>
                </a:solidFill>
                <a:latin typeface="Arial"/>
                <a:ea typeface="Arial"/>
                <a:cs typeface="Arial"/>
              </a:defRPr>
            </a:lvl8pPr>
            <a:lvl9pPr algn="l">
              <a:defRPr sz="5250" b="1">
                <a:solidFill>
                  <a:srgbClr val="202426"/>
                </a:solidFill>
                <a:latin typeface="Arial"/>
                <a:ea typeface="Arial"/>
                <a:cs typeface="Arial"/>
              </a:defRPr>
            </a:lvl9pPr>
          </a:lstStyle>
          <a:p xmlns:a="http://schemas.openxmlformats.org/drawingml/2006/main">
            <a:pPr algn="l">
              <a:lnSpc>
                <a:spcPct val="100000"/>
              </a:lnSpc>
              <a:buNone/>
              <a:defRPr sz="5250" b="1">
                <a:solidFill>
                  <a:srgbClr val="202426"/>
                </a:solidFill>
                <a:latin typeface="Arial"/>
                <a:ea typeface="Arial"/>
                <a:cs typeface="Arial"/>
              </a:defRPr>
            </a:pPr>
            <a:r>
              <a:rPr sz="5250" b="1">
                <a:solidFill>
                  <a:srgbClr val="202426"/>
                </a:solidFill>
                <a:latin typeface="Arial"/>
                <a:ea typeface="Arial"/>
                <a:cs typeface="Arial"/>
              </a:rPr>
              <a:t>Sources</a:t>
            </a:r>
          </a:p>
        </p:txBody>
      </p:sp>
      <p:sp>
        <p:nvSpPr>
          <p:cNvPr id="4" name="">
            <a:extLst xmlns:a="http://schemas.openxmlformats.org/drawingml/2006/main">
              <a:ext uri="{FF2B5EF4-FFF2-40B4-BE49-F238E27FC236}">
                <a16:creationId xmlns:a16="http://schemas.microsoft.com/office/drawing/2014/main" id="{CD7FCA69-17ED-42AE-A77E-4B1E7E0EFAD7}"/>
              </a:ext>
            </a:extLst>
          </p:cNvPr>
          <p:cNvSpPr>
            <a:spLocks xmlns:a="http://schemas.openxmlformats.org/drawingml/2006/main" noGrp="1"/>
          </p:cNvSpPr>
          <p:nvPr/>
        </p:nvSpPr>
        <p:spPr>
          <a:xfrm xmlns:a="http://schemas.openxmlformats.org/drawingml/2006/main">
            <a:off x="914400" y="9658350"/>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5" name="Fundamentals of Computer Science">
            <a:extLst xmlns:a="http://schemas.openxmlformats.org/drawingml/2006/main">
              <a:ext uri="{FF2B5EF4-FFF2-40B4-BE49-F238E27FC236}">
                <a16:creationId xmlns:a16="http://schemas.microsoft.com/office/drawing/2014/main" id="{E3A896D3-BB73-469A-BA30-99FEB3776619}"/>
              </a:ext>
            </a:extLst>
          </p:cNvPr>
          <p:cNvSpPr>
            <a:spLocks xmlns:a="http://schemas.openxmlformats.org/drawingml/2006/main" noGrp="1"/>
          </p:cNvSpPr>
          <p:nvPr/>
        </p:nvSpPr>
        <p:spPr>
          <a:xfrm xmlns:a="http://schemas.openxmlformats.org/drawingml/2006/main">
            <a:off x="914400" y="9810750"/>
            <a:ext cx="1333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96167"/>
                </a:solidFill>
                <a:latin typeface="Arial"/>
                <a:ea typeface="Arial"/>
                <a:cs typeface="Arial"/>
              </a:defRPr>
            </a:defPPr>
            <a:lvl1pPr algn="l">
              <a:defRPr sz="1650" b="0">
                <a:solidFill>
                  <a:srgbClr val="596167"/>
                </a:solidFill>
                <a:latin typeface="Arial"/>
                <a:ea typeface="Arial"/>
                <a:cs typeface="Arial"/>
              </a:defRPr>
            </a:lvl1pPr>
            <a:lvl2pPr algn="l">
              <a:defRPr sz="1650" b="0">
                <a:solidFill>
                  <a:srgbClr val="596167"/>
                </a:solidFill>
                <a:latin typeface="Arial"/>
                <a:ea typeface="Arial"/>
                <a:cs typeface="Arial"/>
              </a:defRPr>
            </a:lvl2pPr>
            <a:lvl3pPr algn="l">
              <a:defRPr sz="1650" b="0">
                <a:solidFill>
                  <a:srgbClr val="596167"/>
                </a:solidFill>
                <a:latin typeface="Arial"/>
                <a:ea typeface="Arial"/>
                <a:cs typeface="Arial"/>
              </a:defRPr>
            </a:lvl3pPr>
            <a:lvl4pPr algn="l">
              <a:defRPr sz="1650" b="0">
                <a:solidFill>
                  <a:srgbClr val="596167"/>
                </a:solidFill>
                <a:latin typeface="Arial"/>
                <a:ea typeface="Arial"/>
                <a:cs typeface="Arial"/>
              </a:defRPr>
            </a:lvl4pPr>
            <a:lvl5pPr algn="l">
              <a:defRPr sz="1650" b="0">
                <a:solidFill>
                  <a:srgbClr val="596167"/>
                </a:solidFill>
                <a:latin typeface="Arial"/>
                <a:ea typeface="Arial"/>
                <a:cs typeface="Arial"/>
              </a:defRPr>
            </a:lvl5pPr>
            <a:lvl6pPr algn="l">
              <a:defRPr sz="1650" b="0">
                <a:solidFill>
                  <a:srgbClr val="596167"/>
                </a:solidFill>
                <a:latin typeface="Arial"/>
                <a:ea typeface="Arial"/>
                <a:cs typeface="Arial"/>
              </a:defRPr>
            </a:lvl6pPr>
            <a:lvl7pPr algn="l">
              <a:defRPr sz="1650" b="0">
                <a:solidFill>
                  <a:srgbClr val="596167"/>
                </a:solidFill>
                <a:latin typeface="Arial"/>
                <a:ea typeface="Arial"/>
                <a:cs typeface="Arial"/>
              </a:defRPr>
            </a:lvl7pPr>
            <a:lvl8pPr algn="l">
              <a:defRPr sz="1650" b="0">
                <a:solidFill>
                  <a:srgbClr val="596167"/>
                </a:solidFill>
                <a:latin typeface="Arial"/>
                <a:ea typeface="Arial"/>
                <a:cs typeface="Arial"/>
              </a:defRPr>
            </a:lvl8pPr>
            <a:lvl9pPr algn="l">
              <a:defRPr sz="1650" b="0">
                <a:solidFill>
                  <a:srgbClr val="596167"/>
                </a:solidFill>
                <a:latin typeface="Arial"/>
                <a:ea typeface="Arial"/>
                <a:cs typeface="Arial"/>
              </a:defRPr>
            </a:lvl9pPr>
          </a:lstStyle>
          <a:p xmlns:a="http://schemas.openxmlformats.org/drawingml/2006/main">
            <a:pPr algn="l">
              <a:lnSpc>
                <a:spcPct val="100000"/>
              </a:lnSpc>
              <a:buNone/>
              <a:defRPr sz="1650" b="0">
                <a:solidFill>
                  <a:srgbClr val="596167"/>
                </a:solidFill>
                <a:latin typeface="Arial"/>
                <a:ea typeface="Arial"/>
                <a:cs typeface="Arial"/>
              </a:defRPr>
            </a:pPr>
            <a:r>
              <a:rPr sz="1650" b="0">
                <a:solidFill>
                  <a:srgbClr val="596167"/>
                </a:solidFill>
                <a:latin typeface="Arial"/>
                <a:ea typeface="Arial"/>
                <a:cs typeface="Arial"/>
              </a:rPr>
              <a:t>Fundamentals of Computer Science</a:t>
            </a:r>
          </a:p>
        </p:txBody>
      </p:sp>
      <p:sp>
        <p:nvSpPr>
          <p:cNvPr id="6" name="24">
            <a:extLst xmlns:a="http://schemas.openxmlformats.org/drawingml/2006/main">
              <a:ext uri="{FF2B5EF4-FFF2-40B4-BE49-F238E27FC236}">
                <a16:creationId xmlns:a16="http://schemas.microsoft.com/office/drawing/2014/main" id="{1C7DE6F3-78AB-4F71-8ADD-C101843AC7D1}"/>
              </a:ext>
            </a:extLst>
          </p:cNvPr>
          <p:cNvSpPr>
            <a:spLocks xmlns:a="http://schemas.openxmlformats.org/drawingml/2006/main" noGrp="1"/>
          </p:cNvSpPr>
          <p:nvPr/>
        </p:nvSpPr>
        <p:spPr>
          <a:xfrm xmlns:a="http://schemas.openxmlformats.org/drawingml/2006/main">
            <a:off x="16573500" y="97726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a:solidFill>
                  <a:srgbClr val="596167"/>
                </a:solidFill>
                <a:latin typeface="Arial"/>
                <a:ea typeface="Arial"/>
                <a:cs typeface="Arial"/>
              </a:defRPr>
            </a:defPPr>
            <a:lvl1pPr algn="r">
              <a:defRPr sz="1800" b="0">
                <a:solidFill>
                  <a:srgbClr val="596167"/>
                </a:solidFill>
                <a:latin typeface="Arial"/>
                <a:ea typeface="Arial"/>
                <a:cs typeface="Arial"/>
              </a:defRPr>
            </a:lvl1pPr>
            <a:lvl2pPr algn="r">
              <a:defRPr sz="1800" b="0">
                <a:solidFill>
                  <a:srgbClr val="596167"/>
                </a:solidFill>
                <a:latin typeface="Arial"/>
                <a:ea typeface="Arial"/>
                <a:cs typeface="Arial"/>
              </a:defRPr>
            </a:lvl2pPr>
            <a:lvl3pPr algn="r">
              <a:defRPr sz="1800" b="0">
                <a:solidFill>
                  <a:srgbClr val="596167"/>
                </a:solidFill>
                <a:latin typeface="Arial"/>
                <a:ea typeface="Arial"/>
                <a:cs typeface="Arial"/>
              </a:defRPr>
            </a:lvl3pPr>
            <a:lvl4pPr algn="r">
              <a:defRPr sz="1800" b="0">
                <a:solidFill>
                  <a:srgbClr val="596167"/>
                </a:solidFill>
                <a:latin typeface="Arial"/>
                <a:ea typeface="Arial"/>
                <a:cs typeface="Arial"/>
              </a:defRPr>
            </a:lvl4pPr>
            <a:lvl5pPr algn="r">
              <a:defRPr sz="1800" b="0">
                <a:solidFill>
                  <a:srgbClr val="596167"/>
                </a:solidFill>
                <a:latin typeface="Arial"/>
                <a:ea typeface="Arial"/>
                <a:cs typeface="Arial"/>
              </a:defRPr>
            </a:lvl5pPr>
            <a:lvl6pPr algn="r">
              <a:defRPr sz="1800" b="0">
                <a:solidFill>
                  <a:srgbClr val="596167"/>
                </a:solidFill>
                <a:latin typeface="Arial"/>
                <a:ea typeface="Arial"/>
                <a:cs typeface="Arial"/>
              </a:defRPr>
            </a:lvl6pPr>
            <a:lvl7pPr algn="r">
              <a:defRPr sz="1800" b="0">
                <a:solidFill>
                  <a:srgbClr val="596167"/>
                </a:solidFill>
                <a:latin typeface="Arial"/>
                <a:ea typeface="Arial"/>
                <a:cs typeface="Arial"/>
              </a:defRPr>
            </a:lvl7pPr>
            <a:lvl8pPr algn="r">
              <a:defRPr sz="1800" b="0">
                <a:solidFill>
                  <a:srgbClr val="596167"/>
                </a:solidFill>
                <a:latin typeface="Arial"/>
                <a:ea typeface="Arial"/>
                <a:cs typeface="Arial"/>
              </a:defRPr>
            </a:lvl8pPr>
            <a:lvl9pPr algn="r">
              <a:defRPr sz="1800" b="0">
                <a:solidFill>
                  <a:srgbClr val="596167"/>
                </a:solidFill>
                <a:latin typeface="Arial"/>
                <a:ea typeface="Arial"/>
                <a:cs typeface="Arial"/>
              </a:defRPr>
            </a:lvl9pPr>
          </a:lstStyle>
          <a:p xmlns:a="http://schemas.openxmlformats.org/drawingml/2006/main">
            <a:pPr algn="r">
              <a:lnSpc>
                <a:spcPct val="100000"/>
              </a:lnSpc>
              <a:buNone/>
              <a:defRPr sz="1800" b="0">
                <a:solidFill>
                  <a:srgbClr val="596167"/>
                </a:solidFill>
                <a:latin typeface="Arial"/>
                <a:ea typeface="Arial"/>
                <a:cs typeface="Arial"/>
              </a:defRPr>
            </a:pPr>
            <a:r>
              <a:rPr sz="1800" b="0">
                <a:solidFill>
                  <a:srgbClr val="596167"/>
                </a:solidFill>
                <a:latin typeface="Arial"/>
                <a:ea typeface="Arial"/>
                <a:cs typeface="Arial"/>
              </a:rPr>
              <a:t>24</a:t>
            </a:r>
          </a:p>
        </p:txBody>
      </p:sp>
      <p:sp>
        <p:nvSpPr>
          <p:cNvPr id="7" name="The Art and Craft of Computing">
            <a:extLst xmlns:a="http://schemas.openxmlformats.org/drawingml/2006/main">
              <a:ext uri="{FF2B5EF4-FFF2-40B4-BE49-F238E27FC236}">
                <a16:creationId xmlns:a16="http://schemas.microsoft.com/office/drawing/2014/main" id="{F941BEFB-7B5B-4420-ABE5-D1B239109432}"/>
              </a:ext>
            </a:extLst>
          </p:cNvPr>
          <p:cNvSpPr>
            <a:spLocks xmlns:a="http://schemas.openxmlformats.org/drawingml/2006/main" noGrp="1"/>
          </p:cNvSpPr>
          <p:nvPr/>
        </p:nvSpPr>
        <p:spPr>
          <a:xfrm xmlns:a="http://schemas.openxmlformats.org/drawingml/2006/main">
            <a:off x="914400" y="3333750"/>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The Art and Craft of Computing</a:t>
            </a:r>
          </a:p>
        </p:txBody>
      </p:sp>
      <p:sp>
        <p:nvSpPr>
          <p:cNvPr id="8" name="Ceri, Mandrioli &amp; Sbattella&#10;Chapter 8, printed pp. 184–">
            <a:extLst xmlns:a="http://schemas.openxmlformats.org/drawingml/2006/main">
              <a:ext uri="{FF2B5EF4-FFF2-40B4-BE49-F238E27FC236}">
                <a16:creationId xmlns:a16="http://schemas.microsoft.com/office/drawing/2014/main" id="{71BE98D5-BB68-489E-A439-12CDBE7244DB}"/>
              </a:ext>
            </a:extLst>
          </p:cNvPr>
          <p:cNvSpPr>
            <a:spLocks xmlns:a="http://schemas.openxmlformats.org/drawingml/2006/main" noGrp="1"/>
          </p:cNvSpPr>
          <p:nvPr/>
        </p:nvSpPr>
        <p:spPr>
          <a:xfrm xmlns:a="http://schemas.openxmlformats.org/drawingml/2006/main">
            <a:off x="8572500" y="3381375"/>
            <a:ext cx="88011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596167"/>
                </a:solidFill>
                <a:latin typeface="Arial"/>
                <a:ea typeface="Arial"/>
                <a:cs typeface="Arial"/>
              </a:defRPr>
            </a:defPPr>
            <a:lvl1pPr algn="l">
              <a:defRPr sz="2700" b="0">
                <a:solidFill>
                  <a:srgbClr val="596167"/>
                </a:solidFill>
                <a:latin typeface="Arial"/>
                <a:ea typeface="Arial"/>
                <a:cs typeface="Arial"/>
              </a:defRPr>
            </a:lvl1pPr>
            <a:lvl2pPr algn="l">
              <a:defRPr sz="2700" b="0">
                <a:solidFill>
                  <a:srgbClr val="596167"/>
                </a:solidFill>
                <a:latin typeface="Arial"/>
                <a:ea typeface="Arial"/>
                <a:cs typeface="Arial"/>
              </a:defRPr>
            </a:lvl2pPr>
            <a:lvl3pPr algn="l">
              <a:defRPr sz="2700" b="0">
                <a:solidFill>
                  <a:srgbClr val="596167"/>
                </a:solidFill>
                <a:latin typeface="Arial"/>
                <a:ea typeface="Arial"/>
                <a:cs typeface="Arial"/>
              </a:defRPr>
            </a:lvl3pPr>
            <a:lvl4pPr algn="l">
              <a:defRPr sz="2700" b="0">
                <a:solidFill>
                  <a:srgbClr val="596167"/>
                </a:solidFill>
                <a:latin typeface="Arial"/>
                <a:ea typeface="Arial"/>
                <a:cs typeface="Arial"/>
              </a:defRPr>
            </a:lvl4pPr>
            <a:lvl5pPr algn="l">
              <a:defRPr sz="2700" b="0">
                <a:solidFill>
                  <a:srgbClr val="596167"/>
                </a:solidFill>
                <a:latin typeface="Arial"/>
                <a:ea typeface="Arial"/>
                <a:cs typeface="Arial"/>
              </a:defRPr>
            </a:lvl5pPr>
            <a:lvl6pPr algn="l">
              <a:defRPr sz="2700" b="0">
                <a:solidFill>
                  <a:srgbClr val="596167"/>
                </a:solidFill>
                <a:latin typeface="Arial"/>
                <a:ea typeface="Arial"/>
                <a:cs typeface="Arial"/>
              </a:defRPr>
            </a:lvl6pPr>
            <a:lvl7pPr algn="l">
              <a:defRPr sz="2700" b="0">
                <a:solidFill>
                  <a:srgbClr val="596167"/>
                </a:solidFill>
                <a:latin typeface="Arial"/>
                <a:ea typeface="Arial"/>
                <a:cs typeface="Arial"/>
              </a:defRPr>
            </a:lvl7pPr>
            <a:lvl8pPr algn="l">
              <a:defRPr sz="2700" b="0">
                <a:solidFill>
                  <a:srgbClr val="596167"/>
                </a:solidFill>
                <a:latin typeface="Arial"/>
                <a:ea typeface="Arial"/>
                <a:cs typeface="Arial"/>
              </a:defRPr>
            </a:lvl8pPr>
            <a:lvl9pPr algn="l">
              <a:defRPr sz="2700" b="0">
                <a:solidFill>
                  <a:srgbClr val="596167"/>
                </a:solidFill>
                <a:latin typeface="Arial"/>
                <a:ea typeface="Arial"/>
                <a:cs typeface="Arial"/>
              </a:defRPr>
            </a:lvl9pPr>
          </a:lstStyle>
          <a:p xmlns:a="http://schemas.openxmlformats.org/drawingml/2006/main">
            <a:pPr algn="l">
              <a:lnSpc>
                <a:spcPct val="100000"/>
              </a:lnSpc>
              <a:buNone/>
              <a:defRPr sz="2700" b="0">
                <a:solidFill>
                  <a:srgbClr val="596167"/>
                </a:solidFill>
                <a:latin typeface="Arial"/>
                <a:ea typeface="Arial"/>
                <a:cs typeface="Arial"/>
              </a:defRPr>
            </a:pPr>
            <a:r>
              <a:rPr sz="2700" b="0">
                <a:solidFill>
                  <a:srgbClr val="596167"/>
                </a:solidFill>
                <a:latin typeface="Arial"/>
                <a:ea typeface="Arial"/>
                <a:cs typeface="Arial"/>
              </a:rPr>
              <a:t>Ceri, Mandrioli &amp; Sbattella</a:t>
            </a:r>
          </a:p>
          <a:p xmlns:a="http://schemas.openxmlformats.org/drawingml/2006/main">
            <a:pPr algn="l">
              <a:lnSpc>
                <a:spcPct val="100000"/>
              </a:lnSpc>
              <a:buNone/>
              <a:defRPr sz="2700" b="0">
                <a:solidFill>
                  <a:srgbClr val="596167"/>
                </a:solidFill>
                <a:latin typeface="Arial"/>
                <a:ea typeface="Arial"/>
                <a:cs typeface="Arial"/>
              </a:defRPr>
            </a:pPr>
            <a:r>
              <a:rPr sz="2700" b="0">
                <a:solidFill>
                  <a:srgbClr val="596167"/>
                </a:solidFill>
                <a:latin typeface="Arial"/>
                <a:ea typeface="Arial"/>
                <a:cs typeface="Arial"/>
              </a:rPr>
              <a:t>Chapter 8, printed pp. 184–204</a:t>
            </a:r>
          </a:p>
        </p:txBody>
      </p:sp>
      <p:sp>
        <p:nvSpPr>
          <p:cNvPr id="9" name="">
            <a:extLst xmlns:a="http://schemas.openxmlformats.org/drawingml/2006/main">
              <a:ext uri="{FF2B5EF4-FFF2-40B4-BE49-F238E27FC236}">
                <a16:creationId xmlns:a16="http://schemas.microsoft.com/office/drawing/2014/main" id="{3FF8002D-20C4-4A39-8AB0-588B4C0E79DE}"/>
              </a:ext>
            </a:extLst>
          </p:cNvPr>
          <p:cNvSpPr>
            <a:spLocks xmlns:a="http://schemas.openxmlformats.org/drawingml/2006/main" noGrp="1"/>
          </p:cNvSpPr>
          <p:nvPr/>
        </p:nvSpPr>
        <p:spPr>
          <a:xfrm xmlns:a="http://schemas.openxmlformats.org/drawingml/2006/main">
            <a:off x="914400" y="5095875"/>
            <a:ext cx="16459200" cy="19050"/>
          </a:xfrm>
          <a:prstGeom xmlns:a="http://schemas.openxmlformats.org/drawingml/2006/main" prst="rect">
            <a:avLst/>
          </a:prstGeom>
          <a:solidFill xmlns:a="http://schemas.openxmlformats.org/drawingml/2006/main">
            <a:srgbClr val="D9DEDF"/>
          </a:solidFill>
          <a:ln xmlns:a="http://schemas.openxmlformats.org/drawingml/2006/main" w="0">
            <a:noFill/>
            <a:prstDash val="solid"/>
          </a:ln>
        </p:spPr>
      </p:sp>
      <p:sp>
        <p:nvSpPr>
          <p:cNvPr id="10" name="CS50x">
            <a:extLst xmlns:a="http://schemas.openxmlformats.org/drawingml/2006/main">
              <a:ext uri="{FF2B5EF4-FFF2-40B4-BE49-F238E27FC236}">
                <a16:creationId xmlns:a16="http://schemas.microsoft.com/office/drawing/2014/main" id="{C8B7E5A0-193B-4F67-91D3-CFEF0DDB5395}"/>
              </a:ext>
            </a:extLst>
          </p:cNvPr>
          <p:cNvSpPr>
            <a:spLocks xmlns:a="http://schemas.openxmlformats.org/drawingml/2006/main" noGrp="1"/>
          </p:cNvSpPr>
          <p:nvPr/>
        </p:nvSpPr>
        <p:spPr>
          <a:xfrm xmlns:a="http://schemas.openxmlformats.org/drawingml/2006/main">
            <a:off x="914400" y="5715000"/>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02426"/>
                </a:solidFill>
                <a:latin typeface="Arial"/>
                <a:ea typeface="Arial"/>
                <a:cs typeface="Arial"/>
              </a:defRPr>
            </a:defPPr>
            <a:lvl1pPr algn="l">
              <a:defRPr sz="2850" b="1">
                <a:solidFill>
                  <a:srgbClr val="202426"/>
                </a:solidFill>
                <a:latin typeface="Arial"/>
                <a:ea typeface="Arial"/>
                <a:cs typeface="Arial"/>
              </a:defRPr>
            </a:lvl1pPr>
            <a:lvl2pPr algn="l">
              <a:defRPr sz="2850" b="1">
                <a:solidFill>
                  <a:srgbClr val="202426"/>
                </a:solidFill>
                <a:latin typeface="Arial"/>
                <a:ea typeface="Arial"/>
                <a:cs typeface="Arial"/>
              </a:defRPr>
            </a:lvl2pPr>
            <a:lvl3pPr algn="l">
              <a:defRPr sz="2850" b="1">
                <a:solidFill>
                  <a:srgbClr val="202426"/>
                </a:solidFill>
                <a:latin typeface="Arial"/>
                <a:ea typeface="Arial"/>
                <a:cs typeface="Arial"/>
              </a:defRPr>
            </a:lvl3pPr>
            <a:lvl4pPr algn="l">
              <a:defRPr sz="2850" b="1">
                <a:solidFill>
                  <a:srgbClr val="202426"/>
                </a:solidFill>
                <a:latin typeface="Arial"/>
                <a:ea typeface="Arial"/>
                <a:cs typeface="Arial"/>
              </a:defRPr>
            </a:lvl4pPr>
            <a:lvl5pPr algn="l">
              <a:defRPr sz="2850" b="1">
                <a:solidFill>
                  <a:srgbClr val="202426"/>
                </a:solidFill>
                <a:latin typeface="Arial"/>
                <a:ea typeface="Arial"/>
                <a:cs typeface="Arial"/>
              </a:defRPr>
            </a:lvl5pPr>
            <a:lvl6pPr algn="l">
              <a:defRPr sz="2850" b="1">
                <a:solidFill>
                  <a:srgbClr val="202426"/>
                </a:solidFill>
                <a:latin typeface="Arial"/>
                <a:ea typeface="Arial"/>
                <a:cs typeface="Arial"/>
              </a:defRPr>
            </a:lvl6pPr>
            <a:lvl7pPr algn="l">
              <a:defRPr sz="2850" b="1">
                <a:solidFill>
                  <a:srgbClr val="202426"/>
                </a:solidFill>
                <a:latin typeface="Arial"/>
                <a:ea typeface="Arial"/>
                <a:cs typeface="Arial"/>
              </a:defRPr>
            </a:lvl7pPr>
            <a:lvl8pPr algn="l">
              <a:defRPr sz="2850" b="1">
                <a:solidFill>
                  <a:srgbClr val="202426"/>
                </a:solidFill>
                <a:latin typeface="Arial"/>
                <a:ea typeface="Arial"/>
                <a:cs typeface="Arial"/>
              </a:defRPr>
            </a:lvl8pPr>
            <a:lvl9pPr algn="l">
              <a:defRPr sz="2850" b="1">
                <a:solidFill>
                  <a:srgbClr val="202426"/>
                </a:solidFill>
                <a:latin typeface="Arial"/>
                <a:ea typeface="Arial"/>
                <a:cs typeface="Arial"/>
              </a:defRPr>
            </a:lvl9pPr>
          </a:lstStyle>
          <a:p xmlns:a="http://schemas.openxmlformats.org/drawingml/2006/main">
            <a:pPr algn="l">
              <a:lnSpc>
                <a:spcPct val="100000"/>
              </a:lnSpc>
              <a:buNone/>
              <a:defRPr sz="2850" b="1">
                <a:solidFill>
                  <a:srgbClr val="202426"/>
                </a:solidFill>
                <a:latin typeface="Arial"/>
                <a:ea typeface="Arial"/>
                <a:cs typeface="Arial"/>
              </a:defRPr>
            </a:pPr>
            <a:r>
              <a:rPr sz="2850" b="1">
                <a:solidFill>
                  <a:srgbClr val="202426"/>
                </a:solidFill>
                <a:latin typeface="Arial"/>
                <a:ea typeface="Arial"/>
                <a:cs typeface="Arial"/>
              </a:rPr>
              <a:t>CS50x</a:t>
            </a:r>
          </a:p>
        </p:txBody>
      </p:sp>
      <p:sp>
        <p:nvSpPr>
          <p:cNvPr id="11" name="Recursion and Call Stacks shorts">
            <a:extLst xmlns:a="http://schemas.openxmlformats.org/drawingml/2006/main">
              <a:ext uri="{FF2B5EF4-FFF2-40B4-BE49-F238E27FC236}">
                <a16:creationId xmlns:a16="http://schemas.microsoft.com/office/drawing/2014/main" id="{3D165B25-6748-46BB-977D-16DEDB667DD9}"/>
              </a:ext>
            </a:extLst>
          </p:cNvPr>
          <p:cNvSpPr>
            <a:spLocks xmlns:a="http://schemas.openxmlformats.org/drawingml/2006/main" noGrp="1"/>
          </p:cNvSpPr>
          <p:nvPr/>
        </p:nvSpPr>
        <p:spPr>
          <a:xfrm xmlns:a="http://schemas.openxmlformats.org/drawingml/2006/main">
            <a:off x="8572500" y="5762625"/>
            <a:ext cx="88011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596167"/>
                </a:solidFill>
                <a:latin typeface="Arial"/>
                <a:ea typeface="Arial"/>
                <a:cs typeface="Arial"/>
              </a:defRPr>
            </a:defPPr>
            <a:lvl1pPr algn="l">
              <a:defRPr sz="2700" b="0">
                <a:solidFill>
                  <a:srgbClr val="596167"/>
                </a:solidFill>
                <a:latin typeface="Arial"/>
                <a:ea typeface="Arial"/>
                <a:cs typeface="Arial"/>
              </a:defRPr>
            </a:lvl1pPr>
            <a:lvl2pPr algn="l">
              <a:defRPr sz="2700" b="0">
                <a:solidFill>
                  <a:srgbClr val="596167"/>
                </a:solidFill>
                <a:latin typeface="Arial"/>
                <a:ea typeface="Arial"/>
                <a:cs typeface="Arial"/>
              </a:defRPr>
            </a:lvl2pPr>
            <a:lvl3pPr algn="l">
              <a:defRPr sz="2700" b="0">
                <a:solidFill>
                  <a:srgbClr val="596167"/>
                </a:solidFill>
                <a:latin typeface="Arial"/>
                <a:ea typeface="Arial"/>
                <a:cs typeface="Arial"/>
              </a:defRPr>
            </a:lvl3pPr>
            <a:lvl4pPr algn="l">
              <a:defRPr sz="2700" b="0">
                <a:solidFill>
                  <a:srgbClr val="596167"/>
                </a:solidFill>
                <a:latin typeface="Arial"/>
                <a:ea typeface="Arial"/>
                <a:cs typeface="Arial"/>
              </a:defRPr>
            </a:lvl4pPr>
            <a:lvl5pPr algn="l">
              <a:defRPr sz="2700" b="0">
                <a:solidFill>
                  <a:srgbClr val="596167"/>
                </a:solidFill>
                <a:latin typeface="Arial"/>
                <a:ea typeface="Arial"/>
                <a:cs typeface="Arial"/>
              </a:defRPr>
            </a:lvl5pPr>
            <a:lvl6pPr algn="l">
              <a:defRPr sz="2700" b="0">
                <a:solidFill>
                  <a:srgbClr val="596167"/>
                </a:solidFill>
                <a:latin typeface="Arial"/>
                <a:ea typeface="Arial"/>
                <a:cs typeface="Arial"/>
              </a:defRPr>
            </a:lvl6pPr>
            <a:lvl7pPr algn="l">
              <a:defRPr sz="2700" b="0">
                <a:solidFill>
                  <a:srgbClr val="596167"/>
                </a:solidFill>
                <a:latin typeface="Arial"/>
                <a:ea typeface="Arial"/>
                <a:cs typeface="Arial"/>
              </a:defRPr>
            </a:lvl7pPr>
            <a:lvl8pPr algn="l">
              <a:defRPr sz="2700" b="0">
                <a:solidFill>
                  <a:srgbClr val="596167"/>
                </a:solidFill>
                <a:latin typeface="Arial"/>
                <a:ea typeface="Arial"/>
                <a:cs typeface="Arial"/>
              </a:defRPr>
            </a:lvl8pPr>
            <a:lvl9pPr algn="l">
              <a:defRPr sz="2700" b="0">
                <a:solidFill>
                  <a:srgbClr val="596167"/>
                </a:solidFill>
                <a:latin typeface="Arial"/>
                <a:ea typeface="Arial"/>
                <a:cs typeface="Arial"/>
              </a:defRPr>
            </a:lvl9pPr>
          </a:lstStyle>
          <a:p xmlns:a="http://schemas.openxmlformats.org/drawingml/2006/main">
            <a:pPr algn="l">
              <a:lnSpc>
                <a:spcPct val="100000"/>
              </a:lnSpc>
              <a:buNone/>
              <a:defRPr sz="2700" b="0">
                <a:solidFill>
                  <a:srgbClr val="596167"/>
                </a:solidFill>
                <a:latin typeface="Arial"/>
                <a:ea typeface="Arial"/>
                <a:cs typeface="Arial"/>
              </a:defRPr>
            </a:pPr>
            <a:r>
              <a:rPr sz="2700" b="0">
                <a:solidFill>
                  <a:srgbClr val="596167"/>
                </a:solidFill>
                <a:latin typeface="Arial"/>
                <a:ea typeface="Arial"/>
                <a:cs typeface="Arial"/>
              </a:rPr>
              <a:t>Recursion and Call Stacks shorts</a:t>
            </a:r>
          </a:p>
        </p:txBody>
      </p:sp>
      <p:pic>
        <p:nvPicPr>
          <p:cNvPr id="12" name="">
            <a:extLst xmlns:a="http://schemas.openxmlformats.org/drawingml/2006/main">
              <a:ext uri="{FF2B5EF4-FFF2-40B4-BE49-F238E27FC236}">
                <a16:creationId xmlns:a16="http://schemas.microsoft.com/office/drawing/2014/main" id="{909A37BB-3BC2-4332-813F-A4064E376F0E}"/>
              </a:ext>
            </a:extLst>
          </p:cNvPr>
          <p:cNvPicPr>
            <a:picLocks xmlns:a="http://schemas.openxmlformats.org/drawingml/2006/main" noChangeAspect="1"/>
          </p:cNvPicPr>
          <p:nvPr/>
        </p:nvPicPr>
        <p:blipFill>
          <a:blip xmlns:r="http://schemas.openxmlformats.org/officeDocument/2006/relationships" xmlns:a="http://schemas.openxmlformats.org/drawingml/2006/main" r:embed="R62ef594f46a74a47"/>
          <a:stretch xmlns:a="http://schemas.openxmlformats.org/drawingml/2006/main"/>
        </p:blipFill>
        <p:spPr>
          <a:xfrm xmlns:a="http://schemas.openxmlformats.org/drawingml/2006/main">
            <a:off x="914400" y="8801130"/>
            <a:ext cx="3810000" cy="494764"/>
          </a:xfrm>
          <a:prstGeom xmlns:a="http://schemas.openxmlformats.org/drawingml/2006/main" prst="rect">
            <a:avLst/>
          </a:prstGeom>
        </p:spPr>
      </p:pic>
    </p:spTree>
    <p:extLst>
      <p:ext uri="{BB962C8B-B14F-4D97-AF65-F5344CB8AC3E}">
        <p14:creationId xmlns:p14="http://schemas.microsoft.com/office/powerpoint/2010/main" val="1491916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2026-10-27T02:32:15.9880000Z</dcterms:created>
  <dcterms:modified xsi:type="dcterms:W3CDTF">2026-10-27T02:32:15.9880000Z</dcterms:modified>
</coreProperties>
</file>