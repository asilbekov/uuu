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79" r:id="rId3"/>
    <p:sldId id="280" r:id="rId4"/>
    <p:sldId id="281" r:id="rId5"/>
    <p:sldId id="260" r:id="rId6"/>
    <p:sldId id="261" r:id="rId7"/>
    <p:sldId id="262" r:id="rId8"/>
    <p:sldId id="263" r:id="rId9"/>
    <p:sldId id="264" r:id="rId10"/>
    <p:sldId id="265" r:id="rId11"/>
    <p:sldId id="266" r:id="rId12"/>
    <p:sldId id="267" r:id="rId13"/>
    <p:sldId id="268" r:id="rId14"/>
    <p:sldId id="269" r:id="rId15"/>
    <p:sldId id="270" r:id="rId16"/>
    <p:sldId id="278" r:id="rId24"/>
  </p:sldIdLst>
  <p:sldSz cx="18288000" cy="10287000"/>
  <p:notesSz cx="6858000" cy="9144000"/>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03"/>
    <p:restoredTop sz="94677"/>
  </p:normalViewPr>
  <p:slideViewPr>
    <p:cSldViewPr snapToGrid="0">
      <p:cViewPr varScale="1">
        <p:scale>
          <a:sx n="55" d="100"/>
          <a:sy n="55" d="100"/>
        </p:scale>
        <p:origin x="22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ags" Target="tags/tag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0–1 minutes; teaching 1 minutes, discussion 0 minutes.</a:t>
            </a:r>
          </a:p>
          <a:p>
            <a:endParaRPr dirty="0"/>
          </a:p>
          <a:p>
            <a:r>
              <a:rPr dirty="0"/>
              <a:t>Week6 follows the last published Week5 materials and remains an explicitly stated course-week assumption. No calendar date is asserted. This is the opening minute within the existing 0–8 recap block. All pacing and questions live in the separate teacher guide.</a:t>
            </a:r>
          </a:p>
          <a:p>
            <a:endParaRPr dirty="0"/>
          </a:p>
          <a:p>
            <a:r>
              <a:rPr dirty="0"/>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8–12 minutes; teaching 4 minutes, discussion 0 minutes.</a:t>
            </a:r>
          </a:p>
          <a:p>
            <a:endParaRPr/>
          </a:p>
          <a:p>
            <a:r>
              <a:t>The genuine Scratch blocks are rendered by Scratch Foundation’s Scratch Blocks library from the matching runnable project in lecture/assets/scratch. The familiar custom-block pattern is adapted to Hello; it is not the earlier Metro project. Point to definition and calls on both sides. In C the first void is the return type: no returned value. The void inside parentheses means no parameters. The braces enclose the function body. Distinguish a function’s returned value from printed output. This is an excerpt; the next slide contains the complete runnable program.</a:t>
            </a:r>
          </a:p>
          <a:p>
            <a:endParaRPr/>
          </a:p>
          <a:p>
            <a:r>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12–17 minutes; teaching 5 minutes, discussion 0 minutes.</a:t>
            </a:r>
          </a:p>
          <a:p>
            <a:endParaRPr/>
          </a:p>
          <a:p>
            <a:r>
              <a:t>Trace main into print_hello_world and back to the next call. Point to the declaration, both calls and the definition in this one program. void before the name means no returned value; (void) means no inputs. Change one message and rerun: both calls use the changed definition. Reuse is shared behavior, not just fewer keystrokes. Teacher prompt: Predict → explain: Change the message inside the function. Which calls will use the new message?</a:t>
            </a:r>
          </a:p>
          <a:p>
            <a:endParaRPr/>
          </a:p>
          <a:p>
            <a:r>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17–28 minutes; teaching 7 minutes, discussion 4 minutes.</a:t>
            </a:r>
          </a:p>
          <a:p>
            <a:endParaRPr/>
          </a:p>
          <a:p>
            <a:r>
              <a:t>Recall the Scratch custom block input. count is local to print_meows: this name can be used inside that function; main supplies a value. Trace print_meows(3), then0and1; count is copied for each call. print_meows reuses print_meow, so changing one output line affects every call. Keep four minutes of discussion within this block. The genuine Scratch Blocks rendering matches the supplied runnable Meows Scratch project; it adapts the earlier custom-block pattern to this new example.</a:t>
            </a:r>
          </a:p>
          <a:p>
            <a:endParaRPr/>
          </a:p>
          <a:p>
            <a:r>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28–38 minutes; teaching 8 minutes, discussion 2 minutes.</a:t>
            </a:r>
          </a:p>
          <a:p>
            <a:endParaRPr/>
          </a:p>
          <a:p>
            <a:r>
              <a:t>Keep the IntegerRoot algorithm supplied. Students need only its promise, a call, the returned int and the caller using that value. Do not explain the overflow-avoidance division loop during this block. The calls here are a short selected example; the complete book-adaptation file also runs other boundary cases. Teacher prompt: Predict → explain: Does calling IntegerRoot print an answer? Which line actually prints?</a:t>
            </a:r>
          </a:p>
          <a:p>
            <a:endParaRPr/>
          </a:p>
          <a:p>
            <a:r>
              <a:t>SOURCE</a:t>
            </a:r>
          </a:p>
          <a:p>
            <a:r>
              <a:t>The Art and Craft of Computing · §7.2.1 / Exercise 7.1</a:t>
            </a:r>
          </a:p>
          <a:p>
            <a:endParaRPr/>
          </a:p>
          <a:p>
            <a:r>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Lecture 38–42 minutes; teaching 4 minutes, discussion 0 minutes.</a:t>
            </a:r>
          </a:p>
          <a:p>
            <a:endParaRPr/>
          </a:p>
          <a:p>
            <a:r>
              <a:t>Name every part before using it. The whole typedef declaration defines an anonymous structure type and introduces the typedef name Stock. Stock after the brace is a type name, not a variable and not a struct tag. Each member declaration has its own semicolon, and the overall declaration also ends with a semicolon. Avoid introducing tagged structs or alternate syntax here.</a:t>
            </a:r>
          </a:p>
          <a:p>
            <a:endParaRPr/>
          </a:p>
          <a:p>
            <a:r>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42–47 minutes; teaching 5 minutes, discussion 0 minutes.</a:t>
            </a:r>
          </a:p>
          <a:p>
            <a:endParaRPr dirty="0"/>
          </a:p>
          <a:p>
            <a:r>
              <a:rPr dirty="0"/>
              <a:t>Separate three actions: define a type on the prior slide; declare and initialize a variable here; read/change one field with dot notation. Capital Stock and lowercase stock are different names. Match each initializer value to the field order above. The linked04_stock_basics program runs this exact field-access example. The next slide uses a separate05_stock_copy program and starts again with500ml. Stock is declared above functions as a type name; this stock variable belongs to main.</a:t>
            </a:r>
          </a:p>
          <a:p>
            <a:endParaRPr dirty="0"/>
          </a:p>
          <a:p>
            <a:r>
              <a:rPr dirty="0"/>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47–56 minutes; teaching 3 minutes, discussion 6 minutes.</a:t>
            </a:r>
          </a:p>
          <a:p>
            <a:endParaRPr dirty="0"/>
          </a:p>
          <a:p>
            <a:r>
              <a:rPr dirty="0"/>
              <a:t>Read the original and preview boxes before running the example. The first call returns a changed copy, leaving the original at 500; the later 50 ml call starts from that unchanged 500 and assigns 450 back to stock. Allow six minutes of repetition and questions across the Stock block. If students cannot explain the two boxes, repeat this trace and use the supplied correct helper in Coffee. Teacher prompt: Predict → explain: A call returns a value. Assignment decides which variable keeps it.</a:t>
            </a:r>
          </a:p>
          <a:p>
            <a:endParaRPr dirty="0"/>
          </a:p>
          <a:p>
            <a:r>
              <a:rPr dirty="0"/>
              <a:t>Complete programs are linked relative to this PowerPoint file. Keep the accompanying lecture and lab folders together with it.</a:t>
            </a:r>
          </a:p>
          <a:p>
            <a:r>
              <a:t>Show the helper definition first. Its Stock parameter is a copy. Trace the table: after the first call, stock is 500 and preview is 400; after saving to stock, stock is 450 and preview is still 400.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56–60 minutes; teaching 4 minutes, discussion 0 minutes.</a:t>
            </a:r>
          </a:p>
          <a:p>
            <a:endParaRPr dirty="0"/>
          </a:p>
          <a:p>
            <a:r>
              <a:rPr dirty="0"/>
              <a:t>Use one fixed latte recipe card. Students should obtain 400 ml water, 150 ml milk, 30 g beans and 2 cups. Do not introduce the Recipe or Cup typedefs, menu array or input parser here. They are supplied parts of the runnable program. This classroom coffee-machine idea was proposed by Rakhmonberdi. Teacher prompt: Predict → explain: Subtract each resource. Predict the four numbers before running any C.</a:t>
            </a:r>
          </a:p>
          <a:p>
            <a:endParaRPr dirty="0"/>
          </a:p>
          <a:p>
            <a:r>
              <a:rPr dirty="0"/>
              <a:t>Complete programs are linked relative to this PowerPoint file. Keep the accompanying lecture and lab folders together with it.</a:t>
            </a:r>
          </a:p>
          <a:p>
            <a:r>
              <a:t>Distinguish the type Recipe from the variable latte. Recipe describes the grouped fields; latte stores the quantities for this drink.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60–64 minutes; teaching 4 minutes, discussion 0 minutes.</a:t>
            </a:r>
          </a:p>
          <a:p>
            <a:endParaRPr dirty="0"/>
          </a:p>
          <a:p>
            <a:r>
              <a:rPr dirty="0"/>
              <a:t>The four quantities in the table are water/milk/beans/cups. Connect this Boolean result to the earlier integer return: a function supplies a value the caller can use. Explain &gt;= and &amp;&amp; with the stock cards, using valid nonnegative classroom data. </a:t>
            </a:r>
            <a:r>
              <a:rPr dirty="0" err="1"/>
              <a:t>can_make_coffee</a:t>
            </a:r>
            <a:r>
              <a:rPr dirty="0"/>
              <a:t> is also reused by </a:t>
            </a:r>
            <a:r>
              <a:rPr dirty="0" err="1"/>
              <a:t>stock_after_coffee</a:t>
            </a:r>
            <a:r>
              <a:rPr dirty="0"/>
              <a:t>, so the resource rule is written once. Teacher prompt: Predict → explain: Why is exactly enough accepted? Why does one missing cup stop the order?</a:t>
            </a:r>
          </a:p>
          <a:p>
            <a:endParaRPr dirty="0"/>
          </a:p>
          <a:p>
            <a:r>
              <a:rPr dirty="0"/>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64–69 minutes; teaching 5 minutes, discussion 0 minutes.</a:t>
            </a:r>
          </a:p>
          <a:p>
            <a:endParaRPr dirty="0"/>
          </a:p>
          <a:p>
            <a:r>
              <a:rPr dirty="0"/>
              <a:t>Show the helper changing only its copied parameter. In the first call the returned copy is discarded; the second call saves the result. The helper reuses </a:t>
            </a:r>
            <a:r>
              <a:rPr dirty="0" err="1"/>
              <a:t>can_make_coffee</a:t>
            </a:r>
            <a:r>
              <a:rPr dirty="0"/>
              <a:t> and returns an unchanged copy when supplies are insufficient. If this checkpoint is not secure, keep the supplied helper and repeat one successful order and one refusal; skip optional second-drink and foam comparisons. Teacher prompt: Predict → explain: Which call keeps the new record? Explain the = sign before running it.</a:t>
            </a:r>
          </a:p>
          <a:p>
            <a:endParaRPr dirty="0"/>
          </a:p>
          <a:p>
            <a:r>
              <a:rPr dirty="0"/>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Lecture 69–79 minutes; teaching 2 minutes, discussion 8 minutes.</a:t>
            </a:r>
          </a:p>
          <a:p>
            <a:endParaRPr dirty="0"/>
          </a:p>
          <a:p>
            <a:r>
              <a:rPr dirty="0"/>
              <a:t>First run one accepted plain latte. For a separate boundary experiment, set </a:t>
            </a:r>
            <a:r>
              <a:rPr dirty="0" err="1"/>
              <a:t>paper_cups</a:t>
            </a:r>
            <a:r>
              <a:rPr dirty="0"/>
              <a:t> to zero before the next order; that setup is not a deduction caused by the first latte. The failed branch executes neither assignment, so all current stock fields and the prior Cup remain unchanged. Only now show the supplied Cup constructor: it returns a record, not a physical brewing operation. Keep up to eight minutes available across the Coffee block for questions or repeating the concrete trace. Teacher prompt: Predict → explain: Test a refusal. Compare every field—not just whether the program printed a message.</a:t>
            </a:r>
          </a:p>
          <a:p>
            <a:endParaRPr dirty="0"/>
          </a:p>
          <a:p>
            <a:r>
              <a:rPr dirty="0"/>
              <a:t>Complete programs are linked relative to this PowerPoint file. Keep the accompanying lecture and lab folders together with it.</a:t>
            </a:r>
          </a:p>
          <a:p>
            <a:r>
              <a:t>Run the order block once with 500/200/40/3. It makes a latte and leaves 400/150/30/2. Then manually set stock.paper_cups to 0 before repeating that same block. The retry changes neither stock nor the previous latte stored in cup.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OPTIONAL REFERENCE: hidden from the normal slideshow; outside the 80-minute lecture.</a:t>
            </a:r>
          </a:p>
          <a:p>
            <a:endParaRPr dirty="0"/>
          </a:p>
          <a:p>
            <a:r>
              <a:rPr dirty="0"/>
              <a:t>Credit the source of the concepts and the origin of this classroom scenario. The coffee-machine idea came from the user’s proposal; this does not claim they invented coffee-machine programming examples in general.</a:t>
            </a:r>
          </a:p>
          <a:p>
            <a:endParaRPr dirty="0"/>
          </a:p>
          <a:p>
            <a:r>
              <a:rPr dirty="0"/>
              <a:t>Complete programs are linked relative to this PowerPoint file. Keep the accompanying lecture and lab folders together with 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068E4B5-BDDB-4D52-A0F0-7EC8FE7817E5}"/>
              </a:ext>
            </a:extLst>
          </p:cNvPr>
          <p:cNvSpPr>
            <a:spLocks noGrp="1"/>
          </p:cNvSpPr>
          <p:nvPr>
            <p:ph type="title"/>
          </p:nvPr>
        </p:nvSpPr>
        <p:spPr>
          <a:xfrm>
            <a:off x="1828800" y="3886200"/>
            <a:ext cx="14630400" cy="1485900"/>
          </a:xfrm>
          <a:prstGeom prst="rect">
            <a:avLst/>
          </a:prstGeom>
          <a:noFill/>
          <a:ln>
            <a:noFill/>
            <a:prstDash val="solid"/>
          </a:ln>
        </p:spPr>
        <p:txBody>
          <a:bodyPr wrap="square" lIns="0" tIns="0" rIns="0" bIns="0" anchor="ctr">
            <a:normAutofit/>
          </a:bodyPr>
          <a:lstStyle>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BAC2EDBA-0511-4F6A-ACB7-A2B3206358C2}"/>
              </a:ext>
            </a:extLst>
          </p:cNvPr>
          <p:cNvSpPr>
            <a:spLocks noGrp="1"/>
          </p:cNvSpPr>
          <p:nvPr>
            <p:ph type="subTitle" idx="1"/>
          </p:nvPr>
        </p:nvSpPr>
        <p:spPr>
          <a:xfrm>
            <a:off x="2743200" y="5657850"/>
            <a:ext cx="12801600" cy="1143000"/>
          </a:xfrm>
          <a:prstGeom prst="rect">
            <a:avLst/>
          </a:prstGeom>
          <a:noFill/>
          <a:ln>
            <a:noFill/>
            <a:prstDash val="solid"/>
          </a:ln>
        </p:spPr>
        <p:txBody>
          <a:bodyPr wrap="square" lIns="0" tIns="0" rIns="0" bIns="0" anchor="ctr">
            <a:normAutofit/>
          </a:bodyPr>
          <a:lstStyle>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30F719D7-C38B-4A3D-B35A-D6F215105DF4}"/>
              </a:ext>
            </a:extLst>
          </p:cNvPr>
          <p:cNvSpPr>
            <a:spLocks noGrp="1"/>
          </p:cNvSpPr>
          <p:nvPr>
            <p:ph type="title"/>
          </p:nvPr>
        </p:nvSpPr>
        <p:spPr>
          <a:xfrm>
            <a:off x="1828800" y="4286250"/>
            <a:ext cx="14630400" cy="1714500"/>
          </a:xfrm>
          <a:prstGeom prst="rect">
            <a:avLst/>
          </a:prstGeom>
          <a:noFill/>
          <a:ln>
            <a:noFill/>
            <a:prstDash val="solid"/>
          </a:ln>
        </p:spPr>
        <p:txBody>
          <a:bodyPr wrap="square" lIns="0" tIns="0" rIns="0" bIns="0" anchor="ctr">
            <a:normAutofit/>
          </a:bodyPr>
          <a:lstStyle>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A35F6EF-A2A1-4542-A492-2D7557F7F115}"/>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BB9F356D-F406-47FE-B98E-3050573C6457}"/>
              </a:ext>
            </a:extLst>
          </p:cNvPr>
          <p:cNvSpPr>
            <a:spLocks noGrp="1"/>
          </p:cNvSpPr>
          <p:nvPr>
            <p:ph type="body" idx="1"/>
          </p:nvPr>
        </p:nvSpPr>
        <p:spPr>
          <a:xfrm>
            <a:off x="1028700" y="2857500"/>
            <a:ext cx="162306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3012FD4-0C01-4AB6-8B9A-3C6A0E74D971}"/>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252A721-A93F-4A86-BC54-FC13628CAABA}"/>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770E8988-6B27-4FBE-8BB4-C8D3ED1071EC}"/>
              </a:ext>
            </a:extLst>
          </p:cNvPr>
          <p:cNvSpPr>
            <a:spLocks noGrp="1"/>
          </p:cNvSpPr>
          <p:nvPr>
            <p:ph type="body" idx="2"/>
          </p:nvPr>
        </p:nvSpPr>
        <p:spPr>
          <a:xfrm>
            <a:off x="9715500" y="2857500"/>
            <a:ext cx="7543800" cy="6400800"/>
          </a:xfrm>
          <a:prstGeom prst="rect">
            <a:avLst/>
          </a:prstGeom>
          <a:noFill/>
          <a:ln>
            <a:noFill/>
            <a:prstDash val="solid"/>
          </a:ln>
        </p:spPr>
        <p:txBody>
          <a:bodyPr wrap="square" lIns="0" tIns="0" rIns="0" bIns="0" anchor="t">
            <a:normAutofit/>
          </a:bodyPr>
          <a:lstStyle>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5D3905-CE51-4364-B1BB-E937BA885E8A}"/>
              </a:ext>
            </a:extLst>
          </p:cNvPr>
          <p:cNvSpPr>
            <a:spLocks noGrp="1"/>
          </p:cNvSpPr>
          <p:nvPr>
            <p:ph type="title"/>
          </p:nvPr>
        </p:nvSpPr>
        <p:spPr>
          <a:xfrm>
            <a:off x="1028700" y="800100"/>
            <a:ext cx="16230600" cy="1257300"/>
          </a:xfrm>
          <a:prstGeom prst="rect">
            <a:avLst/>
          </a:prstGeom>
          <a:noFill/>
          <a:ln>
            <a:noFill/>
            <a:prstDash val="solid"/>
          </a:ln>
        </p:spPr>
        <p:txBody>
          <a:bodyPr wrap="square" lIns="0" tIns="0" rIns="0" bIns="0" anchor="t">
            <a:normAutofit/>
          </a:bodyPr>
          <a:lstStyle>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8634D4A-141A-4CB5-B136-42E7A0F32892}"/>
              </a:ext>
            </a:extLst>
          </p:cNvPr>
          <p:cNvSpPr>
            <a:spLocks noGrp="1"/>
          </p:cNvSpPr>
          <p:nvPr>
            <p:ph type="body" idx="1"/>
          </p:nvPr>
        </p:nvSpPr>
        <p:spPr>
          <a:xfrm>
            <a:off x="1028700" y="2857500"/>
            <a:ext cx="7543800" cy="6400800"/>
          </a:xfrm>
          <a:prstGeom prst="rect">
            <a:avLst/>
          </a:prstGeom>
          <a:noFill/>
          <a:ln>
            <a:noFill/>
            <a:prstDash val="solid"/>
          </a:ln>
        </p:spPr>
        <p:txBody>
          <a:bodyPr wrap="square" lIns="0" tIns="0" rIns="0" bIns="0" anchor="t">
            <a:normAutofit/>
          </a:bodyPr>
          <a:lstStyle>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2.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6.xml"/><Relationship Id="rId11" Type="http://schemas.openxmlformats.org/officeDocument/2006/relationships/image" Target="../media/image4.svg"/><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2.sv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6.xml"/><Relationship Id="rId11" Type="http://schemas.openxmlformats.org/officeDocument/2006/relationships/image" Target="../media/image4.svg"/><Relationship Id="rId5" Type="http://schemas.openxmlformats.org/officeDocument/2006/relationships/tags" Target="../tags/tag11.xml"/><Relationship Id="rId4" Type="http://schemas.openxmlformats.org/officeDocument/2006/relationships/tags" Target="../tags/tag10.xml"/><Relationship Id="rId9"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sv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6.xml"/><Relationship Id="rId11" Type="http://schemas.openxmlformats.org/officeDocument/2006/relationships/image" Target="../media/image4.svg"/><Relationship Id="rId5" Type="http://schemas.openxmlformats.org/officeDocument/2006/relationships/tags" Target="../tags/tag16.xml"/><Relationship Id="rId4" Type="http://schemas.openxmlformats.org/officeDocument/2006/relationships/tags" Target="../tags/tag15.xml"/><Relationship Id="rId9" Type="http://schemas.openxmlformats.org/officeDocument/2006/relationships/image" Target="../media/image3.svg"/></Relationships>
</file>

<file path=ppt/slides/_rels/slide5.xml.rels><?xml version='1.0' encoding='UTF-8' standalone='yes'?>
<Relationships xmlns="http://schemas.openxmlformats.org/package/2006/relationships"><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A773710-B9F1-49CF-8D08-2E76E1AD7B16}"/>
              </a:ext>
            </a:extLst>
          </p:cNvPr>
          <p:cNvSpPr>
            <a:spLocks noGrp="1"/>
          </p:cNvSpPr>
          <p:nvPr/>
        </p:nvSpPr>
        <p:spPr>
          <a:xfrm>
            <a:off x="914400" y="6444853"/>
            <a:ext cx="3106638" cy="1000125"/>
          </a:xfrm>
          <a:prstGeom prst="rect">
            <a:avLst/>
          </a:prstGeom>
          <a:solidFill>
            <a:srgbClr val="F3F4F4"/>
          </a:solidFill>
          <a:ln w="0">
            <a:noFill/>
          </a:ln>
        </p:spPr>
      </p:sp>
      <p:sp>
        <p:nvSpPr>
          <p:cNvPr id="2" name="Rectangle 1">
            <a:extLst>
              <a:ext uri="{FF2B5EF4-FFF2-40B4-BE49-F238E27FC236}">
                <a16:creationId xmlns:a16="http://schemas.microsoft.com/office/drawing/2014/main" id="{E03DA1B5-B990-4F46-A894-B425DF330AAE}"/>
              </a:ext>
            </a:extLst>
          </p:cNvPr>
          <p:cNvSpPr>
            <a:spLocks noGrp="1"/>
          </p:cNvSpPr>
          <p:nvPr/>
        </p:nvSpPr>
        <p:spPr>
          <a:xfrm>
            <a:off x="914400" y="6444853"/>
            <a:ext cx="3106638" cy="57150"/>
          </a:xfrm>
          <a:prstGeom prst="rect">
            <a:avLst/>
          </a:prstGeom>
          <a:solidFill>
            <a:srgbClr val="E64519"/>
          </a:solidFill>
          <a:ln w="0">
            <a:noFill/>
          </a:ln>
        </p:spPr>
      </p:sp>
      <p:sp>
        <p:nvSpPr>
          <p:cNvPr id="3" name="Rectangle 2">
            <a:extLst>
              <a:ext uri="{FF2B5EF4-FFF2-40B4-BE49-F238E27FC236}">
                <a16:creationId xmlns:a16="http://schemas.microsoft.com/office/drawing/2014/main" id="{8A15A8EC-5A00-4977-8E7D-C8E5A2DCC36B}"/>
              </a:ext>
            </a:extLst>
          </p:cNvPr>
          <p:cNvSpPr>
            <a:spLocks noGrp="1"/>
          </p:cNvSpPr>
          <p:nvPr/>
        </p:nvSpPr>
        <p:spPr>
          <a:xfrm>
            <a:off x="4973538" y="6444853"/>
            <a:ext cx="2382589" cy="1000125"/>
          </a:xfrm>
          <a:prstGeom prst="rect">
            <a:avLst/>
          </a:prstGeom>
          <a:solidFill>
            <a:srgbClr val="F3F4F4"/>
          </a:solidFill>
          <a:ln w="0">
            <a:noFill/>
          </a:ln>
        </p:spPr>
      </p:sp>
      <p:sp>
        <p:nvSpPr>
          <p:cNvPr id="4" name="Rectangle 3">
            <a:extLst>
              <a:ext uri="{FF2B5EF4-FFF2-40B4-BE49-F238E27FC236}">
                <a16:creationId xmlns:a16="http://schemas.microsoft.com/office/drawing/2014/main" id="{DEB20F20-B11B-40A8-A62A-562A0B12EE14}"/>
              </a:ext>
            </a:extLst>
          </p:cNvPr>
          <p:cNvSpPr>
            <a:spLocks noGrp="1"/>
          </p:cNvSpPr>
          <p:nvPr/>
        </p:nvSpPr>
        <p:spPr>
          <a:xfrm>
            <a:off x="4973538" y="6444853"/>
            <a:ext cx="2382589" cy="57150"/>
          </a:xfrm>
          <a:prstGeom prst="rect">
            <a:avLst/>
          </a:prstGeom>
          <a:solidFill>
            <a:srgbClr val="E64519"/>
          </a:solidFill>
          <a:ln w="0">
            <a:noFill/>
          </a:ln>
        </p:spPr>
      </p:sp>
      <p:sp>
        <p:nvSpPr>
          <p:cNvPr id="5" name="Rectangle 4">
            <a:extLst>
              <a:ext uri="{FF2B5EF4-FFF2-40B4-BE49-F238E27FC236}">
                <a16:creationId xmlns:a16="http://schemas.microsoft.com/office/drawing/2014/main" id="{FB47FCDE-A4B9-449D-8D2D-B34E0C78155D}"/>
              </a:ext>
            </a:extLst>
          </p:cNvPr>
          <p:cNvSpPr>
            <a:spLocks noGrp="1"/>
          </p:cNvSpPr>
          <p:nvPr/>
        </p:nvSpPr>
        <p:spPr>
          <a:xfrm>
            <a:off x="8308628" y="6444853"/>
            <a:ext cx="2536775" cy="1000125"/>
          </a:xfrm>
          <a:prstGeom prst="rect">
            <a:avLst/>
          </a:prstGeom>
          <a:solidFill>
            <a:srgbClr val="F3F4F4"/>
          </a:solidFill>
          <a:ln w="0">
            <a:noFill/>
          </a:ln>
        </p:spPr>
      </p:sp>
      <p:sp>
        <p:nvSpPr>
          <p:cNvPr id="6" name="Rectangle 5">
            <a:extLst>
              <a:ext uri="{FF2B5EF4-FFF2-40B4-BE49-F238E27FC236}">
                <a16:creationId xmlns:a16="http://schemas.microsoft.com/office/drawing/2014/main" id="{C3D63902-0597-4B6A-BD44-3856D9534EF2}"/>
              </a:ext>
            </a:extLst>
          </p:cNvPr>
          <p:cNvSpPr>
            <a:spLocks noGrp="1"/>
          </p:cNvSpPr>
          <p:nvPr/>
        </p:nvSpPr>
        <p:spPr>
          <a:xfrm>
            <a:off x="8308628" y="6444853"/>
            <a:ext cx="2536775" cy="57150"/>
          </a:xfrm>
          <a:prstGeom prst="rect">
            <a:avLst/>
          </a:prstGeom>
          <a:solidFill>
            <a:srgbClr val="E64519"/>
          </a:solidFill>
          <a:ln w="0">
            <a:noFill/>
          </a:ln>
        </p:spPr>
      </p:sp>
      <p:sp>
        <p:nvSpPr>
          <p:cNvPr id="7" name="Rectangle 6">
            <a:extLst>
              <a:ext uri="{FF2B5EF4-FFF2-40B4-BE49-F238E27FC236}">
                <a16:creationId xmlns:a16="http://schemas.microsoft.com/office/drawing/2014/main" id="{B1B57B07-26ED-4377-B1DA-8C4C078FAADE}"/>
              </a:ext>
            </a:extLst>
          </p:cNvPr>
          <p:cNvSpPr>
            <a:spLocks noGrp="1"/>
          </p:cNvSpPr>
          <p:nvPr/>
        </p:nvSpPr>
        <p:spPr>
          <a:xfrm>
            <a:off x="914400" y="9658350"/>
            <a:ext cx="16459200" cy="9525"/>
          </a:xfrm>
          <a:prstGeom prst="rect">
            <a:avLst/>
          </a:prstGeom>
          <a:solidFill>
            <a:srgbClr val="D9DEDF"/>
          </a:solidFill>
          <a:ln w="0">
            <a:noFill/>
          </a:ln>
        </p:spPr>
      </p:sp>
      <p:sp>
        <p:nvSpPr>
          <p:cNvPr id="8" name="section-label">
            <a:extLst>
              <a:ext uri="{FF2B5EF4-FFF2-40B4-BE49-F238E27FC236}">
                <a16:creationId xmlns:a16="http://schemas.microsoft.com/office/drawing/2014/main" id="{36F4F8DB-92F7-4734-981C-81034F395B7A}"/>
              </a:ext>
            </a:extLst>
          </p:cNvPr>
          <p:cNvSpPr>
            <a:spLocks noGrp="1"/>
          </p:cNvSpPr>
          <p:nvPr/>
        </p:nvSpPr>
        <p:spPr>
          <a:xfrm>
            <a:off x="914400" y="738188"/>
            <a:ext cx="2788890"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WEEK 6 · CHAPTER 7</a:t>
            </a:r>
          </a:p>
        </p:txBody>
      </p:sp>
      <p:sp>
        <p:nvSpPr>
          <p:cNvPr id="9" name="H2">
            <a:extLst>
              <a:ext uri="{FF2B5EF4-FFF2-40B4-BE49-F238E27FC236}">
                <a16:creationId xmlns:a16="http://schemas.microsoft.com/office/drawing/2014/main" id="{D81EE3AD-637F-4AB3-AA5A-70C136D6797A}"/>
              </a:ext>
            </a:extLst>
          </p:cNvPr>
          <p:cNvSpPr>
            <a:spLocks noGrp="1"/>
          </p:cNvSpPr>
          <p:nvPr/>
        </p:nvSpPr>
        <p:spPr>
          <a:xfrm>
            <a:off x="914400" y="2544961"/>
            <a:ext cx="16192500" cy="1188690"/>
          </a:xfrm>
          <a:prstGeom prst="rect">
            <a:avLst/>
          </a:prstGeom>
          <a:noFill/>
          <a:ln w="0">
            <a:noFill/>
          </a:ln>
        </p:spPr>
        <p:txBody>
          <a:bodyPr wrap="square" lIns="0" tIns="0" rIns="0" bIns="0" anchor="t">
            <a:noAutofit/>
          </a:bodyPr>
          <a:lstStyle>
            <a:defPPr algn="l">
              <a:defRPr sz="8100" b="1">
                <a:solidFill>
                  <a:srgbClr val="202426"/>
                </a:solidFill>
                <a:latin typeface="Arial"/>
                <a:ea typeface="Arial"/>
                <a:cs typeface="Arial"/>
              </a:defRPr>
            </a:defPPr>
            <a:lvl1pPr algn="l">
              <a:defRPr sz="8100" b="1">
                <a:solidFill>
                  <a:srgbClr val="202426"/>
                </a:solidFill>
                <a:latin typeface="Arial"/>
                <a:ea typeface="Arial"/>
                <a:cs typeface="Arial"/>
              </a:defRPr>
            </a:lvl1pPr>
            <a:lvl2pPr algn="l">
              <a:defRPr sz="8100" b="1">
                <a:solidFill>
                  <a:srgbClr val="202426"/>
                </a:solidFill>
                <a:latin typeface="Arial"/>
                <a:ea typeface="Arial"/>
                <a:cs typeface="Arial"/>
              </a:defRPr>
            </a:lvl2pPr>
            <a:lvl3pPr algn="l">
              <a:defRPr sz="8100" b="1">
                <a:solidFill>
                  <a:srgbClr val="202426"/>
                </a:solidFill>
                <a:latin typeface="Arial"/>
                <a:ea typeface="Arial"/>
                <a:cs typeface="Arial"/>
              </a:defRPr>
            </a:lvl3pPr>
            <a:lvl4pPr algn="l">
              <a:defRPr sz="8100" b="1">
                <a:solidFill>
                  <a:srgbClr val="202426"/>
                </a:solidFill>
                <a:latin typeface="Arial"/>
                <a:ea typeface="Arial"/>
                <a:cs typeface="Arial"/>
              </a:defRPr>
            </a:lvl4pPr>
            <a:lvl5pPr algn="l">
              <a:defRPr sz="8100" b="1">
                <a:solidFill>
                  <a:srgbClr val="202426"/>
                </a:solidFill>
                <a:latin typeface="Arial"/>
                <a:ea typeface="Arial"/>
                <a:cs typeface="Arial"/>
              </a:defRPr>
            </a:lvl5pPr>
            <a:lvl6pPr algn="l">
              <a:defRPr sz="8100" b="1">
                <a:solidFill>
                  <a:srgbClr val="202426"/>
                </a:solidFill>
                <a:latin typeface="Arial"/>
                <a:ea typeface="Arial"/>
                <a:cs typeface="Arial"/>
              </a:defRPr>
            </a:lvl6pPr>
            <a:lvl7pPr algn="l">
              <a:defRPr sz="8100" b="1">
                <a:solidFill>
                  <a:srgbClr val="202426"/>
                </a:solidFill>
                <a:latin typeface="Arial"/>
                <a:ea typeface="Arial"/>
                <a:cs typeface="Arial"/>
              </a:defRPr>
            </a:lvl7pPr>
            <a:lvl8pPr algn="l">
              <a:defRPr sz="8100" b="1">
                <a:solidFill>
                  <a:srgbClr val="202426"/>
                </a:solidFill>
                <a:latin typeface="Arial"/>
                <a:ea typeface="Arial"/>
                <a:cs typeface="Arial"/>
              </a:defRPr>
            </a:lvl8pPr>
            <a:lvl9pPr algn="l">
              <a:defRPr sz="8100" b="1">
                <a:solidFill>
                  <a:srgbClr val="202426"/>
                </a:solidFill>
                <a:latin typeface="Arial"/>
                <a:ea typeface="Arial"/>
                <a:cs typeface="Arial"/>
              </a:defRPr>
            </a:lvl9pPr>
          </a:lstStyle>
          <a:p>
            <a:pPr algn="l">
              <a:lnSpc>
                <a:spcPct val="91667"/>
              </a:lnSpc>
              <a:buNone/>
              <a:defRPr sz="8100" b="1">
                <a:solidFill>
                  <a:srgbClr val="202426"/>
                </a:solidFill>
                <a:latin typeface="Arial"/>
                <a:ea typeface="Arial"/>
                <a:cs typeface="Arial"/>
              </a:defRPr>
            </a:pPr>
            <a:r>
              <a:rPr sz="8100" b="1">
                <a:solidFill>
                  <a:srgbClr val="202426"/>
                </a:solidFill>
                <a:latin typeface="Arial"/>
                <a:ea typeface="Arial"/>
                <a:cs typeface="Arial"/>
              </a:rPr>
              <a:t>Functions &amp; structures</a:t>
            </a:r>
          </a:p>
        </p:txBody>
      </p:sp>
      <p:sp>
        <p:nvSpPr>
          <p:cNvPr id="10" name="course-name">
            <a:extLst>
              <a:ext uri="{FF2B5EF4-FFF2-40B4-BE49-F238E27FC236}">
                <a16:creationId xmlns:a16="http://schemas.microsoft.com/office/drawing/2014/main" id="{B5A9955F-8C07-4261-BB6C-0DDDB503DEFD}"/>
              </a:ext>
            </a:extLst>
          </p:cNvPr>
          <p:cNvSpPr>
            <a:spLocks noGrp="1"/>
          </p:cNvSpPr>
          <p:nvPr/>
        </p:nvSpPr>
        <p:spPr>
          <a:xfrm>
            <a:off x="914400" y="4076551"/>
            <a:ext cx="16459200" cy="571500"/>
          </a:xfrm>
          <a:prstGeom prst="rect">
            <a:avLst/>
          </a:prstGeom>
          <a:noFill/>
          <a:ln w="0">
            <a:noFill/>
          </a:ln>
        </p:spPr>
        <p:txBody>
          <a:bodyPr wrap="square" lIns="0" tIns="0" rIns="0" bIns="0" anchor="t">
            <a:noAutofit/>
          </a:bodyPr>
          <a:lstStyle>
            <a:defPPr algn="l">
              <a:defRPr sz="3000" b="0">
                <a:solidFill>
                  <a:srgbClr val="596167"/>
                </a:solidFill>
                <a:latin typeface="Arial"/>
                <a:ea typeface="Arial"/>
                <a:cs typeface="Arial"/>
              </a:defRPr>
            </a:defPPr>
            <a:lvl1pPr algn="l">
              <a:defRPr sz="3000" b="0">
                <a:solidFill>
                  <a:srgbClr val="596167"/>
                </a:solidFill>
                <a:latin typeface="Arial"/>
                <a:ea typeface="Arial"/>
                <a:cs typeface="Arial"/>
              </a:defRPr>
            </a:lvl1pPr>
            <a:lvl2pPr algn="l">
              <a:defRPr sz="3000" b="0">
                <a:solidFill>
                  <a:srgbClr val="596167"/>
                </a:solidFill>
                <a:latin typeface="Arial"/>
                <a:ea typeface="Arial"/>
                <a:cs typeface="Arial"/>
              </a:defRPr>
            </a:lvl2pPr>
            <a:lvl3pPr algn="l">
              <a:defRPr sz="3000" b="0">
                <a:solidFill>
                  <a:srgbClr val="596167"/>
                </a:solidFill>
                <a:latin typeface="Arial"/>
                <a:ea typeface="Arial"/>
                <a:cs typeface="Arial"/>
              </a:defRPr>
            </a:lvl3pPr>
            <a:lvl4pPr algn="l">
              <a:defRPr sz="3000" b="0">
                <a:solidFill>
                  <a:srgbClr val="596167"/>
                </a:solidFill>
                <a:latin typeface="Arial"/>
                <a:ea typeface="Arial"/>
                <a:cs typeface="Arial"/>
              </a:defRPr>
            </a:lvl4pPr>
            <a:lvl5pPr algn="l">
              <a:defRPr sz="3000" b="0">
                <a:solidFill>
                  <a:srgbClr val="596167"/>
                </a:solidFill>
                <a:latin typeface="Arial"/>
                <a:ea typeface="Arial"/>
                <a:cs typeface="Arial"/>
              </a:defRPr>
            </a:lvl5pPr>
            <a:lvl6pPr algn="l">
              <a:defRPr sz="3000" b="0">
                <a:solidFill>
                  <a:srgbClr val="596167"/>
                </a:solidFill>
                <a:latin typeface="Arial"/>
                <a:ea typeface="Arial"/>
                <a:cs typeface="Arial"/>
              </a:defRPr>
            </a:lvl6pPr>
            <a:lvl7pPr algn="l">
              <a:defRPr sz="3000" b="0">
                <a:solidFill>
                  <a:srgbClr val="596167"/>
                </a:solidFill>
                <a:latin typeface="Arial"/>
                <a:ea typeface="Arial"/>
                <a:cs typeface="Arial"/>
              </a:defRPr>
            </a:lvl7pPr>
            <a:lvl8pPr algn="l">
              <a:defRPr sz="3000" b="0">
                <a:solidFill>
                  <a:srgbClr val="596167"/>
                </a:solidFill>
                <a:latin typeface="Arial"/>
                <a:ea typeface="Arial"/>
                <a:cs typeface="Arial"/>
              </a:defRPr>
            </a:lvl8pPr>
            <a:lvl9pPr algn="l">
              <a:defRPr sz="3000" b="0">
                <a:solidFill>
                  <a:srgbClr val="596167"/>
                </a:solidFill>
                <a:latin typeface="Arial"/>
                <a:ea typeface="Arial"/>
                <a:cs typeface="Arial"/>
              </a:defRPr>
            </a:lvl9pPr>
          </a:lstStyle>
          <a:p>
            <a:pPr algn="l">
              <a:lnSpc>
                <a:spcPct val="112500"/>
              </a:lnSpc>
              <a:buNone/>
              <a:defRPr sz="3000" b="0">
                <a:solidFill>
                  <a:srgbClr val="596167"/>
                </a:solidFill>
                <a:latin typeface="Arial"/>
                <a:ea typeface="Arial"/>
                <a:cs typeface="Arial"/>
              </a:defRPr>
            </a:pPr>
            <a:r>
              <a:rPr sz="3000" b="0">
                <a:solidFill>
                  <a:srgbClr val="596167"/>
                </a:solidFill>
                <a:latin typeface="Arial"/>
                <a:ea typeface="Arial"/>
                <a:cs typeface="Arial"/>
              </a:rPr>
              <a:t>Fundamentals of Computer Science</a:t>
            </a:r>
          </a:p>
        </p:txBody>
      </p:sp>
      <p:sp>
        <p:nvSpPr>
          <p:cNvPr id="11" name="cover-subtitle">
            <a:extLst>
              <a:ext uri="{FF2B5EF4-FFF2-40B4-BE49-F238E27FC236}">
                <a16:creationId xmlns:a16="http://schemas.microsoft.com/office/drawing/2014/main" id="{3DC7DD2C-C775-4713-9D34-A1665FC88BDE}"/>
              </a:ext>
            </a:extLst>
          </p:cNvPr>
          <p:cNvSpPr>
            <a:spLocks noGrp="1"/>
          </p:cNvSpPr>
          <p:nvPr/>
        </p:nvSpPr>
        <p:spPr>
          <a:xfrm>
            <a:off x="914400" y="4971901"/>
            <a:ext cx="15240000" cy="815727"/>
          </a:xfrm>
          <a:prstGeom prst="rect">
            <a:avLst/>
          </a:prstGeom>
          <a:noFill/>
          <a:ln w="0">
            <a:noFill/>
          </a:ln>
        </p:spPr>
        <p:txBody>
          <a:bodyPr wrap="square" lIns="0" tIns="0" rIns="0" bIns="0" anchor="t">
            <a:noAutofit/>
          </a:bodyPr>
          <a:lstStyle>
            <a:defPPr algn="l">
              <a:defRPr sz="4425" b="0">
                <a:solidFill>
                  <a:srgbClr val="202426"/>
                </a:solidFill>
                <a:latin typeface="Arial"/>
                <a:ea typeface="Arial"/>
                <a:cs typeface="Arial"/>
              </a:defRPr>
            </a:defPPr>
            <a:lvl1pPr algn="l">
              <a:defRPr sz="4425" b="0">
                <a:solidFill>
                  <a:srgbClr val="202426"/>
                </a:solidFill>
                <a:latin typeface="Arial"/>
                <a:ea typeface="Arial"/>
                <a:cs typeface="Arial"/>
              </a:defRPr>
            </a:lvl1pPr>
            <a:lvl2pPr algn="l">
              <a:defRPr sz="4425" b="0">
                <a:solidFill>
                  <a:srgbClr val="202426"/>
                </a:solidFill>
                <a:latin typeface="Arial"/>
                <a:ea typeface="Arial"/>
                <a:cs typeface="Arial"/>
              </a:defRPr>
            </a:lvl2pPr>
            <a:lvl3pPr algn="l">
              <a:defRPr sz="4425" b="0">
                <a:solidFill>
                  <a:srgbClr val="202426"/>
                </a:solidFill>
                <a:latin typeface="Arial"/>
                <a:ea typeface="Arial"/>
                <a:cs typeface="Arial"/>
              </a:defRPr>
            </a:lvl3pPr>
            <a:lvl4pPr algn="l">
              <a:defRPr sz="4425" b="0">
                <a:solidFill>
                  <a:srgbClr val="202426"/>
                </a:solidFill>
                <a:latin typeface="Arial"/>
                <a:ea typeface="Arial"/>
                <a:cs typeface="Arial"/>
              </a:defRPr>
            </a:lvl4pPr>
            <a:lvl5pPr algn="l">
              <a:defRPr sz="4425" b="0">
                <a:solidFill>
                  <a:srgbClr val="202426"/>
                </a:solidFill>
                <a:latin typeface="Arial"/>
                <a:ea typeface="Arial"/>
                <a:cs typeface="Arial"/>
              </a:defRPr>
            </a:lvl5pPr>
            <a:lvl6pPr algn="l">
              <a:defRPr sz="4425" b="0">
                <a:solidFill>
                  <a:srgbClr val="202426"/>
                </a:solidFill>
                <a:latin typeface="Arial"/>
                <a:ea typeface="Arial"/>
                <a:cs typeface="Arial"/>
              </a:defRPr>
            </a:lvl6pPr>
            <a:lvl7pPr algn="l">
              <a:defRPr sz="4425" b="0">
                <a:solidFill>
                  <a:srgbClr val="202426"/>
                </a:solidFill>
                <a:latin typeface="Arial"/>
                <a:ea typeface="Arial"/>
                <a:cs typeface="Arial"/>
              </a:defRPr>
            </a:lvl7pPr>
            <a:lvl8pPr algn="l">
              <a:defRPr sz="4425" b="0">
                <a:solidFill>
                  <a:srgbClr val="202426"/>
                </a:solidFill>
                <a:latin typeface="Arial"/>
                <a:ea typeface="Arial"/>
                <a:cs typeface="Arial"/>
              </a:defRPr>
            </a:lvl8pPr>
            <a:lvl9pPr algn="l">
              <a:defRPr sz="4425" b="0">
                <a:solidFill>
                  <a:srgbClr val="202426"/>
                </a:solidFill>
                <a:latin typeface="Arial"/>
                <a:ea typeface="Arial"/>
                <a:cs typeface="Arial"/>
              </a:defRPr>
            </a:lvl9pPr>
          </a:lstStyle>
          <a:p>
            <a:pPr algn="l">
              <a:lnSpc>
                <a:spcPct val="112500"/>
              </a:lnSpc>
              <a:buNone/>
              <a:defRPr sz="4425" b="0">
                <a:solidFill>
                  <a:srgbClr val="202426"/>
                </a:solidFill>
                <a:latin typeface="Arial"/>
                <a:ea typeface="Arial"/>
                <a:cs typeface="Arial"/>
              </a:defRPr>
            </a:pPr>
            <a:r>
              <a:rPr sz="4425" b="0">
                <a:solidFill>
                  <a:srgbClr val="202426"/>
                </a:solidFill>
                <a:latin typeface="Arial"/>
                <a:ea typeface="Arial"/>
                <a:cs typeface="Arial"/>
              </a:rPr>
              <a:t>From Scratch blocks to a coffee machine</a:t>
            </a:r>
          </a:p>
        </p:txBody>
      </p:sp>
      <p:sp>
        <p:nvSpPr>
          <p:cNvPr id="12" name="SPAN">
            <a:extLst>
              <a:ext uri="{FF2B5EF4-FFF2-40B4-BE49-F238E27FC236}">
                <a16:creationId xmlns:a16="http://schemas.microsoft.com/office/drawing/2014/main" id="{55153798-2C90-4BC7-8660-2F32257CC32C}"/>
              </a:ext>
            </a:extLst>
          </p:cNvPr>
          <p:cNvSpPr>
            <a:spLocks noGrp="1"/>
          </p:cNvSpPr>
          <p:nvPr/>
        </p:nvSpPr>
        <p:spPr>
          <a:xfrm>
            <a:off x="1200150" y="6711553"/>
            <a:ext cx="2687538" cy="523875"/>
          </a:xfrm>
          <a:prstGeom prst="rect">
            <a:avLst/>
          </a:prstGeom>
          <a:noFill/>
          <a:ln w="0">
            <a:noFill/>
          </a:ln>
        </p:spPr>
        <p:txBody>
          <a:bodyPr wrap="square" lIns="0" tIns="0" rIns="0" bIns="0" anchor="t">
            <a:noAutofit/>
          </a:bodyPr>
          <a:lstStyle>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Name an action</a:t>
            </a:r>
          </a:p>
        </p:txBody>
      </p:sp>
      <p:sp>
        <p:nvSpPr>
          <p:cNvPr id="13" name="B">
            <a:extLst>
              <a:ext uri="{FF2B5EF4-FFF2-40B4-BE49-F238E27FC236}">
                <a16:creationId xmlns:a16="http://schemas.microsoft.com/office/drawing/2014/main" id="{8573B10C-D698-4D58-93D5-AFA1C4A054B5}"/>
              </a:ext>
            </a:extLst>
          </p:cNvPr>
          <p:cNvSpPr>
            <a:spLocks noGrp="1"/>
          </p:cNvSpPr>
          <p:nvPr/>
        </p:nvSpPr>
        <p:spPr>
          <a:xfrm>
            <a:off x="4287738" y="6706791"/>
            <a:ext cx="419100" cy="533400"/>
          </a:xfrm>
          <a:prstGeom prst="rect">
            <a:avLst/>
          </a:prstGeom>
          <a:noFill/>
          <a:ln w="0">
            <a:noFill/>
          </a:ln>
        </p:spPr>
        <p:txBody>
          <a:bodyPr wrap="square" lIns="0" tIns="0" rIns="0" bIns="0" anchor="t">
            <a:noAutofit/>
          </a:bodyPr>
          <a:lstStyle>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a:t>
            </a:r>
          </a:p>
        </p:txBody>
      </p:sp>
      <p:sp>
        <p:nvSpPr>
          <p:cNvPr id="14" name="SPAN">
            <a:extLst>
              <a:ext uri="{FF2B5EF4-FFF2-40B4-BE49-F238E27FC236}">
                <a16:creationId xmlns:a16="http://schemas.microsoft.com/office/drawing/2014/main" id="{E06D7B64-78DC-4DDC-97FF-B156ED1B9968}"/>
              </a:ext>
            </a:extLst>
          </p:cNvPr>
          <p:cNvSpPr>
            <a:spLocks noGrp="1"/>
          </p:cNvSpPr>
          <p:nvPr/>
        </p:nvSpPr>
        <p:spPr>
          <a:xfrm>
            <a:off x="5259288" y="6711553"/>
            <a:ext cx="1963489" cy="523875"/>
          </a:xfrm>
          <a:prstGeom prst="rect">
            <a:avLst/>
          </a:prstGeom>
          <a:noFill/>
          <a:ln w="0">
            <a:noFill/>
          </a:ln>
        </p:spPr>
        <p:txBody>
          <a:bodyPr wrap="square" lIns="0" tIns="0" rIns="0" bIns="0" anchor="t">
            <a:noAutofit/>
          </a:bodyPr>
          <a:lstStyle>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Group data</a:t>
            </a:r>
          </a:p>
        </p:txBody>
      </p:sp>
      <p:sp>
        <p:nvSpPr>
          <p:cNvPr id="15" name="B">
            <a:extLst>
              <a:ext uri="{FF2B5EF4-FFF2-40B4-BE49-F238E27FC236}">
                <a16:creationId xmlns:a16="http://schemas.microsoft.com/office/drawing/2014/main" id="{FD69B855-1EEA-4B4A-B4F0-F21C977A8415}"/>
              </a:ext>
            </a:extLst>
          </p:cNvPr>
          <p:cNvSpPr>
            <a:spLocks noGrp="1"/>
          </p:cNvSpPr>
          <p:nvPr/>
        </p:nvSpPr>
        <p:spPr>
          <a:xfrm>
            <a:off x="7622828" y="6706791"/>
            <a:ext cx="419100" cy="533400"/>
          </a:xfrm>
          <a:prstGeom prst="rect">
            <a:avLst/>
          </a:prstGeom>
          <a:noFill/>
          <a:ln w="0">
            <a:noFill/>
          </a:ln>
        </p:spPr>
        <p:txBody>
          <a:bodyPr wrap="square" lIns="0" tIns="0" rIns="0" bIns="0" anchor="t">
            <a:noAutofit/>
          </a:bodyPr>
          <a:lstStyle>
            <a:defPPr algn="l">
              <a:defRPr sz="3300" b="1">
                <a:solidFill>
                  <a:srgbClr val="B73513"/>
                </a:solidFill>
                <a:latin typeface="Arial"/>
                <a:ea typeface="Arial"/>
                <a:cs typeface="Arial"/>
              </a:defRPr>
            </a:defPPr>
            <a:lvl1pPr algn="l">
              <a:defRPr sz="3300" b="1">
                <a:solidFill>
                  <a:srgbClr val="B73513"/>
                </a:solidFill>
                <a:latin typeface="Arial"/>
                <a:ea typeface="Arial"/>
                <a:cs typeface="Arial"/>
              </a:defRPr>
            </a:lvl1pPr>
            <a:lvl2pPr algn="l">
              <a:defRPr sz="3300" b="1">
                <a:solidFill>
                  <a:srgbClr val="B73513"/>
                </a:solidFill>
                <a:latin typeface="Arial"/>
                <a:ea typeface="Arial"/>
                <a:cs typeface="Arial"/>
              </a:defRPr>
            </a:lvl2pPr>
            <a:lvl3pPr algn="l">
              <a:defRPr sz="3300" b="1">
                <a:solidFill>
                  <a:srgbClr val="B73513"/>
                </a:solidFill>
                <a:latin typeface="Arial"/>
                <a:ea typeface="Arial"/>
                <a:cs typeface="Arial"/>
              </a:defRPr>
            </a:lvl3pPr>
            <a:lvl4pPr algn="l">
              <a:defRPr sz="3300" b="1">
                <a:solidFill>
                  <a:srgbClr val="B73513"/>
                </a:solidFill>
                <a:latin typeface="Arial"/>
                <a:ea typeface="Arial"/>
                <a:cs typeface="Arial"/>
              </a:defRPr>
            </a:lvl4pPr>
            <a:lvl5pPr algn="l">
              <a:defRPr sz="3300" b="1">
                <a:solidFill>
                  <a:srgbClr val="B73513"/>
                </a:solidFill>
                <a:latin typeface="Arial"/>
                <a:ea typeface="Arial"/>
                <a:cs typeface="Arial"/>
              </a:defRPr>
            </a:lvl5pPr>
            <a:lvl6pPr algn="l">
              <a:defRPr sz="3300" b="1">
                <a:solidFill>
                  <a:srgbClr val="B73513"/>
                </a:solidFill>
                <a:latin typeface="Arial"/>
                <a:ea typeface="Arial"/>
                <a:cs typeface="Arial"/>
              </a:defRPr>
            </a:lvl6pPr>
            <a:lvl7pPr algn="l">
              <a:defRPr sz="3300" b="1">
                <a:solidFill>
                  <a:srgbClr val="B73513"/>
                </a:solidFill>
                <a:latin typeface="Arial"/>
                <a:ea typeface="Arial"/>
                <a:cs typeface="Arial"/>
              </a:defRPr>
            </a:lvl7pPr>
            <a:lvl8pPr algn="l">
              <a:defRPr sz="3300" b="1">
                <a:solidFill>
                  <a:srgbClr val="B73513"/>
                </a:solidFill>
                <a:latin typeface="Arial"/>
                <a:ea typeface="Arial"/>
                <a:cs typeface="Arial"/>
              </a:defRPr>
            </a:lvl8pPr>
            <a:lvl9pPr algn="l">
              <a:defRPr sz="3300" b="1">
                <a:solidFill>
                  <a:srgbClr val="B73513"/>
                </a:solidFill>
                <a:latin typeface="Arial"/>
                <a:ea typeface="Arial"/>
                <a:cs typeface="Arial"/>
              </a:defRPr>
            </a:lvl9pPr>
          </a:lstStyle>
          <a:p>
            <a:pPr algn="l">
              <a:lnSpc>
                <a:spcPct val="100000"/>
              </a:lnSpc>
              <a:buNone/>
              <a:defRPr sz="3300" b="1">
                <a:solidFill>
                  <a:srgbClr val="B73513"/>
                </a:solidFill>
                <a:latin typeface="Arial"/>
                <a:ea typeface="Arial"/>
                <a:cs typeface="Arial"/>
              </a:defRPr>
            </a:pPr>
            <a:r>
              <a:rPr sz="3300" b="1">
                <a:solidFill>
                  <a:srgbClr val="B73513"/>
                </a:solidFill>
                <a:latin typeface="Arial"/>
                <a:ea typeface="Arial"/>
                <a:cs typeface="Arial"/>
              </a:rPr>
              <a:t>→</a:t>
            </a:r>
          </a:p>
        </p:txBody>
      </p:sp>
      <p:sp>
        <p:nvSpPr>
          <p:cNvPr id="16" name="SPAN">
            <a:extLst>
              <a:ext uri="{FF2B5EF4-FFF2-40B4-BE49-F238E27FC236}">
                <a16:creationId xmlns:a16="http://schemas.microsoft.com/office/drawing/2014/main" id="{06D0F034-6397-4F8E-8FEC-ED37AF230E4E}"/>
              </a:ext>
            </a:extLst>
          </p:cNvPr>
          <p:cNvSpPr>
            <a:spLocks noGrp="1"/>
          </p:cNvSpPr>
          <p:nvPr/>
        </p:nvSpPr>
        <p:spPr>
          <a:xfrm>
            <a:off x="8594378" y="6711553"/>
            <a:ext cx="2117675" cy="523875"/>
          </a:xfrm>
          <a:prstGeom prst="rect">
            <a:avLst/>
          </a:prstGeom>
          <a:noFill/>
          <a:ln w="0">
            <a:noFill/>
          </a:ln>
        </p:spPr>
        <p:txBody>
          <a:bodyPr wrap="square" lIns="0" tIns="0" rIns="0" bIns="0" anchor="t">
            <a:noAutofit/>
          </a:bodyPr>
          <a:lstStyle>
            <a:defPPr algn="l">
              <a:defRPr sz="2550" b="0">
                <a:solidFill>
                  <a:srgbClr val="202426"/>
                </a:solidFill>
                <a:latin typeface="Arial"/>
                <a:ea typeface="Arial"/>
                <a:cs typeface="Arial"/>
              </a:defRPr>
            </a:defPPr>
            <a:lvl1pPr algn="l">
              <a:defRPr sz="2550" b="0">
                <a:solidFill>
                  <a:srgbClr val="202426"/>
                </a:solidFill>
                <a:latin typeface="Arial"/>
                <a:ea typeface="Arial"/>
                <a:cs typeface="Arial"/>
              </a:defRPr>
            </a:lvl1pPr>
            <a:lvl2pPr algn="l">
              <a:defRPr sz="2550" b="0">
                <a:solidFill>
                  <a:srgbClr val="202426"/>
                </a:solidFill>
                <a:latin typeface="Arial"/>
                <a:ea typeface="Arial"/>
                <a:cs typeface="Arial"/>
              </a:defRPr>
            </a:lvl2pPr>
            <a:lvl3pPr algn="l">
              <a:defRPr sz="2550" b="0">
                <a:solidFill>
                  <a:srgbClr val="202426"/>
                </a:solidFill>
                <a:latin typeface="Arial"/>
                <a:ea typeface="Arial"/>
                <a:cs typeface="Arial"/>
              </a:defRPr>
            </a:lvl3pPr>
            <a:lvl4pPr algn="l">
              <a:defRPr sz="2550" b="0">
                <a:solidFill>
                  <a:srgbClr val="202426"/>
                </a:solidFill>
                <a:latin typeface="Arial"/>
                <a:ea typeface="Arial"/>
                <a:cs typeface="Arial"/>
              </a:defRPr>
            </a:lvl4pPr>
            <a:lvl5pPr algn="l">
              <a:defRPr sz="2550" b="0">
                <a:solidFill>
                  <a:srgbClr val="202426"/>
                </a:solidFill>
                <a:latin typeface="Arial"/>
                <a:ea typeface="Arial"/>
                <a:cs typeface="Arial"/>
              </a:defRPr>
            </a:lvl5pPr>
            <a:lvl6pPr algn="l">
              <a:defRPr sz="2550" b="0">
                <a:solidFill>
                  <a:srgbClr val="202426"/>
                </a:solidFill>
                <a:latin typeface="Arial"/>
                <a:ea typeface="Arial"/>
                <a:cs typeface="Arial"/>
              </a:defRPr>
            </a:lvl6pPr>
            <a:lvl7pPr algn="l">
              <a:defRPr sz="2550" b="0">
                <a:solidFill>
                  <a:srgbClr val="202426"/>
                </a:solidFill>
                <a:latin typeface="Arial"/>
                <a:ea typeface="Arial"/>
                <a:cs typeface="Arial"/>
              </a:defRPr>
            </a:lvl7pPr>
            <a:lvl8pPr algn="l">
              <a:defRPr sz="2550" b="0">
                <a:solidFill>
                  <a:srgbClr val="202426"/>
                </a:solidFill>
                <a:latin typeface="Arial"/>
                <a:ea typeface="Arial"/>
                <a:cs typeface="Arial"/>
              </a:defRPr>
            </a:lvl8pPr>
            <a:lvl9pPr algn="l">
              <a:defRPr sz="2550" b="0">
                <a:solidFill>
                  <a:srgbClr val="202426"/>
                </a:solidFill>
                <a:latin typeface="Arial"/>
                <a:ea typeface="Arial"/>
                <a:cs typeface="Arial"/>
              </a:defRPr>
            </a:lvl9pPr>
          </a:lstStyle>
          <a:p>
            <a:pPr algn="l">
              <a:lnSpc>
                <a:spcPct val="100000"/>
              </a:lnSpc>
              <a:buNone/>
              <a:defRPr sz="2550" b="0">
                <a:solidFill>
                  <a:srgbClr val="202426"/>
                </a:solidFill>
                <a:latin typeface="Arial"/>
                <a:ea typeface="Arial"/>
                <a:cs typeface="Arial"/>
              </a:defRPr>
            </a:pPr>
            <a:r>
              <a:rPr sz="2550" b="0">
                <a:solidFill>
                  <a:srgbClr val="202426"/>
                </a:solidFill>
                <a:latin typeface="Arial"/>
                <a:ea typeface="Arial"/>
                <a:cs typeface="Arial"/>
              </a:rPr>
              <a:t>Build Coffee</a:t>
            </a:r>
          </a:p>
        </p:txBody>
      </p:sp>
      <p:sp>
        <p:nvSpPr>
          <p:cNvPr id="19" name="page-number">
            <a:extLst>
              <a:ext uri="{FF2B5EF4-FFF2-40B4-BE49-F238E27FC236}">
                <a16:creationId xmlns:a16="http://schemas.microsoft.com/office/drawing/2014/main" id="{1776B4D1-9C6E-46DB-BDAC-D2575933879D}"/>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01</a:t>
            </a:r>
          </a:p>
        </p:txBody>
      </p:sp>
      <p:pic>
        <p:nvPicPr>
          <p:cNvPr id="20" name="Picture 19">
            <a:extLst>
              <a:ext uri="{FF2B5EF4-FFF2-40B4-BE49-F238E27FC236}">
                <a16:creationId xmlns:a16="http://schemas.microsoft.com/office/drawing/2014/main" id="{E004A922-CF7B-48F3-AE3F-CD0490958A53}"/>
              </a:ext>
            </a:extLst>
          </p:cNvPr>
          <p:cNvPicPr>
            <a:picLocks noChangeAspect="1"/>
          </p:cNvPicPr>
          <p:nvPr/>
        </p:nvPicPr>
        <p:blipFill>
          <a:blip r:embed="rId4"/>
          <a:stretch/>
        </p:blipFill>
        <p:spPr>
          <a:xfrm>
            <a:off x="16592589" y="611386"/>
            <a:ext cx="780972" cy="510778"/>
          </a:xfrm>
          <a:prstGeom prst="rect">
            <a:avLst/>
          </a:prstGeom>
        </p:spPr>
      </p:pic>
    </p:spTree>
    <p:extLst>
      <p:ext uri="{BB962C8B-B14F-4D97-AF65-F5344CB8AC3E}">
        <p14:creationId xmlns:p14="http://schemas.microsoft.com/office/powerpoint/2010/main" val="2701041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C760EF-4DDA-F94B-793E-BA3129DBF245}"/>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6F70C6-F458-6A25-6010-F237403BA232}"/>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FFFFFF"/>
                </a:solidFill>
              </a:rPr>
              <a:t>for (int i = 1; i &lt;= 3; i++) printf("%d ", i); What prints?</a:t>
            </a:r>
          </a:p>
        </p:txBody>
      </p:sp>
      <p:sp>
        <p:nvSpPr>
          <p:cNvPr id="4" name="Rectangle 3">
            <a:extLst>
              <a:ext uri="{FF2B5EF4-FFF2-40B4-BE49-F238E27FC236}">
                <a16:creationId xmlns:a16="http://schemas.microsoft.com/office/drawing/2014/main" id="{714FDFF0-DBD5-AD65-BB1A-D128C04ACD2D}"/>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u="none">
                <a:solidFill>
                  <a:srgbClr val="FFFFFF"/>
                </a:solidFill>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0E81C60F-236A-76CA-CC0E-CEF64D0EA31A}"/>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4058DE79-8F1B-803D-E12A-E09E5FE64377}"/>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u="none">
                <a:solidFill>
                  <a:srgbClr val="42A65F"/>
                </a:solidFill>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D535A83D-66E7-3EAD-4104-98C5328DD38A}"/>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263765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A6DF10-B060-0E85-2BF3-C2283C28E1FE}"/>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4209027-8DD6-D07F-5480-5E713F901E32}"/>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700" b="1">
                <a:solidFill>
                  <a:srgbClr val="FFFFFF"/>
                </a:solidFill>
              </a:rPr>
              <a:t>What is the final streak?
int streak = 2;
int practised = 0;
if (practised == 1) streak++;
else streak = 0;</a:t>
            </a:r>
          </a:p>
        </p:txBody>
      </p:sp>
      <p:sp>
        <p:nvSpPr>
          <p:cNvPr id="4" name="Rectangle 3">
            <a:extLst>
              <a:ext uri="{FF2B5EF4-FFF2-40B4-BE49-F238E27FC236}">
                <a16:creationId xmlns:a16="http://schemas.microsoft.com/office/drawing/2014/main" id="{4D4BFC72-BF63-E63C-2CB9-0AFFB6421908}"/>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u="none">
                <a:solidFill>
                  <a:srgbClr val="FFFFFF"/>
                </a:solidFill>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B594A23A-6D57-7A1E-F7AB-0B0455F0EED1}"/>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0145797F-8569-6470-7EEA-131644585B0F}"/>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u="none">
                <a:solidFill>
                  <a:srgbClr val="42A65F"/>
                </a:solidFill>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DBFC4756-B98F-C321-DEEA-0BB0456F4381}"/>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2953918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A1A1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DEF784-0E07-8513-8386-EFE8F49CACD6}"/>
              </a:ext>
            </a:extLst>
          </p:cNvPr>
          <p:cNvSpPr/>
          <p:nvPr>
            <p:custDataLst>
              <p:tags r:id="rId2"/>
            </p:custDataLst>
          </p:nvPr>
        </p:nvSpPr>
        <p:spPr>
          <a:xfrm>
            <a:off x="667040" y="2614055"/>
            <a:ext cx="3557544" cy="3557544"/>
          </a:xfrm>
          <a:prstGeom prst="rect">
            <a:avLst/>
          </a:prstGeom>
          <a:blipFill>
            <a:blip>
              <a:extLst>
                <a:ext uri="{96DAC541-7B7A-43D3-8B79-37D633B846F1}">
                  <asvg:svgBlip xmlns:asvg="http://schemas.microsoft.com/office/drawing/2016/SVG/main" r:embed="rId7"/>
                </a:ext>
              </a:extLst>
            </a:blip>
            <a:stretch>
              <a:fillRect/>
            </a:stretch>
          </a:blipFill>
          <a:ln w="19050">
            <a:noFill/>
            <a:prstDash val="solid"/>
          </a:ln>
          <a:effectLst/>
          <a:extLs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7E80273-1CA9-20C3-D390-F25B1FCF1BDC}"/>
              </a:ext>
            </a:extLst>
          </p:cNvPr>
          <p:cNvSpPr/>
          <p:nvPr>
            <p:custDataLst>
              <p:tags r:id="rId3"/>
            </p:custDataLst>
          </p:nvPr>
        </p:nvSpPr>
        <p:spPr>
          <a:xfrm>
            <a:off x="4669277" y="1501346"/>
            <a:ext cx="12729337" cy="5782962"/>
          </a:xfrm>
          <a:prstGeom prst="rect">
            <a:avLst/>
          </a:prstGeom>
          <a:noFill/>
          <a:ln w="19050">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FFF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a:solidFill>
                  <a:srgbClr val="FFFFFF"/>
                </a:solidFill>
              </a:rPr>
              <a:t>Without the first break, what is score?
int score = 0;
char reaction = 'W';
switch (reaction)
{
case 'W': score += 2;
case 'L': score -= 1; break;
}</a:t>
            </a:r>
          </a:p>
        </p:txBody>
      </p:sp>
      <p:sp>
        <p:nvSpPr>
          <p:cNvPr id="4" name="Rectangle 3">
            <a:extLst>
              <a:ext uri="{FF2B5EF4-FFF2-40B4-BE49-F238E27FC236}">
                <a16:creationId xmlns:a16="http://schemas.microsoft.com/office/drawing/2014/main" id="{43CEFEBF-F6B7-C552-905D-8782D2F73DDC}"/>
              </a:ext>
            </a:extLst>
          </p:cNvPr>
          <p:cNvSpPr/>
          <p:nvPr>
            <p:custDataLst>
              <p:tags r:id="rId4"/>
            </p:custDataLst>
          </p:nvPr>
        </p:nvSpPr>
        <p:spPr>
          <a:xfrm>
            <a:off x="0" y="8730049"/>
            <a:ext cx="18288000" cy="1556951"/>
          </a:xfrm>
          <a:prstGeom prst="rect">
            <a:avLst/>
          </a:prstGeom>
          <a:solidFill>
            <a:srgbClr val="1980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1111733" tIns="389238" rIns="2779331" bIns="305830" rtlCol="0" anchor="ctr">
            <a:normAutofit/>
          </a:bodyPr>
          <a:lstStyle/>
          <a:p>
            <a:r>
              <a:rPr lang="en-US" sz="2600">
                <a:solidFill>
                  <a:srgbClr val="FFFFFF"/>
                </a:solidFill>
              </a:rPr>
              <a:t>The </a:t>
            </a:r>
            <a:r>
              <a:rPr lang="en-US" sz="2600" u="none">
                <a:solidFill>
                  <a:srgbClr val="FFFFFF"/>
                </a:solidFill>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A4F829C6-F966-10A9-C927-4F257BD7303A}"/>
              </a:ext>
            </a:extLst>
          </p:cNvPr>
          <p:cNvPicPr>
            <a:picLocks/>
          </p:cNvPicPr>
          <p:nvPr/>
        </p:nvPicPr>
        <p:blipFill>
          <a:blip>
            <a:extLst>
              <a:ext uri="{96DAC541-7B7A-43D3-8B79-37D633B846F1}">
                <asvg:svgBlip xmlns:asvg="http://schemas.microsoft.com/office/drawing/2016/SVG/main" r:embed="rId9"/>
              </a:ext>
            </a:extLst>
          </a:blip>
          <a:stretch>
            <a:fillRect/>
          </a:stretch>
        </p:blipFill>
        <p:spPr>
          <a:xfrm>
            <a:off x="444693" y="9286177"/>
            <a:ext cx="444693" cy="444693"/>
          </a:xfrm>
          <a:prstGeom prst="rect">
            <a:avLst/>
          </a:prstGeom>
        </p:spPr>
      </p:pic>
      <p:sp>
        <p:nvSpPr>
          <p:cNvPr id="7" name="Trapezoid 6">
            <a:extLst>
              <a:ext uri="{FF2B5EF4-FFF2-40B4-BE49-F238E27FC236}">
                <a16:creationId xmlns:a16="http://schemas.microsoft.com/office/drawing/2014/main" id="{B58D8DDB-223A-4013-E3C3-33337CC9C366}"/>
              </a:ext>
            </a:extLst>
          </p:cNvPr>
          <p:cNvSpPr/>
          <p:nvPr>
            <p:custDataLst>
              <p:tags r:id="rId5"/>
            </p:custDataLst>
          </p:nvPr>
        </p:nvSpPr>
        <p:spPr>
          <a:xfrm rot="2700000">
            <a:off x="14430556" y="772386"/>
            <a:ext cx="5002797" cy="1167319"/>
          </a:xfrm>
          <a:prstGeom prst="trapezoid">
            <a:avLst>
              <a:gd name="adj" fmla="val 100000"/>
            </a:avLst>
          </a:prstGeom>
          <a:solidFill>
            <a:srgbClr val="0A331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a:bodyPr>
          <a:lstStyle/>
          <a:p>
            <a:pPr algn="ctr"/>
            <a:r>
              <a:rPr lang="en-US" sz="2600" b="1">
                <a:solidFill>
                  <a:srgbClr val="42A65F"/>
                </a:solidFill>
              </a:rPr>
              <a:t>Do not edit
</a:t>
            </a:r>
            <a:r>
              <a:rPr lang="en-US" sz="2200" u="none">
                <a:solidFill>
                  <a:srgbClr val="42A65F"/>
                </a:solidFill>
              </a:rPr>
              <a:t>How to change the design</a:t>
            </a:r>
            <a:endParaRPr lang="en-US" sz="2200">
              <a:solidFill>
                <a:srgbClr val="42A65F"/>
              </a:solidFill>
            </a:endParaRPr>
          </a:p>
        </p:txBody>
      </p:sp>
      <p:pic>
        <p:nvPicPr>
          <p:cNvPr id="9" name="Graphic 8">
            <a:extLst>
              <a:ext uri="{FF2B5EF4-FFF2-40B4-BE49-F238E27FC236}">
                <a16:creationId xmlns:a16="http://schemas.microsoft.com/office/drawing/2014/main" id="{4ABD24C5-8B91-C7D7-2851-4FD86B1A7F2E}"/>
              </a:ext>
            </a:extLst>
          </p:cNvPr>
          <p:cNvPicPr>
            <a:picLocks/>
          </p:cNvPicPr>
          <p:nvPr/>
        </p:nvPicPr>
        <p:blipFill>
          <a:blip>
            <a:extLst>
              <a:ext uri="{96DAC541-7B7A-43D3-8B79-37D633B846F1}">
                <asvg:svgBlip xmlns:asvg="http://schemas.microsoft.com/office/drawing/2016/SVG/main" r:embed="rId11"/>
              </a:ext>
            </a:extLst>
          </a:blip>
          <a:stretch>
            <a:fillRect/>
          </a:stretch>
        </p:blipFill>
        <p:spPr>
          <a:xfrm>
            <a:off x="16120123" y="9230591"/>
            <a:ext cx="1667599" cy="555866"/>
          </a:xfrm>
          <a:prstGeom prst="rect">
            <a:avLst/>
          </a:prstGeom>
        </p:spPr>
      </p:pic>
    </p:spTree>
    <p:custDataLst>
      <p:tags r:id="rId1"/>
    </p:custDataLst>
    <p:extLst>
      <p:ext uri="{BB962C8B-B14F-4D97-AF65-F5344CB8AC3E}">
        <p14:creationId xmlns:p14="http://schemas.microsoft.com/office/powerpoint/2010/main" val="978438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869D227-5F79-48E1-9DB2-FE36FD9E852D}"/>
              </a:ext>
            </a:extLst>
          </p:cNvPr>
          <p:cNvSpPr>
            <a:spLocks noGrp="1"/>
          </p:cNvSpPr>
          <p:nvPr/>
        </p:nvSpPr>
        <p:spPr>
          <a:xfrm>
            <a:off x="9807476" y="2754213"/>
            <a:ext cx="7566124" cy="3352800"/>
          </a:xfrm>
          <a:prstGeom prst="rect">
            <a:avLst/>
          </a:prstGeom>
          <a:solidFill>
            <a:srgbClr val="202426"/>
          </a:solidFill>
          <a:ln w="0">
            <a:noFill/>
          </a:ln>
        </p:spPr>
      </p:sp>
      <p:sp>
        <p:nvSpPr>
          <p:cNvPr id="2" name="Rectangle 1">
            <a:extLst>
              <a:ext uri="{FF2B5EF4-FFF2-40B4-BE49-F238E27FC236}">
                <a16:creationId xmlns:a16="http://schemas.microsoft.com/office/drawing/2014/main" id="{0471D83A-6184-4782-AB20-5CC17D8C02B6}"/>
              </a:ext>
            </a:extLst>
          </p:cNvPr>
          <p:cNvSpPr>
            <a:spLocks noGrp="1"/>
          </p:cNvSpPr>
          <p:nvPr/>
        </p:nvSpPr>
        <p:spPr>
          <a:xfrm>
            <a:off x="914400" y="9658350"/>
            <a:ext cx="16459200" cy="9525"/>
          </a:xfrm>
          <a:prstGeom prst="rect">
            <a:avLst/>
          </a:prstGeom>
          <a:solidFill>
            <a:srgbClr val="D9DEDF"/>
          </a:solidFill>
          <a:ln w="0">
            <a:noFill/>
          </a:ln>
        </p:spPr>
      </p:sp>
      <p:sp>
        <p:nvSpPr>
          <p:cNvPr id="3" name="section-label">
            <a:extLst>
              <a:ext uri="{FF2B5EF4-FFF2-40B4-BE49-F238E27FC236}">
                <a16:creationId xmlns:a16="http://schemas.microsoft.com/office/drawing/2014/main" id="{E3C4314D-5F24-4C34-8A52-A019B70DD7FD}"/>
              </a:ext>
            </a:extLst>
          </p:cNvPr>
          <p:cNvSpPr>
            <a:spLocks noGrp="1"/>
          </p:cNvSpPr>
          <p:nvPr/>
        </p:nvSpPr>
        <p:spPr>
          <a:xfrm>
            <a:off x="914400" y="738188"/>
            <a:ext cx="153426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FUNCTIONS</a:t>
            </a:r>
          </a:p>
        </p:txBody>
      </p:sp>
      <p:sp>
        <p:nvSpPr>
          <p:cNvPr id="4" name="H2">
            <a:extLst>
              <a:ext uri="{FF2B5EF4-FFF2-40B4-BE49-F238E27FC236}">
                <a16:creationId xmlns:a16="http://schemas.microsoft.com/office/drawing/2014/main" id="{BE152840-50E8-4F46-871A-F0A45C2C02F0}"/>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A function is a named set of instructions.</a:t>
            </a:r>
          </a:p>
        </p:txBody>
      </p:sp>
      <p:sp>
        <p:nvSpPr>
          <p:cNvPr id="5" name="caption">
            <a:extLst>
              <a:ext uri="{FF2B5EF4-FFF2-40B4-BE49-F238E27FC236}">
                <a16:creationId xmlns:a16="http://schemas.microsoft.com/office/drawing/2014/main" id="{13E5582D-0E83-4C63-9ED2-2AE658C13CF9}"/>
              </a:ext>
            </a:extLst>
          </p:cNvPr>
          <p:cNvSpPr>
            <a:spLocks noGrp="1"/>
          </p:cNvSpPr>
          <p:nvPr/>
        </p:nvSpPr>
        <p:spPr>
          <a:xfrm>
            <a:off x="9807476" y="2334667"/>
            <a:ext cx="7566124"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C · definition and calls</a:t>
            </a:r>
          </a:p>
        </p:txBody>
      </p:sp>
      <p:sp>
        <p:nvSpPr>
          <p:cNvPr id="6" name="PRE">
            <a:extLst>
              <a:ext uri="{FF2B5EF4-FFF2-40B4-BE49-F238E27FC236}">
                <a16:creationId xmlns:a16="http://schemas.microsoft.com/office/drawing/2014/main" id="{AFF9E4DD-A4ED-4C98-8788-94159D22FF70}"/>
              </a:ext>
            </a:extLst>
          </p:cNvPr>
          <p:cNvSpPr>
            <a:spLocks noGrp="1"/>
          </p:cNvSpPr>
          <p:nvPr/>
        </p:nvSpPr>
        <p:spPr>
          <a:xfrm>
            <a:off x="10093226" y="3001863"/>
            <a:ext cx="6994624" cy="2914650"/>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void print_hello_world(void)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printf("Hello, world!\n");</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endParaRPr sz="2250" b="0">
              <a:solidFill>
                <a:srgbClr val="FFFFFF"/>
              </a:solidFill>
              <a:latin typeface="Courier New"/>
              <a:ea typeface="Courier New"/>
              <a:cs typeface="Courier New"/>
            </a:endParaRP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calls inside main</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print_hello_world();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print_hello_world();</a:t>
            </a:r>
          </a:p>
        </p:txBody>
      </p:sp>
      <p:sp>
        <p:nvSpPr>
          <p:cNvPr id="8" name="page-number">
            <a:extLst>
              <a:ext uri="{FF2B5EF4-FFF2-40B4-BE49-F238E27FC236}">
                <a16:creationId xmlns:a16="http://schemas.microsoft.com/office/drawing/2014/main" id="{1AE765CA-EEED-4EC5-B964-33239250C00A}"/>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05</a:t>
            </a:r>
          </a:p>
        </p:txBody>
      </p:sp>
      <p:graphicFrame>
        <p:nvGraphicFramePr>
          <p:cNvPr id="9" name="Table 8">
            <a:extLst>
              <a:ext uri="{FF2B5EF4-FFF2-40B4-BE49-F238E27FC236}">
                <a16:creationId xmlns:a16="http://schemas.microsoft.com/office/drawing/2014/main" id="{14AD39DC-A895-4E87-BF29-F3A6E19BC57D}"/>
              </a:ext>
            </a:extLst>
          </p:cNvPr>
          <p:cNvGraphicFramePr/>
          <p:nvPr/>
        </p:nvGraphicFramePr>
        <p:xfrm>
          <a:off x="9807476" y="7298531"/>
          <a:ext cx="7566124" cy="2026443"/>
        </p:xfrm>
        <a:graphic>
          <a:graphicData uri="http://schemas.openxmlformats.org/drawingml/2006/table">
            <a:tbl>
              <a:tblPr/>
              <a:tblGrid>
                <a:gridCol w="4166741">
                  <a:extLst>
                    <a:ext uri="{9D8B030D-6E8A-4147-A177-3AD203B41FA5}">
                      <a16:colId xmlns:a16="http://schemas.microsoft.com/office/drawing/2014/main" val="20000"/>
                    </a:ext>
                  </a:extLst>
                </a:gridCol>
                <a:gridCol w="3399383">
                  <a:extLst>
                    <a:ext uri="{9D8B030D-6E8A-4147-A177-3AD203B41FA5}">
                      <a16:colId xmlns:a16="http://schemas.microsoft.com/office/drawing/2014/main" val="20001"/>
                    </a:ext>
                  </a:extLst>
                </a:gridCol>
              </a:tblGrid>
              <a:tr h="669131">
                <a:tc>
                  <a:txBody>
                    <a:bodyPr/>
                    <a:lstStyle/>
                    <a:p>
                      <a:pPr>
                        <a:lnSpc>
                          <a:spcPct val="104167"/>
                        </a:lnSpc>
                        <a:buNone/>
                      </a:pPr>
                      <a:r>
                        <a:rPr sz="2475" b="1">
                          <a:solidFill>
                            <a:srgbClr val="202426"/>
                          </a:solidFill>
                          <a:latin typeface="Arial"/>
                          <a:ea typeface="Arial"/>
                          <a:cs typeface="Arial"/>
                        </a:rPr>
                        <a:t>C syntax</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475" b="1">
                          <a:solidFill>
                            <a:srgbClr val="202426"/>
                          </a:solidFill>
                          <a:latin typeface="Arial"/>
                          <a:ea typeface="Arial"/>
                          <a:cs typeface="Arial"/>
                        </a:rPr>
                        <a:t>Meaning</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475" b="1">
                          <a:solidFill>
                            <a:srgbClr val="202426"/>
                          </a:solidFill>
                          <a:latin typeface="Arial"/>
                          <a:ea typeface="Arial"/>
                          <a:cs typeface="Arial"/>
                        </a:rPr>
                        <a:t>void before the name</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No returned result</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475" b="1">
                          <a:solidFill>
                            <a:srgbClr val="202426"/>
                          </a:solidFill>
                          <a:latin typeface="Arial"/>
                          <a:ea typeface="Arial"/>
                          <a:cs typeface="Arial"/>
                        </a:rPr>
                        <a:t>(void)</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No inputs</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bl>
          </a:graphicData>
        </a:graphic>
      </p:graphicFrame>
      <p:pic>
        <p:nvPicPr>
          <p:cNvPr id="10" name="Picture 9">
            <a:extLst>
              <a:ext uri="{FF2B5EF4-FFF2-40B4-BE49-F238E27FC236}">
                <a16:creationId xmlns:a16="http://schemas.microsoft.com/office/drawing/2014/main" id="{F59B3794-70D1-480C-992A-3A163A72D53C}"/>
              </a:ext>
            </a:extLst>
          </p:cNvPr>
          <p:cNvPicPr>
            <a:picLocks noChangeAspect="1"/>
          </p:cNvPicPr>
          <p:nvPr/>
        </p:nvPicPr>
        <p:blipFill>
          <a:blip r:embed="rId5"/>
          <a:stretch/>
        </p:blipFill>
        <p:spPr>
          <a:xfrm>
            <a:off x="16592589" y="611386"/>
            <a:ext cx="780972" cy="510778"/>
          </a:xfrm>
          <a:prstGeom prst="rect">
            <a:avLst/>
          </a:prstGeom>
        </p:spPr>
      </p:pic>
      <p:sp>
        <p:nvSpPr>
          <p:cNvPr id="11" name="Scratch · custom blocks">
            <a:extLst>
              <a:ext uri="{FF2B5EF4-FFF2-40B4-BE49-F238E27FC236}">
                <a16:creationId xmlns:a16="http://schemas.microsoft.com/office/drawing/2014/main" id="{F5C59372-2BA3-4C86-8A5C-F9AB886398A0}"/>
              </a:ext>
            </a:extLst>
          </p:cNvPr>
          <p:cNvSpPr>
            <a:spLocks noGrp="1"/>
          </p:cNvSpPr>
          <p:nvPr/>
        </p:nvSpPr>
        <p:spPr>
          <a:xfrm>
            <a:off x="914400" y="2333625"/>
            <a:ext cx="8477250" cy="438150"/>
          </a:xfrm>
          <a:prstGeom prst="rect">
            <a:avLst/>
          </a:prstGeom>
          <a:noFill/>
          <a:ln w="0">
            <a:noFill/>
          </a:ln>
        </p:spPr>
        <p:txBody>
          <a:bodyPr wrap="square" lIns="0" tIns="0" rIns="0" bIns="0" anchor="t">
            <a:noAutofit/>
          </a:bodyPr>
          <a:lstStyle>
            <a:defPPr algn="l">
              <a:defRPr sz="2025" b="0">
                <a:solidFill>
                  <a:srgbClr val="596167"/>
                </a:solidFill>
                <a:latin typeface="Arial"/>
                <a:ea typeface="Arial"/>
                <a:cs typeface="Arial"/>
              </a:defRPr>
            </a:defPPr>
            <a:lvl1pPr algn="l">
              <a:defRPr sz="2025" b="0">
                <a:solidFill>
                  <a:srgbClr val="596167"/>
                </a:solidFill>
                <a:latin typeface="Arial"/>
                <a:ea typeface="Arial"/>
                <a:cs typeface="Arial"/>
              </a:defRPr>
            </a:lvl1pPr>
            <a:lvl2pPr algn="l">
              <a:defRPr sz="2025" b="0">
                <a:solidFill>
                  <a:srgbClr val="596167"/>
                </a:solidFill>
                <a:latin typeface="Arial"/>
                <a:ea typeface="Arial"/>
                <a:cs typeface="Arial"/>
              </a:defRPr>
            </a:lvl2pPr>
            <a:lvl3pPr algn="l">
              <a:defRPr sz="2025" b="0">
                <a:solidFill>
                  <a:srgbClr val="596167"/>
                </a:solidFill>
                <a:latin typeface="Arial"/>
                <a:ea typeface="Arial"/>
                <a:cs typeface="Arial"/>
              </a:defRPr>
            </a:lvl3pPr>
            <a:lvl4pPr algn="l">
              <a:defRPr sz="2025" b="0">
                <a:solidFill>
                  <a:srgbClr val="596167"/>
                </a:solidFill>
                <a:latin typeface="Arial"/>
                <a:ea typeface="Arial"/>
                <a:cs typeface="Arial"/>
              </a:defRPr>
            </a:lvl4pPr>
            <a:lvl5pPr algn="l">
              <a:defRPr sz="2025" b="0">
                <a:solidFill>
                  <a:srgbClr val="596167"/>
                </a:solidFill>
                <a:latin typeface="Arial"/>
                <a:ea typeface="Arial"/>
                <a:cs typeface="Arial"/>
              </a:defRPr>
            </a:lvl5pPr>
            <a:lvl6pPr algn="l">
              <a:defRPr sz="2025" b="0">
                <a:solidFill>
                  <a:srgbClr val="596167"/>
                </a:solidFill>
                <a:latin typeface="Arial"/>
                <a:ea typeface="Arial"/>
                <a:cs typeface="Arial"/>
              </a:defRPr>
            </a:lvl6pPr>
            <a:lvl7pPr algn="l">
              <a:defRPr sz="2025" b="0">
                <a:solidFill>
                  <a:srgbClr val="596167"/>
                </a:solidFill>
                <a:latin typeface="Arial"/>
                <a:ea typeface="Arial"/>
                <a:cs typeface="Arial"/>
              </a:defRPr>
            </a:lvl7pPr>
            <a:lvl8pPr algn="l">
              <a:defRPr sz="2025" b="0">
                <a:solidFill>
                  <a:srgbClr val="596167"/>
                </a:solidFill>
                <a:latin typeface="Arial"/>
                <a:ea typeface="Arial"/>
                <a:cs typeface="Arial"/>
              </a:defRPr>
            </a:lvl8pPr>
            <a:lvl9pPr algn="l">
              <a:defRPr sz="2025" b="0">
                <a:solidFill>
                  <a:srgbClr val="596167"/>
                </a:solidFill>
                <a:latin typeface="Arial"/>
                <a:ea typeface="Arial"/>
                <a:cs typeface="Arial"/>
              </a:defRPr>
            </a:lvl9pPr>
          </a:lstStyle>
          <a:p>
            <a:pPr algn="l">
              <a:lnSpc>
                <a:spcPct val="100000"/>
              </a:lnSpc>
              <a:buNone/>
              <a:defRPr sz="2025" b="0">
                <a:solidFill>
                  <a:srgbClr val="596167"/>
                </a:solidFill>
                <a:latin typeface="Arial"/>
                <a:ea typeface="Arial"/>
                <a:cs typeface="Arial"/>
              </a:defRPr>
            </a:pPr>
            <a:r>
              <a:rPr sz="2025" b="0">
                <a:solidFill>
                  <a:srgbClr val="596167"/>
                </a:solidFill>
                <a:latin typeface="Arial"/>
                <a:ea typeface="Arial"/>
                <a:cs typeface="Arial"/>
              </a:rPr>
              <a:t>Scratch · custom blocks</a:t>
            </a:r>
          </a:p>
        </p:txBody>
      </p:sp>
      <p:sp>
        <p:nvSpPr>
          <p:cNvPr id="12" name="Define the action">
            <a:extLst>
              <a:ext uri="{FF2B5EF4-FFF2-40B4-BE49-F238E27FC236}">
                <a16:creationId xmlns:a16="http://schemas.microsoft.com/office/drawing/2014/main" id="{7A64918F-9A41-4E77-A41A-50D53419F4EC}"/>
              </a:ext>
            </a:extLst>
          </p:cNvPr>
          <p:cNvSpPr>
            <a:spLocks noGrp="1"/>
          </p:cNvSpPr>
          <p:nvPr/>
        </p:nvSpPr>
        <p:spPr>
          <a:xfrm>
            <a:off x="914400" y="2914650"/>
            <a:ext cx="4191000" cy="438150"/>
          </a:xfrm>
          <a:prstGeom prst="rect">
            <a:avLst/>
          </a:prstGeom>
          <a:noFill/>
          <a:ln w="0">
            <a:noFill/>
          </a:ln>
        </p:spPr>
        <p:txBody>
          <a:bodyPr wrap="square" lIns="0" tIns="0" rIns="0" bIns="0" anchor="t">
            <a:noAutofit/>
          </a:bodyPr>
          <a:lstStyle>
            <a:defPPr algn="l">
              <a:defRPr sz="2250" b="1">
                <a:solidFill>
                  <a:srgbClr val="202426"/>
                </a:solidFill>
                <a:latin typeface="Arial"/>
                <a:ea typeface="Arial"/>
                <a:cs typeface="Arial"/>
              </a:defRPr>
            </a:defPPr>
            <a:lvl1pPr algn="l">
              <a:defRPr sz="2250" b="1">
                <a:solidFill>
                  <a:srgbClr val="202426"/>
                </a:solidFill>
                <a:latin typeface="Arial"/>
                <a:ea typeface="Arial"/>
                <a:cs typeface="Arial"/>
              </a:defRPr>
            </a:lvl1pPr>
            <a:lvl2pPr algn="l">
              <a:defRPr sz="2250" b="1">
                <a:solidFill>
                  <a:srgbClr val="202426"/>
                </a:solidFill>
                <a:latin typeface="Arial"/>
                <a:ea typeface="Arial"/>
                <a:cs typeface="Arial"/>
              </a:defRPr>
            </a:lvl2pPr>
            <a:lvl3pPr algn="l">
              <a:defRPr sz="2250" b="1">
                <a:solidFill>
                  <a:srgbClr val="202426"/>
                </a:solidFill>
                <a:latin typeface="Arial"/>
                <a:ea typeface="Arial"/>
                <a:cs typeface="Arial"/>
              </a:defRPr>
            </a:lvl3pPr>
            <a:lvl4pPr algn="l">
              <a:defRPr sz="2250" b="1">
                <a:solidFill>
                  <a:srgbClr val="202426"/>
                </a:solidFill>
                <a:latin typeface="Arial"/>
                <a:ea typeface="Arial"/>
                <a:cs typeface="Arial"/>
              </a:defRPr>
            </a:lvl4pPr>
            <a:lvl5pPr algn="l">
              <a:defRPr sz="2250" b="1">
                <a:solidFill>
                  <a:srgbClr val="202426"/>
                </a:solidFill>
                <a:latin typeface="Arial"/>
                <a:ea typeface="Arial"/>
                <a:cs typeface="Arial"/>
              </a:defRPr>
            </a:lvl5pPr>
            <a:lvl6pPr algn="l">
              <a:defRPr sz="2250" b="1">
                <a:solidFill>
                  <a:srgbClr val="202426"/>
                </a:solidFill>
                <a:latin typeface="Arial"/>
                <a:ea typeface="Arial"/>
                <a:cs typeface="Arial"/>
              </a:defRPr>
            </a:lvl6pPr>
            <a:lvl7pPr algn="l">
              <a:defRPr sz="2250" b="1">
                <a:solidFill>
                  <a:srgbClr val="202426"/>
                </a:solidFill>
                <a:latin typeface="Arial"/>
                <a:ea typeface="Arial"/>
                <a:cs typeface="Arial"/>
              </a:defRPr>
            </a:lvl7pPr>
            <a:lvl8pPr algn="l">
              <a:defRPr sz="2250" b="1">
                <a:solidFill>
                  <a:srgbClr val="202426"/>
                </a:solidFill>
                <a:latin typeface="Arial"/>
                <a:ea typeface="Arial"/>
                <a:cs typeface="Arial"/>
              </a:defRPr>
            </a:lvl8pPr>
            <a:lvl9pPr algn="l">
              <a:defRPr sz="2250" b="1">
                <a:solidFill>
                  <a:srgbClr val="202426"/>
                </a:solidFill>
                <a:latin typeface="Arial"/>
                <a:ea typeface="Arial"/>
                <a:cs typeface="Arial"/>
              </a:defRPr>
            </a:lvl9pPr>
          </a:lstStyle>
          <a:p>
            <a:pPr algn="l">
              <a:lnSpc>
                <a:spcPct val="100000"/>
              </a:lnSpc>
              <a:buNone/>
              <a:defRPr sz="2250" b="1">
                <a:solidFill>
                  <a:srgbClr val="202426"/>
                </a:solidFill>
                <a:latin typeface="Arial"/>
                <a:ea typeface="Arial"/>
                <a:cs typeface="Arial"/>
              </a:defRPr>
            </a:pPr>
            <a:r>
              <a:rPr sz="2250" b="1">
                <a:solidFill>
                  <a:srgbClr val="202426"/>
                </a:solidFill>
                <a:latin typeface="Arial"/>
                <a:ea typeface="Arial"/>
                <a:cs typeface="Arial"/>
              </a:rPr>
              <a:t>Define the action</a:t>
            </a:r>
          </a:p>
        </p:txBody>
      </p:sp>
      <p:sp>
        <p:nvSpPr>
          <p:cNvPr id="13" name="Call it twice">
            <a:extLst>
              <a:ext uri="{FF2B5EF4-FFF2-40B4-BE49-F238E27FC236}">
                <a16:creationId xmlns:a16="http://schemas.microsoft.com/office/drawing/2014/main" id="{E471EC61-4382-4A8F-A1F3-911A3041FB95}"/>
              </a:ext>
            </a:extLst>
          </p:cNvPr>
          <p:cNvSpPr>
            <a:spLocks noGrp="1"/>
          </p:cNvSpPr>
          <p:nvPr/>
        </p:nvSpPr>
        <p:spPr>
          <a:xfrm>
            <a:off x="5429250" y="2914650"/>
            <a:ext cx="3810000" cy="438150"/>
          </a:xfrm>
          <a:prstGeom prst="rect">
            <a:avLst/>
          </a:prstGeom>
          <a:noFill/>
          <a:ln w="0">
            <a:noFill/>
          </a:ln>
        </p:spPr>
        <p:txBody>
          <a:bodyPr wrap="square" lIns="0" tIns="0" rIns="0" bIns="0" anchor="t">
            <a:noAutofit/>
          </a:bodyPr>
          <a:lstStyle>
            <a:defPPr algn="l">
              <a:defRPr sz="2250" b="1">
                <a:solidFill>
                  <a:srgbClr val="202426"/>
                </a:solidFill>
                <a:latin typeface="Arial"/>
                <a:ea typeface="Arial"/>
                <a:cs typeface="Arial"/>
              </a:defRPr>
            </a:defPPr>
            <a:lvl1pPr algn="l">
              <a:defRPr sz="2250" b="1">
                <a:solidFill>
                  <a:srgbClr val="202426"/>
                </a:solidFill>
                <a:latin typeface="Arial"/>
                <a:ea typeface="Arial"/>
                <a:cs typeface="Arial"/>
              </a:defRPr>
            </a:lvl1pPr>
            <a:lvl2pPr algn="l">
              <a:defRPr sz="2250" b="1">
                <a:solidFill>
                  <a:srgbClr val="202426"/>
                </a:solidFill>
                <a:latin typeface="Arial"/>
                <a:ea typeface="Arial"/>
                <a:cs typeface="Arial"/>
              </a:defRPr>
            </a:lvl2pPr>
            <a:lvl3pPr algn="l">
              <a:defRPr sz="2250" b="1">
                <a:solidFill>
                  <a:srgbClr val="202426"/>
                </a:solidFill>
                <a:latin typeface="Arial"/>
                <a:ea typeface="Arial"/>
                <a:cs typeface="Arial"/>
              </a:defRPr>
            </a:lvl3pPr>
            <a:lvl4pPr algn="l">
              <a:defRPr sz="2250" b="1">
                <a:solidFill>
                  <a:srgbClr val="202426"/>
                </a:solidFill>
                <a:latin typeface="Arial"/>
                <a:ea typeface="Arial"/>
                <a:cs typeface="Arial"/>
              </a:defRPr>
            </a:lvl4pPr>
            <a:lvl5pPr algn="l">
              <a:defRPr sz="2250" b="1">
                <a:solidFill>
                  <a:srgbClr val="202426"/>
                </a:solidFill>
                <a:latin typeface="Arial"/>
                <a:ea typeface="Arial"/>
                <a:cs typeface="Arial"/>
              </a:defRPr>
            </a:lvl5pPr>
            <a:lvl6pPr algn="l">
              <a:defRPr sz="2250" b="1">
                <a:solidFill>
                  <a:srgbClr val="202426"/>
                </a:solidFill>
                <a:latin typeface="Arial"/>
                <a:ea typeface="Arial"/>
                <a:cs typeface="Arial"/>
              </a:defRPr>
            </a:lvl6pPr>
            <a:lvl7pPr algn="l">
              <a:defRPr sz="2250" b="1">
                <a:solidFill>
                  <a:srgbClr val="202426"/>
                </a:solidFill>
                <a:latin typeface="Arial"/>
                <a:ea typeface="Arial"/>
                <a:cs typeface="Arial"/>
              </a:defRPr>
            </a:lvl7pPr>
            <a:lvl8pPr algn="l">
              <a:defRPr sz="2250" b="1">
                <a:solidFill>
                  <a:srgbClr val="202426"/>
                </a:solidFill>
                <a:latin typeface="Arial"/>
                <a:ea typeface="Arial"/>
                <a:cs typeface="Arial"/>
              </a:defRPr>
            </a:lvl8pPr>
            <a:lvl9pPr algn="l">
              <a:defRPr sz="2250" b="1">
                <a:solidFill>
                  <a:srgbClr val="202426"/>
                </a:solidFill>
                <a:latin typeface="Arial"/>
                <a:ea typeface="Arial"/>
                <a:cs typeface="Arial"/>
              </a:defRPr>
            </a:lvl9pPr>
          </a:lstStyle>
          <a:p>
            <a:pPr algn="l">
              <a:lnSpc>
                <a:spcPct val="100000"/>
              </a:lnSpc>
              <a:buNone/>
              <a:defRPr sz="2250" b="1">
                <a:solidFill>
                  <a:srgbClr val="202426"/>
                </a:solidFill>
                <a:latin typeface="Arial"/>
                <a:ea typeface="Arial"/>
                <a:cs typeface="Arial"/>
              </a:defRPr>
            </a:pPr>
            <a:r>
              <a:rPr sz="2250" b="1">
                <a:solidFill>
                  <a:srgbClr val="202426"/>
                </a:solidFill>
                <a:latin typeface="Arial"/>
                <a:ea typeface="Arial"/>
                <a:cs typeface="Arial"/>
              </a:rPr>
              <a:t>Call it twice</a:t>
            </a:r>
          </a:p>
        </p:txBody>
      </p:sp>
      <p:pic>
        <p:nvPicPr>
          <p:cNvPr id="14" name="Picture 13">
            <a:extLst>
              <a:ext uri="{FF2B5EF4-FFF2-40B4-BE49-F238E27FC236}">
                <a16:creationId xmlns:a16="http://schemas.microsoft.com/office/drawing/2014/main" id="{0ECB8160-4B87-41ED-8C97-5B664367EE53}"/>
              </a:ext>
            </a:extLst>
          </p:cNvPr>
          <p:cNvPicPr>
            <a:picLocks noChangeAspect="1"/>
          </p:cNvPicPr>
          <p:nvPr/>
        </p:nvPicPr>
        <p:blipFill>
          <a:blip r:embed="rId6"/>
          <a:stretch/>
        </p:blipFill>
        <p:spPr>
          <a:xfrm>
            <a:off x="914400" y="3435724"/>
            <a:ext cx="4191000" cy="2958353"/>
          </a:xfrm>
          <a:prstGeom prst="rect">
            <a:avLst/>
          </a:prstGeom>
        </p:spPr>
      </p:pic>
      <p:pic>
        <p:nvPicPr>
          <p:cNvPr id="15" name="Picture 14">
            <a:extLst>
              <a:ext uri="{FF2B5EF4-FFF2-40B4-BE49-F238E27FC236}">
                <a16:creationId xmlns:a16="http://schemas.microsoft.com/office/drawing/2014/main" id="{A7C2CA56-4E7D-4D0E-9E84-EDA6139FAAF1}"/>
              </a:ext>
            </a:extLst>
          </p:cNvPr>
          <p:cNvPicPr>
            <a:picLocks noChangeAspect="1"/>
          </p:cNvPicPr>
          <p:nvPr/>
        </p:nvPicPr>
        <p:blipFill>
          <a:blip r:embed="rId7"/>
          <a:stretch/>
        </p:blipFill>
        <p:spPr>
          <a:xfrm>
            <a:off x="5715000" y="3333750"/>
            <a:ext cx="3143250" cy="3524250"/>
          </a:xfrm>
          <a:prstGeom prst="rect">
            <a:avLst/>
          </a:prstGeom>
        </p:spPr>
      </p:pic>
      <p:sp>
        <p:nvSpPr>
          <p:cNvPr id="16" name="Rectangle 15">
            <a:extLst>
              <a:ext uri="{FF2B5EF4-FFF2-40B4-BE49-F238E27FC236}">
                <a16:creationId xmlns:a16="http://schemas.microsoft.com/office/drawing/2014/main" id="{1676FF4B-90FA-4406-82F5-4FA29FE9596D}"/>
              </a:ext>
            </a:extLst>
          </p:cNvPr>
          <p:cNvSpPr>
            <a:spLocks noGrp="1"/>
          </p:cNvSpPr>
          <p:nvPr/>
        </p:nvSpPr>
        <p:spPr>
          <a:xfrm>
            <a:off x="914400" y="7591425"/>
            <a:ext cx="8477250" cy="1743075"/>
          </a:xfrm>
          <a:prstGeom prst="rect">
            <a:avLst/>
          </a:prstGeom>
          <a:solidFill>
            <a:srgbClr val="F3F4F4"/>
          </a:solidFill>
          <a:ln w="0">
            <a:noFill/>
          </a:ln>
        </p:spPr>
      </p:sp>
      <p:sp>
        <p:nvSpPr>
          <p:cNvPr id="17" name="Rectangle 16">
            <a:extLst>
              <a:ext uri="{FF2B5EF4-FFF2-40B4-BE49-F238E27FC236}">
                <a16:creationId xmlns:a16="http://schemas.microsoft.com/office/drawing/2014/main" id="{EE519E27-52F3-4F36-B74C-B6FB51A2FA0D}"/>
              </a:ext>
            </a:extLst>
          </p:cNvPr>
          <p:cNvSpPr>
            <a:spLocks noGrp="1"/>
          </p:cNvSpPr>
          <p:nvPr/>
        </p:nvSpPr>
        <p:spPr>
          <a:xfrm>
            <a:off x="914400" y="7591425"/>
            <a:ext cx="57150" cy="1743075"/>
          </a:xfrm>
          <a:prstGeom prst="rect">
            <a:avLst/>
          </a:prstGeom>
          <a:solidFill>
            <a:srgbClr val="E64519"/>
          </a:solidFill>
          <a:ln w="0">
            <a:noFill/>
          </a:ln>
        </p:spPr>
      </p:sp>
      <p:sp>
        <p:nvSpPr>
          <p:cNvPr id="18" name="Scratch shows a speech bubble.&#10;C prints a line in ">
            <a:extLst>
              <a:ext uri="{FF2B5EF4-FFF2-40B4-BE49-F238E27FC236}">
                <a16:creationId xmlns:a16="http://schemas.microsoft.com/office/drawing/2014/main" id="{B74D1D5F-C06C-4F1D-B5BC-35C32701A798}"/>
              </a:ext>
            </a:extLst>
          </p:cNvPr>
          <p:cNvSpPr>
            <a:spLocks noGrp="1"/>
          </p:cNvSpPr>
          <p:nvPr/>
        </p:nvSpPr>
        <p:spPr>
          <a:xfrm>
            <a:off x="1200150" y="7896225"/>
            <a:ext cx="7810500" cy="1085850"/>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00000"/>
              </a:lnSpc>
              <a:buNone/>
              <a:defRPr sz="2475" b="0">
                <a:solidFill>
                  <a:srgbClr val="202426"/>
                </a:solidFill>
                <a:latin typeface="Arial"/>
                <a:ea typeface="Arial"/>
                <a:cs typeface="Arial"/>
              </a:defRPr>
            </a:pPr>
            <a:r>
              <a:rPr sz="2475" b="0">
                <a:solidFill>
                  <a:srgbClr val="202426"/>
                </a:solidFill>
                <a:latin typeface="Arial"/>
                <a:ea typeface="Arial"/>
                <a:cs typeface="Arial"/>
              </a:rPr>
              <a:t>Scratch shows a speech bubble.</a:t>
            </a:r>
          </a:p>
          <a:p>
            <a:pPr algn="l">
              <a:lnSpc>
                <a:spcPct val="100000"/>
              </a:lnSpc>
              <a:buNone/>
              <a:defRPr sz="2475" b="0">
                <a:solidFill>
                  <a:srgbClr val="202426"/>
                </a:solidFill>
                <a:latin typeface="Arial"/>
                <a:ea typeface="Arial"/>
                <a:cs typeface="Arial"/>
              </a:defRPr>
            </a:pPr>
            <a:r>
              <a:rPr sz="2475" b="0">
                <a:solidFill>
                  <a:srgbClr val="202426"/>
                </a:solidFill>
                <a:latin typeface="Arial"/>
                <a:ea typeface="Arial"/>
                <a:cs typeface="Arial"/>
              </a:rPr>
              <a:t>C prints a line in the terminal.</a:t>
            </a:r>
          </a:p>
        </p:txBody>
      </p:sp>
    </p:spTree>
    <p:extLst>
      <p:ext uri="{BB962C8B-B14F-4D97-AF65-F5344CB8AC3E}">
        <p14:creationId xmlns:p14="http://schemas.microsoft.com/office/powerpoint/2010/main" val="1881662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1A9C9C0-C2E6-4370-9FF1-4B9F468194A3}"/>
              </a:ext>
            </a:extLst>
          </p:cNvPr>
          <p:cNvSpPr>
            <a:spLocks noGrp="1"/>
          </p:cNvSpPr>
          <p:nvPr/>
        </p:nvSpPr>
        <p:spPr>
          <a:xfrm>
            <a:off x="914400" y="2754213"/>
            <a:ext cx="8473976" cy="4781550"/>
          </a:xfrm>
          <a:prstGeom prst="rect">
            <a:avLst/>
          </a:prstGeom>
          <a:solidFill>
            <a:srgbClr val="202426"/>
          </a:solidFill>
          <a:ln w="0">
            <a:noFill/>
          </a:ln>
        </p:spPr>
      </p:sp>
      <p:sp>
        <p:nvSpPr>
          <p:cNvPr id="2" name="Rectangle 1">
            <a:extLst>
              <a:ext uri="{FF2B5EF4-FFF2-40B4-BE49-F238E27FC236}">
                <a16:creationId xmlns:a16="http://schemas.microsoft.com/office/drawing/2014/main" id="{7970D4C1-6333-428A-A9FA-A4A38F0EBF7B}"/>
              </a:ext>
            </a:extLst>
          </p:cNvPr>
          <p:cNvSpPr>
            <a:spLocks noGrp="1"/>
          </p:cNvSpPr>
          <p:nvPr/>
        </p:nvSpPr>
        <p:spPr>
          <a:xfrm>
            <a:off x="9807476" y="2334667"/>
            <a:ext cx="7566124" cy="1629519"/>
          </a:xfrm>
          <a:prstGeom prst="rect">
            <a:avLst/>
          </a:prstGeom>
          <a:solidFill>
            <a:srgbClr val="F3F4F4"/>
          </a:solidFill>
          <a:ln w="0">
            <a:noFill/>
          </a:ln>
        </p:spPr>
      </p:sp>
      <p:sp>
        <p:nvSpPr>
          <p:cNvPr id="3" name="Rectangle 2">
            <a:extLst>
              <a:ext uri="{FF2B5EF4-FFF2-40B4-BE49-F238E27FC236}">
                <a16:creationId xmlns:a16="http://schemas.microsoft.com/office/drawing/2014/main" id="{A6E96CD4-BD69-4604-9926-89DA85101181}"/>
              </a:ext>
            </a:extLst>
          </p:cNvPr>
          <p:cNvSpPr>
            <a:spLocks noGrp="1"/>
          </p:cNvSpPr>
          <p:nvPr/>
        </p:nvSpPr>
        <p:spPr>
          <a:xfrm>
            <a:off x="9807476" y="2334667"/>
            <a:ext cx="57150" cy="1629519"/>
          </a:xfrm>
          <a:prstGeom prst="rect">
            <a:avLst/>
          </a:prstGeom>
          <a:solidFill>
            <a:srgbClr val="E64519"/>
          </a:solidFill>
          <a:ln w="0">
            <a:noFill/>
          </a:ln>
        </p:spPr>
      </p:sp>
      <p:sp>
        <p:nvSpPr>
          <p:cNvPr id="4" name="Rectangle 3">
            <a:extLst>
              <a:ext uri="{FF2B5EF4-FFF2-40B4-BE49-F238E27FC236}">
                <a16:creationId xmlns:a16="http://schemas.microsoft.com/office/drawing/2014/main" id="{1F5F4DA5-8DEC-4DCD-9908-A38B07910A5E}"/>
              </a:ext>
            </a:extLst>
          </p:cNvPr>
          <p:cNvSpPr>
            <a:spLocks noGrp="1"/>
          </p:cNvSpPr>
          <p:nvPr/>
        </p:nvSpPr>
        <p:spPr>
          <a:xfrm>
            <a:off x="9807476" y="7547670"/>
            <a:ext cx="7566124" cy="1786830"/>
          </a:xfrm>
          <a:prstGeom prst="rect">
            <a:avLst/>
          </a:prstGeom>
          <a:solidFill>
            <a:srgbClr val="202426"/>
          </a:solidFill>
          <a:ln w="0">
            <a:noFill/>
          </a:ln>
        </p:spPr>
      </p:sp>
      <p:sp>
        <p:nvSpPr>
          <p:cNvPr id="5" name="Rectangle 4">
            <a:extLst>
              <a:ext uri="{FF2B5EF4-FFF2-40B4-BE49-F238E27FC236}">
                <a16:creationId xmlns:a16="http://schemas.microsoft.com/office/drawing/2014/main" id="{DAE1DCD6-A7E0-40A6-8622-C1659D7CA8B6}"/>
              </a:ext>
            </a:extLst>
          </p:cNvPr>
          <p:cNvSpPr>
            <a:spLocks noGrp="1"/>
          </p:cNvSpPr>
          <p:nvPr/>
        </p:nvSpPr>
        <p:spPr>
          <a:xfrm>
            <a:off x="9807476" y="7547670"/>
            <a:ext cx="76200" cy="1786830"/>
          </a:xfrm>
          <a:prstGeom prst="rect">
            <a:avLst/>
          </a:prstGeom>
          <a:solidFill>
            <a:srgbClr val="E64519"/>
          </a:solidFill>
          <a:ln w="0">
            <a:noFill/>
          </a:ln>
        </p:spPr>
      </p:sp>
      <p:sp>
        <p:nvSpPr>
          <p:cNvPr id="6" name="Rectangle 5">
            <a:extLst>
              <a:ext uri="{FF2B5EF4-FFF2-40B4-BE49-F238E27FC236}">
                <a16:creationId xmlns:a16="http://schemas.microsoft.com/office/drawing/2014/main" id="{5AC27C7F-35FF-401B-A40B-8A1B72A5B258}"/>
              </a:ext>
            </a:extLst>
          </p:cNvPr>
          <p:cNvSpPr>
            <a:spLocks noGrp="1"/>
          </p:cNvSpPr>
          <p:nvPr/>
        </p:nvSpPr>
        <p:spPr>
          <a:xfrm>
            <a:off x="914400" y="9658350"/>
            <a:ext cx="16459200" cy="9525"/>
          </a:xfrm>
          <a:prstGeom prst="rect">
            <a:avLst/>
          </a:prstGeom>
          <a:solidFill>
            <a:srgbClr val="D9DEDF"/>
          </a:solidFill>
          <a:ln w="0">
            <a:noFill/>
          </a:ln>
        </p:spPr>
      </p:sp>
      <p:sp>
        <p:nvSpPr>
          <p:cNvPr id="7" name="section-label">
            <a:extLst>
              <a:ext uri="{FF2B5EF4-FFF2-40B4-BE49-F238E27FC236}">
                <a16:creationId xmlns:a16="http://schemas.microsoft.com/office/drawing/2014/main" id="{C801ABA1-5197-49B2-8D72-3B7882BF5EE8}"/>
              </a:ext>
            </a:extLst>
          </p:cNvPr>
          <p:cNvSpPr>
            <a:spLocks noGrp="1"/>
          </p:cNvSpPr>
          <p:nvPr/>
        </p:nvSpPr>
        <p:spPr>
          <a:xfrm>
            <a:off x="914400" y="738188"/>
            <a:ext cx="153426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FUNCTIONS</a:t>
            </a:r>
          </a:p>
        </p:txBody>
      </p:sp>
      <p:sp>
        <p:nvSpPr>
          <p:cNvPr id="8" name="H2">
            <a:extLst>
              <a:ext uri="{FF2B5EF4-FFF2-40B4-BE49-F238E27FC236}">
                <a16:creationId xmlns:a16="http://schemas.microsoft.com/office/drawing/2014/main" id="{B34F44A7-CC52-4FFE-9CFF-28BEF8CF6B79}"/>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One clear name. Two calls.</a:t>
            </a:r>
          </a:p>
        </p:txBody>
      </p:sp>
      <p:sp>
        <p:nvSpPr>
          <p:cNvPr id="9" name="caption">
            <a:extLst>
              <a:ext uri="{FF2B5EF4-FFF2-40B4-BE49-F238E27FC236}">
                <a16:creationId xmlns:a16="http://schemas.microsoft.com/office/drawing/2014/main" id="{424BE066-AD20-4939-8C52-7E3F447F9CD3}"/>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Complete C program</a:t>
            </a:r>
          </a:p>
        </p:txBody>
      </p:sp>
      <p:sp>
        <p:nvSpPr>
          <p:cNvPr id="10" name="PRE">
            <a:extLst>
              <a:ext uri="{FF2B5EF4-FFF2-40B4-BE49-F238E27FC236}">
                <a16:creationId xmlns:a16="http://schemas.microsoft.com/office/drawing/2014/main" id="{4118AA22-E723-4620-85D1-8C5103AE8AE4}"/>
              </a:ext>
            </a:extLst>
          </p:cNvPr>
          <p:cNvSpPr>
            <a:spLocks noGrp="1"/>
          </p:cNvSpPr>
          <p:nvPr/>
        </p:nvSpPr>
        <p:spPr>
          <a:xfrm>
            <a:off x="1200150" y="3001863"/>
            <a:ext cx="7902476" cy="4343400"/>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#include &lt;stdio.h&gt;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void print_hello_world(void);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int main(void)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print_hello_world();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print_hello_world();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return 0;</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void print_hello_world(void)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printf("Hello, world!\n");</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p:txBody>
      </p:sp>
      <p:sp>
        <p:nvSpPr>
          <p:cNvPr id="11" name="P">
            <a:extLst>
              <a:ext uri="{FF2B5EF4-FFF2-40B4-BE49-F238E27FC236}">
                <a16:creationId xmlns:a16="http://schemas.microsoft.com/office/drawing/2014/main" id="{A6C46789-D720-4E15-9E68-8E1E81BA8490}"/>
              </a:ext>
            </a:extLst>
          </p:cNvPr>
          <p:cNvSpPr>
            <a:spLocks noGrp="1"/>
          </p:cNvSpPr>
          <p:nvPr/>
        </p:nvSpPr>
        <p:spPr>
          <a:xfrm>
            <a:off x="10093226" y="2506117"/>
            <a:ext cx="7051774" cy="1343769"/>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A </a:t>
            </a:r>
            <a:r>
              <a:rPr sz="2475" b="1">
                <a:solidFill>
                  <a:srgbClr val="202426"/>
                </a:solidFill>
                <a:latin typeface="Arial"/>
                <a:ea typeface="Arial"/>
                <a:cs typeface="Arial"/>
              </a:rPr>
              <a:t>prototype</a:t>
            </a:r>
            <a:r>
              <a:rPr sz="2475" b="0">
                <a:solidFill>
                  <a:srgbClr val="202426"/>
                </a:solidFill>
                <a:latin typeface="Arial"/>
                <a:ea typeface="Arial"/>
                <a:cs typeface="Arial"/>
              </a:rPr>
              <a:t> declares a function before main calls it.</a:t>
            </a:r>
          </a:p>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It ends with </a:t>
            </a:r>
            <a:r>
              <a:rPr sz="2475" b="0">
                <a:solidFill>
                  <a:srgbClr val="202426"/>
                </a:solidFill>
                <a:latin typeface="Courier New"/>
                <a:ea typeface="Courier New"/>
                <a:cs typeface="Courier New"/>
              </a:rPr>
              <a:t>;</a:t>
            </a:r>
            <a:r>
              <a:rPr sz="2475" b="0">
                <a:solidFill>
                  <a:srgbClr val="202426"/>
                </a:solidFill>
                <a:latin typeface="Arial"/>
                <a:ea typeface="Arial"/>
                <a:cs typeface="Arial"/>
              </a:rPr>
              <a:t> and has no body.</a:t>
            </a:r>
          </a:p>
        </p:txBody>
      </p:sp>
      <p:sp>
        <p:nvSpPr>
          <p:cNvPr id="12" name="terminal">
            <a:extLst>
              <a:ext uri="{FF2B5EF4-FFF2-40B4-BE49-F238E27FC236}">
                <a16:creationId xmlns:a16="http://schemas.microsoft.com/office/drawing/2014/main" id="{DDB67266-EC22-4457-931C-C8720CD70B97}"/>
              </a:ext>
            </a:extLst>
          </p:cNvPr>
          <p:cNvSpPr>
            <a:spLocks noGrp="1"/>
          </p:cNvSpPr>
          <p:nvPr/>
        </p:nvSpPr>
        <p:spPr>
          <a:xfrm>
            <a:off x="10150376" y="7833420"/>
            <a:ext cx="6880324" cy="1272480"/>
          </a:xfrm>
          <a:prstGeom prst="rect">
            <a:avLst/>
          </a:prstGeom>
          <a:noFill/>
          <a:ln w="0">
            <a:noFill/>
          </a:ln>
        </p:spPr>
        <p:txBody>
          <a:bodyPr wrap="square" lIns="0" tIns="0" rIns="0" bIns="0" anchor="t">
            <a:noAutofit/>
          </a:bodyPr>
          <a:lstStyle>
            <a:defPPr algn="l">
              <a:defRPr sz="3300" b="0">
                <a:solidFill>
                  <a:srgbClr val="FFFFFF"/>
                </a:solidFill>
                <a:latin typeface="Courier New"/>
                <a:ea typeface="Courier New"/>
                <a:cs typeface="Courier New"/>
              </a:defRPr>
            </a:defPPr>
            <a:lvl1pPr algn="l">
              <a:defRPr sz="3300" b="0">
                <a:solidFill>
                  <a:srgbClr val="FFFFFF"/>
                </a:solidFill>
                <a:latin typeface="Courier New"/>
                <a:ea typeface="Courier New"/>
                <a:cs typeface="Courier New"/>
              </a:defRPr>
            </a:lvl1pPr>
            <a:lvl2pPr algn="l">
              <a:defRPr sz="3300" b="0">
                <a:solidFill>
                  <a:srgbClr val="FFFFFF"/>
                </a:solidFill>
                <a:latin typeface="Courier New"/>
                <a:ea typeface="Courier New"/>
                <a:cs typeface="Courier New"/>
              </a:defRPr>
            </a:lvl2pPr>
            <a:lvl3pPr algn="l">
              <a:defRPr sz="3300" b="0">
                <a:solidFill>
                  <a:srgbClr val="FFFFFF"/>
                </a:solidFill>
                <a:latin typeface="Courier New"/>
                <a:ea typeface="Courier New"/>
                <a:cs typeface="Courier New"/>
              </a:defRPr>
            </a:lvl3pPr>
            <a:lvl4pPr algn="l">
              <a:defRPr sz="3300" b="0">
                <a:solidFill>
                  <a:srgbClr val="FFFFFF"/>
                </a:solidFill>
                <a:latin typeface="Courier New"/>
                <a:ea typeface="Courier New"/>
                <a:cs typeface="Courier New"/>
              </a:defRPr>
            </a:lvl4pPr>
            <a:lvl5pPr algn="l">
              <a:defRPr sz="3300" b="0">
                <a:solidFill>
                  <a:srgbClr val="FFFFFF"/>
                </a:solidFill>
                <a:latin typeface="Courier New"/>
                <a:ea typeface="Courier New"/>
                <a:cs typeface="Courier New"/>
              </a:defRPr>
            </a:lvl5pPr>
            <a:lvl6pPr algn="l">
              <a:defRPr sz="3300" b="0">
                <a:solidFill>
                  <a:srgbClr val="FFFFFF"/>
                </a:solidFill>
                <a:latin typeface="Courier New"/>
                <a:ea typeface="Courier New"/>
                <a:cs typeface="Courier New"/>
              </a:defRPr>
            </a:lvl6pPr>
            <a:lvl7pPr algn="l">
              <a:defRPr sz="3300" b="0">
                <a:solidFill>
                  <a:srgbClr val="FFFFFF"/>
                </a:solidFill>
                <a:latin typeface="Courier New"/>
                <a:ea typeface="Courier New"/>
                <a:cs typeface="Courier New"/>
              </a:defRPr>
            </a:lvl7pPr>
            <a:lvl8pPr algn="l">
              <a:defRPr sz="3300" b="0">
                <a:solidFill>
                  <a:srgbClr val="FFFFFF"/>
                </a:solidFill>
                <a:latin typeface="Courier New"/>
                <a:ea typeface="Courier New"/>
                <a:cs typeface="Courier New"/>
              </a:defRPr>
            </a:lvl8pPr>
            <a:lvl9pPr algn="l">
              <a:defRPr sz="3300" b="0">
                <a:solidFill>
                  <a:srgbClr val="FFFFFF"/>
                </a:solidFill>
                <a:latin typeface="Courier New"/>
                <a:ea typeface="Courier New"/>
                <a:cs typeface="Courier New"/>
              </a:defRPr>
            </a:lvl9pPr>
          </a:lstStyle>
          <a:p>
            <a:pPr algn="l">
              <a:lnSpc>
                <a:spcPct val="120833"/>
              </a:lnSpc>
              <a:buNone/>
              <a:defRPr sz="3300" b="0">
                <a:solidFill>
                  <a:srgbClr val="FFFFFF"/>
                </a:solidFill>
                <a:latin typeface="Courier New"/>
                <a:ea typeface="Courier New"/>
                <a:cs typeface="Courier New"/>
              </a:defRPr>
            </a:pPr>
            <a:r>
              <a:rPr sz="3300" b="0">
                <a:solidFill>
                  <a:srgbClr val="FFFFFF"/>
                </a:solidFill>
                <a:latin typeface="Courier New"/>
                <a:ea typeface="Courier New"/>
                <a:cs typeface="Courier New"/>
              </a:rPr>
              <a:t>Hello, world!</a:t>
            </a:r>
          </a:p>
          <a:p>
            <a:pPr algn="l">
              <a:lnSpc>
                <a:spcPct val="120833"/>
              </a:lnSpc>
              <a:buNone/>
              <a:defRPr sz="3300" b="0">
                <a:solidFill>
                  <a:srgbClr val="FFFFFF"/>
                </a:solidFill>
                <a:latin typeface="Courier New"/>
                <a:ea typeface="Courier New"/>
                <a:cs typeface="Courier New"/>
              </a:defRPr>
            </a:pPr>
            <a:r>
              <a:rPr sz="3300" b="0">
                <a:solidFill>
                  <a:srgbClr val="FFFFFF"/>
                </a:solidFill>
                <a:latin typeface="Courier New"/>
                <a:ea typeface="Courier New"/>
                <a:cs typeface="Courier New"/>
              </a:rPr>
              <a:t>Hello, world!</a:t>
            </a:r>
          </a:p>
        </p:txBody>
      </p:sp>
      <p:sp>
        <p:nvSpPr>
          <p:cNvPr id="14" name="page-number">
            <a:extLst>
              <a:ext uri="{FF2B5EF4-FFF2-40B4-BE49-F238E27FC236}">
                <a16:creationId xmlns:a16="http://schemas.microsoft.com/office/drawing/2014/main" id="{DD1B8F35-6899-417B-B081-29F1924BA433}"/>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06</a:t>
            </a:r>
          </a:p>
        </p:txBody>
      </p:sp>
      <p:graphicFrame>
        <p:nvGraphicFramePr>
          <p:cNvPr id="15" name="Table 14">
            <a:extLst>
              <a:ext uri="{FF2B5EF4-FFF2-40B4-BE49-F238E27FC236}">
                <a16:creationId xmlns:a16="http://schemas.microsoft.com/office/drawing/2014/main" id="{DD9DBC9D-ABE7-4A47-8BA4-554C2C78E50B}"/>
              </a:ext>
            </a:extLst>
          </p:cNvPr>
          <p:cNvGraphicFramePr/>
          <p:nvPr/>
        </p:nvGraphicFramePr>
        <p:xfrm>
          <a:off x="9807476" y="4398615"/>
          <a:ext cx="7566124" cy="2705099"/>
        </p:xfrm>
        <a:graphic>
          <a:graphicData uri="http://schemas.openxmlformats.org/drawingml/2006/table">
            <a:tbl>
              <a:tblPr/>
              <a:tblGrid>
                <a:gridCol w="3527524">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669131">
                <a:tc>
                  <a:txBody>
                    <a:bodyPr/>
                    <a:lstStyle/>
                    <a:p>
                      <a:pPr>
                        <a:lnSpc>
                          <a:spcPct val="104167"/>
                        </a:lnSpc>
                        <a:buNone/>
                      </a:pPr>
                      <a:r>
                        <a:rPr sz="2475" b="1">
                          <a:solidFill>
                            <a:srgbClr val="202426"/>
                          </a:solidFill>
                          <a:latin typeface="Arial"/>
                          <a:ea typeface="Arial"/>
                          <a:cs typeface="Arial"/>
                        </a:rPr>
                        <a:t>Find it in the code</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475" b="1">
                          <a:solidFill>
                            <a:srgbClr val="202426"/>
                          </a:solidFill>
                          <a:latin typeface="Arial"/>
                          <a:ea typeface="Arial"/>
                          <a:cs typeface="Arial"/>
                        </a:rPr>
                        <a:t>What it means</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475" b="1">
                          <a:solidFill>
                            <a:srgbClr val="202426"/>
                          </a:solidFill>
                          <a:latin typeface="Arial"/>
                          <a:ea typeface="Arial"/>
                          <a:cs typeface="Arial"/>
                        </a:rPr>
                        <a:t>Prototype</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Announce the function</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475" b="1">
                          <a:solidFill>
                            <a:srgbClr val="202426"/>
                          </a:solidFill>
                          <a:latin typeface="Arial"/>
                          <a:ea typeface="Arial"/>
                          <a:cs typeface="Arial"/>
                        </a:rPr>
                        <a:t>Call</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Run it now</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r h="678656">
                <a:tc>
                  <a:txBody>
                    <a:bodyPr/>
                    <a:lstStyle/>
                    <a:p>
                      <a:pPr>
                        <a:lnSpc>
                          <a:spcPct val="104167"/>
                        </a:lnSpc>
                        <a:buNone/>
                      </a:pPr>
                      <a:r>
                        <a:rPr sz="2475" b="1">
                          <a:solidFill>
                            <a:srgbClr val="202426"/>
                          </a:solidFill>
                          <a:latin typeface="Arial"/>
                          <a:ea typeface="Arial"/>
                          <a:cs typeface="Arial"/>
                        </a:rPr>
                        <a:t>Definition</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Describe its work</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3"/>
                  </a:ext>
                </a:extLst>
              </a:tr>
            </a:tbl>
          </a:graphicData>
        </a:graphic>
      </p:graphicFrame>
      <p:pic>
        <p:nvPicPr>
          <p:cNvPr id="16" name="Picture 15">
            <a:extLst>
              <a:ext uri="{FF2B5EF4-FFF2-40B4-BE49-F238E27FC236}">
                <a16:creationId xmlns:a16="http://schemas.microsoft.com/office/drawing/2014/main" id="{945CE53E-19CB-4FDC-AB4F-C1FDEDD71809}"/>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15170228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8C0B5A5-C33E-4B89-A7BF-D6F1D6E83835}"/>
              </a:ext>
            </a:extLst>
          </p:cNvPr>
          <p:cNvSpPr>
            <a:spLocks noGrp="1"/>
          </p:cNvSpPr>
          <p:nvPr/>
        </p:nvSpPr>
        <p:spPr>
          <a:xfrm>
            <a:off x="914400" y="7143155"/>
            <a:ext cx="8473976" cy="1209675"/>
          </a:xfrm>
          <a:prstGeom prst="rect">
            <a:avLst/>
          </a:prstGeom>
          <a:solidFill>
            <a:srgbClr val="202426"/>
          </a:solidFill>
          <a:ln w="0">
            <a:noFill/>
          </a:ln>
        </p:spPr>
      </p:sp>
      <p:sp>
        <p:nvSpPr>
          <p:cNvPr id="2" name="Rectangle 1">
            <a:extLst>
              <a:ext uri="{FF2B5EF4-FFF2-40B4-BE49-F238E27FC236}">
                <a16:creationId xmlns:a16="http://schemas.microsoft.com/office/drawing/2014/main" id="{9791FBAD-930E-450B-B728-B1CF534762CB}"/>
              </a:ext>
            </a:extLst>
          </p:cNvPr>
          <p:cNvSpPr>
            <a:spLocks noGrp="1"/>
          </p:cNvSpPr>
          <p:nvPr/>
        </p:nvSpPr>
        <p:spPr>
          <a:xfrm>
            <a:off x="9807476" y="2754213"/>
            <a:ext cx="7566124" cy="4424363"/>
          </a:xfrm>
          <a:prstGeom prst="rect">
            <a:avLst/>
          </a:prstGeom>
          <a:solidFill>
            <a:srgbClr val="202426"/>
          </a:solidFill>
          <a:ln w="0">
            <a:noFill/>
          </a:ln>
        </p:spPr>
      </p:sp>
      <p:sp>
        <p:nvSpPr>
          <p:cNvPr id="3" name="Rectangle 2">
            <a:extLst>
              <a:ext uri="{FF2B5EF4-FFF2-40B4-BE49-F238E27FC236}">
                <a16:creationId xmlns:a16="http://schemas.microsoft.com/office/drawing/2014/main" id="{30B6AF38-970D-47D7-92A5-84C1FF275CD6}"/>
              </a:ext>
            </a:extLst>
          </p:cNvPr>
          <p:cNvSpPr>
            <a:spLocks noGrp="1"/>
          </p:cNvSpPr>
          <p:nvPr/>
        </p:nvSpPr>
        <p:spPr>
          <a:xfrm>
            <a:off x="914400" y="8581430"/>
            <a:ext cx="16459200" cy="19050"/>
          </a:xfrm>
          <a:prstGeom prst="rect">
            <a:avLst/>
          </a:prstGeom>
          <a:solidFill>
            <a:srgbClr val="D9DEDF"/>
          </a:solidFill>
          <a:ln w="0">
            <a:noFill/>
          </a:ln>
        </p:spPr>
      </p:sp>
      <p:sp>
        <p:nvSpPr>
          <p:cNvPr id="4" name="Rectangle 3">
            <a:extLst>
              <a:ext uri="{FF2B5EF4-FFF2-40B4-BE49-F238E27FC236}">
                <a16:creationId xmlns:a16="http://schemas.microsoft.com/office/drawing/2014/main" id="{B24F3503-011E-4115-BBED-71287ABF7400}"/>
              </a:ext>
            </a:extLst>
          </p:cNvPr>
          <p:cNvSpPr>
            <a:spLocks noGrp="1"/>
          </p:cNvSpPr>
          <p:nvPr/>
        </p:nvSpPr>
        <p:spPr>
          <a:xfrm>
            <a:off x="914400" y="9658350"/>
            <a:ext cx="16459200" cy="9525"/>
          </a:xfrm>
          <a:prstGeom prst="rect">
            <a:avLst/>
          </a:prstGeom>
          <a:solidFill>
            <a:srgbClr val="D9DEDF"/>
          </a:solidFill>
          <a:ln w="0">
            <a:noFill/>
          </a:ln>
        </p:spPr>
      </p:sp>
      <p:sp>
        <p:nvSpPr>
          <p:cNvPr id="5" name="section-label">
            <a:extLst>
              <a:ext uri="{FF2B5EF4-FFF2-40B4-BE49-F238E27FC236}">
                <a16:creationId xmlns:a16="http://schemas.microsoft.com/office/drawing/2014/main" id="{C6F5B34C-6396-49CA-9CEE-F65C83D4F865}"/>
              </a:ext>
            </a:extLst>
          </p:cNvPr>
          <p:cNvSpPr>
            <a:spLocks noGrp="1"/>
          </p:cNvSpPr>
          <p:nvPr/>
        </p:nvSpPr>
        <p:spPr>
          <a:xfrm>
            <a:off x="914400" y="738188"/>
            <a:ext cx="153426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FUNCTIONS</a:t>
            </a:r>
          </a:p>
        </p:txBody>
      </p:sp>
      <p:sp>
        <p:nvSpPr>
          <p:cNvPr id="6" name="H2">
            <a:extLst>
              <a:ext uri="{FF2B5EF4-FFF2-40B4-BE49-F238E27FC236}">
                <a16:creationId xmlns:a16="http://schemas.microsoft.com/office/drawing/2014/main" id="{A075FF3F-6554-40DB-BA06-A76AE406B0AB}"/>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One function can reuse another function.</a:t>
            </a:r>
          </a:p>
        </p:txBody>
      </p:sp>
      <p:sp>
        <p:nvSpPr>
          <p:cNvPr id="7" name="caption">
            <a:extLst>
              <a:ext uri="{FF2B5EF4-FFF2-40B4-BE49-F238E27FC236}">
                <a16:creationId xmlns:a16="http://schemas.microsoft.com/office/drawing/2014/main" id="{41077102-A5D1-4580-BD75-BF5B793B05A9}"/>
              </a:ext>
            </a:extLst>
          </p:cNvPr>
          <p:cNvSpPr>
            <a:spLocks noGrp="1"/>
          </p:cNvSpPr>
          <p:nvPr/>
        </p:nvSpPr>
        <p:spPr>
          <a:xfrm>
            <a:off x="914400" y="6723608"/>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C calls inside main</a:t>
            </a:r>
          </a:p>
        </p:txBody>
      </p:sp>
      <p:sp>
        <p:nvSpPr>
          <p:cNvPr id="8" name="PRE">
            <a:extLst>
              <a:ext uri="{FF2B5EF4-FFF2-40B4-BE49-F238E27FC236}">
                <a16:creationId xmlns:a16="http://schemas.microsoft.com/office/drawing/2014/main" id="{6BFB459A-16E3-4A95-9F35-A59C99CC2682}"/>
              </a:ext>
            </a:extLst>
          </p:cNvPr>
          <p:cNvSpPr>
            <a:spLocks noGrp="1"/>
          </p:cNvSpPr>
          <p:nvPr/>
        </p:nvSpPr>
        <p:spPr>
          <a:xfrm>
            <a:off x="1200150" y="7390805"/>
            <a:ext cx="7902476" cy="771525"/>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print_meows(1);</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print_meows(3);</a:t>
            </a:r>
          </a:p>
        </p:txBody>
      </p:sp>
      <p:sp>
        <p:nvSpPr>
          <p:cNvPr id="9" name="caption">
            <a:extLst>
              <a:ext uri="{FF2B5EF4-FFF2-40B4-BE49-F238E27FC236}">
                <a16:creationId xmlns:a16="http://schemas.microsoft.com/office/drawing/2014/main" id="{778BC2C6-BBF9-48D3-97E9-BD41C77F7533}"/>
              </a:ext>
            </a:extLst>
          </p:cNvPr>
          <p:cNvSpPr>
            <a:spLocks noGrp="1"/>
          </p:cNvSpPr>
          <p:nvPr/>
        </p:nvSpPr>
        <p:spPr>
          <a:xfrm>
            <a:off x="9807476" y="2334667"/>
            <a:ext cx="7566124"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C · the same two named actions</a:t>
            </a:r>
          </a:p>
        </p:txBody>
      </p:sp>
      <p:sp>
        <p:nvSpPr>
          <p:cNvPr id="10" name="PRE">
            <a:extLst>
              <a:ext uri="{FF2B5EF4-FFF2-40B4-BE49-F238E27FC236}">
                <a16:creationId xmlns:a16="http://schemas.microsoft.com/office/drawing/2014/main" id="{A958CE60-D4FC-4DED-BD88-F8E30A4C1E54}"/>
              </a:ext>
            </a:extLst>
          </p:cNvPr>
          <p:cNvSpPr>
            <a:spLocks noGrp="1"/>
          </p:cNvSpPr>
          <p:nvPr/>
        </p:nvSpPr>
        <p:spPr>
          <a:xfrm>
            <a:off x="10093226" y="3001863"/>
            <a:ext cx="6994624" cy="3986213"/>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void print_meow(void)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printf("meow\n");</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void print_meows(int count)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for (int i = 0; i &lt; count; i++)</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print_meow();</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p:txBody>
      </p:sp>
      <p:sp>
        <p:nvSpPr>
          <p:cNvPr id="11" name="P">
            <a:extLst>
              <a:ext uri="{FF2B5EF4-FFF2-40B4-BE49-F238E27FC236}">
                <a16:creationId xmlns:a16="http://schemas.microsoft.com/office/drawing/2014/main" id="{78F7E508-AED6-4BC2-9F1E-E6B91F66DC39}"/>
              </a:ext>
            </a:extLst>
          </p:cNvPr>
          <p:cNvSpPr>
            <a:spLocks noGrp="1"/>
          </p:cNvSpPr>
          <p:nvPr/>
        </p:nvSpPr>
        <p:spPr>
          <a:xfrm>
            <a:off x="914400" y="8771930"/>
            <a:ext cx="8039100" cy="448270"/>
          </a:xfrm>
          <a:prstGeom prst="rect">
            <a:avLst/>
          </a:prstGeom>
          <a:noFill/>
          <a:ln w="0">
            <a:noFill/>
          </a:ln>
        </p:spPr>
        <p:txBody>
          <a:bodyPr wrap="square" lIns="0" tIns="0" rIns="0" bIns="0" anchor="t">
            <a:noAutofit/>
          </a:bodyPr>
          <a:lstStyle>
            <a:defPPr algn="l">
              <a:defRPr sz="2325" b="0">
                <a:solidFill>
                  <a:srgbClr val="202426"/>
                </a:solidFill>
                <a:latin typeface="Arial"/>
                <a:ea typeface="Arial"/>
                <a:cs typeface="Arial"/>
              </a:defRPr>
            </a:defPPr>
            <a:lvl1pPr algn="l">
              <a:defRPr sz="2325" b="0">
                <a:solidFill>
                  <a:srgbClr val="202426"/>
                </a:solidFill>
                <a:latin typeface="Arial"/>
                <a:ea typeface="Arial"/>
                <a:cs typeface="Arial"/>
              </a:defRPr>
            </a:lvl1pPr>
            <a:lvl2pPr algn="l">
              <a:defRPr sz="2325" b="0">
                <a:solidFill>
                  <a:srgbClr val="202426"/>
                </a:solidFill>
                <a:latin typeface="Arial"/>
                <a:ea typeface="Arial"/>
                <a:cs typeface="Arial"/>
              </a:defRPr>
            </a:lvl2pPr>
            <a:lvl3pPr algn="l">
              <a:defRPr sz="2325" b="0">
                <a:solidFill>
                  <a:srgbClr val="202426"/>
                </a:solidFill>
                <a:latin typeface="Arial"/>
                <a:ea typeface="Arial"/>
                <a:cs typeface="Arial"/>
              </a:defRPr>
            </a:lvl3pPr>
            <a:lvl4pPr algn="l">
              <a:defRPr sz="2325" b="0">
                <a:solidFill>
                  <a:srgbClr val="202426"/>
                </a:solidFill>
                <a:latin typeface="Arial"/>
                <a:ea typeface="Arial"/>
                <a:cs typeface="Arial"/>
              </a:defRPr>
            </a:lvl4pPr>
            <a:lvl5pPr algn="l">
              <a:defRPr sz="2325" b="0">
                <a:solidFill>
                  <a:srgbClr val="202426"/>
                </a:solidFill>
                <a:latin typeface="Arial"/>
                <a:ea typeface="Arial"/>
                <a:cs typeface="Arial"/>
              </a:defRPr>
            </a:lvl5pPr>
            <a:lvl6pPr algn="l">
              <a:defRPr sz="2325" b="0">
                <a:solidFill>
                  <a:srgbClr val="202426"/>
                </a:solidFill>
                <a:latin typeface="Arial"/>
                <a:ea typeface="Arial"/>
                <a:cs typeface="Arial"/>
              </a:defRPr>
            </a:lvl6pPr>
            <a:lvl7pPr algn="l">
              <a:defRPr sz="2325" b="0">
                <a:solidFill>
                  <a:srgbClr val="202426"/>
                </a:solidFill>
                <a:latin typeface="Arial"/>
                <a:ea typeface="Arial"/>
                <a:cs typeface="Arial"/>
              </a:defRPr>
            </a:lvl7pPr>
            <a:lvl8pPr algn="l">
              <a:defRPr sz="2325" b="0">
                <a:solidFill>
                  <a:srgbClr val="202426"/>
                </a:solidFill>
                <a:latin typeface="Arial"/>
                <a:ea typeface="Arial"/>
                <a:cs typeface="Arial"/>
              </a:defRPr>
            </a:lvl8pPr>
            <a:lvl9pPr algn="l">
              <a:defRPr sz="2325" b="0">
                <a:solidFill>
                  <a:srgbClr val="202426"/>
                </a:solidFill>
                <a:latin typeface="Arial"/>
                <a:ea typeface="Arial"/>
                <a:cs typeface="Arial"/>
              </a:defRPr>
            </a:lvl9pPr>
          </a:lstStyle>
          <a:p>
            <a:pPr algn="l">
              <a:lnSpc>
                <a:spcPct val="108333"/>
              </a:lnSpc>
              <a:buNone/>
              <a:defRPr sz="2325" b="0">
                <a:solidFill>
                  <a:srgbClr val="202426"/>
                </a:solidFill>
                <a:latin typeface="Arial"/>
                <a:ea typeface="Arial"/>
                <a:cs typeface="Arial"/>
              </a:defRPr>
            </a:pPr>
            <a:r>
              <a:rPr sz="2325" b="1">
                <a:solidFill>
                  <a:srgbClr val="202426"/>
                </a:solidFill>
                <a:latin typeface="Arial"/>
                <a:ea typeface="Arial"/>
                <a:cs typeface="Arial"/>
              </a:rPr>
              <a:t>Parameter:</a:t>
            </a:r>
            <a:r>
              <a:rPr sz="2325" b="0">
                <a:solidFill>
                  <a:srgbClr val="202426"/>
                </a:solidFill>
                <a:latin typeface="Arial"/>
                <a:ea typeface="Arial"/>
                <a:cs typeface="Arial"/>
              </a:rPr>
              <a:t> </a:t>
            </a:r>
            <a:r>
              <a:rPr sz="2325" b="0">
                <a:solidFill>
                  <a:srgbClr val="202426"/>
                </a:solidFill>
                <a:latin typeface="Courier New"/>
                <a:ea typeface="Courier New"/>
                <a:cs typeface="Courier New"/>
              </a:rPr>
              <a:t>count</a:t>
            </a:r>
            <a:r>
              <a:rPr sz="2325" b="0">
                <a:solidFill>
                  <a:srgbClr val="202426"/>
                </a:solidFill>
                <a:latin typeface="Arial"/>
                <a:ea typeface="Arial"/>
                <a:cs typeface="Arial"/>
              </a:rPr>
              <a:t>, the input name inside the function.</a:t>
            </a:r>
          </a:p>
        </p:txBody>
      </p:sp>
      <p:sp>
        <p:nvSpPr>
          <p:cNvPr id="12" name="P">
            <a:extLst>
              <a:ext uri="{FF2B5EF4-FFF2-40B4-BE49-F238E27FC236}">
                <a16:creationId xmlns:a16="http://schemas.microsoft.com/office/drawing/2014/main" id="{C92866B5-5D17-45A5-A283-90D6530556DB}"/>
              </a:ext>
            </a:extLst>
          </p:cNvPr>
          <p:cNvSpPr>
            <a:spLocks noGrp="1"/>
          </p:cNvSpPr>
          <p:nvPr/>
        </p:nvSpPr>
        <p:spPr>
          <a:xfrm>
            <a:off x="9334500" y="8771930"/>
            <a:ext cx="8039100" cy="448270"/>
          </a:xfrm>
          <a:prstGeom prst="rect">
            <a:avLst/>
          </a:prstGeom>
          <a:noFill/>
          <a:ln w="0">
            <a:noFill/>
          </a:ln>
        </p:spPr>
        <p:txBody>
          <a:bodyPr wrap="square" lIns="0" tIns="0" rIns="0" bIns="0" anchor="t">
            <a:noAutofit/>
          </a:bodyPr>
          <a:lstStyle>
            <a:defPPr algn="l">
              <a:defRPr sz="2325" b="0">
                <a:solidFill>
                  <a:srgbClr val="202426"/>
                </a:solidFill>
                <a:latin typeface="Arial"/>
                <a:ea typeface="Arial"/>
                <a:cs typeface="Arial"/>
              </a:defRPr>
            </a:defPPr>
            <a:lvl1pPr algn="l">
              <a:defRPr sz="2325" b="0">
                <a:solidFill>
                  <a:srgbClr val="202426"/>
                </a:solidFill>
                <a:latin typeface="Arial"/>
                <a:ea typeface="Arial"/>
                <a:cs typeface="Arial"/>
              </a:defRPr>
            </a:lvl1pPr>
            <a:lvl2pPr algn="l">
              <a:defRPr sz="2325" b="0">
                <a:solidFill>
                  <a:srgbClr val="202426"/>
                </a:solidFill>
                <a:latin typeface="Arial"/>
                <a:ea typeface="Arial"/>
                <a:cs typeface="Arial"/>
              </a:defRPr>
            </a:lvl2pPr>
            <a:lvl3pPr algn="l">
              <a:defRPr sz="2325" b="0">
                <a:solidFill>
                  <a:srgbClr val="202426"/>
                </a:solidFill>
                <a:latin typeface="Arial"/>
                <a:ea typeface="Arial"/>
                <a:cs typeface="Arial"/>
              </a:defRPr>
            </a:lvl3pPr>
            <a:lvl4pPr algn="l">
              <a:defRPr sz="2325" b="0">
                <a:solidFill>
                  <a:srgbClr val="202426"/>
                </a:solidFill>
                <a:latin typeface="Arial"/>
                <a:ea typeface="Arial"/>
                <a:cs typeface="Arial"/>
              </a:defRPr>
            </a:lvl4pPr>
            <a:lvl5pPr algn="l">
              <a:defRPr sz="2325" b="0">
                <a:solidFill>
                  <a:srgbClr val="202426"/>
                </a:solidFill>
                <a:latin typeface="Arial"/>
                <a:ea typeface="Arial"/>
                <a:cs typeface="Arial"/>
              </a:defRPr>
            </a:lvl5pPr>
            <a:lvl6pPr algn="l">
              <a:defRPr sz="2325" b="0">
                <a:solidFill>
                  <a:srgbClr val="202426"/>
                </a:solidFill>
                <a:latin typeface="Arial"/>
                <a:ea typeface="Arial"/>
                <a:cs typeface="Arial"/>
              </a:defRPr>
            </a:lvl6pPr>
            <a:lvl7pPr algn="l">
              <a:defRPr sz="2325" b="0">
                <a:solidFill>
                  <a:srgbClr val="202426"/>
                </a:solidFill>
                <a:latin typeface="Arial"/>
                <a:ea typeface="Arial"/>
                <a:cs typeface="Arial"/>
              </a:defRPr>
            </a:lvl7pPr>
            <a:lvl8pPr algn="l">
              <a:defRPr sz="2325" b="0">
                <a:solidFill>
                  <a:srgbClr val="202426"/>
                </a:solidFill>
                <a:latin typeface="Arial"/>
                <a:ea typeface="Arial"/>
                <a:cs typeface="Arial"/>
              </a:defRPr>
            </a:lvl8pPr>
            <a:lvl9pPr algn="l">
              <a:defRPr sz="2325" b="0">
                <a:solidFill>
                  <a:srgbClr val="202426"/>
                </a:solidFill>
                <a:latin typeface="Arial"/>
                <a:ea typeface="Arial"/>
                <a:cs typeface="Arial"/>
              </a:defRPr>
            </a:lvl9pPr>
          </a:lstStyle>
          <a:p>
            <a:pPr algn="l">
              <a:lnSpc>
                <a:spcPct val="108333"/>
              </a:lnSpc>
              <a:buNone/>
              <a:defRPr sz="2325" b="0">
                <a:solidFill>
                  <a:srgbClr val="202426"/>
                </a:solidFill>
                <a:latin typeface="Arial"/>
                <a:ea typeface="Arial"/>
                <a:cs typeface="Arial"/>
              </a:defRPr>
            </a:pPr>
            <a:r>
              <a:rPr sz="2325" b="1">
                <a:solidFill>
                  <a:srgbClr val="202426"/>
                </a:solidFill>
                <a:latin typeface="Arial"/>
                <a:ea typeface="Arial"/>
                <a:cs typeface="Arial"/>
              </a:rPr>
              <a:t>Argument:</a:t>
            </a:r>
            <a:r>
              <a:rPr sz="2325" b="0">
                <a:solidFill>
                  <a:srgbClr val="202426"/>
                </a:solidFill>
                <a:latin typeface="Arial"/>
                <a:ea typeface="Arial"/>
                <a:cs typeface="Arial"/>
              </a:rPr>
              <a:t> </a:t>
            </a:r>
            <a:r>
              <a:rPr sz="2325" b="0">
                <a:solidFill>
                  <a:srgbClr val="202426"/>
                </a:solidFill>
                <a:latin typeface="Courier New"/>
                <a:ea typeface="Courier New"/>
                <a:cs typeface="Courier New"/>
              </a:rPr>
              <a:t>3</a:t>
            </a:r>
            <a:r>
              <a:rPr sz="2325" b="0">
                <a:solidFill>
                  <a:srgbClr val="202426"/>
                </a:solidFill>
                <a:latin typeface="Arial"/>
                <a:ea typeface="Arial"/>
                <a:cs typeface="Arial"/>
              </a:rPr>
              <a:t>, the value supplied by a call.</a:t>
            </a:r>
          </a:p>
        </p:txBody>
      </p:sp>
      <p:sp>
        <p:nvSpPr>
          <p:cNvPr id="14" name="page-number">
            <a:extLst>
              <a:ext uri="{FF2B5EF4-FFF2-40B4-BE49-F238E27FC236}">
                <a16:creationId xmlns:a16="http://schemas.microsoft.com/office/drawing/2014/main" id="{48EC4259-0542-4708-B7FE-2576CBBFD460}"/>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07</a:t>
            </a:r>
          </a:p>
        </p:txBody>
      </p:sp>
      <p:pic>
        <p:nvPicPr>
          <p:cNvPr id="15" name="Picture 14">
            <a:extLst>
              <a:ext uri="{FF2B5EF4-FFF2-40B4-BE49-F238E27FC236}">
                <a16:creationId xmlns:a16="http://schemas.microsoft.com/office/drawing/2014/main" id="{CBE69638-D50F-4F05-A271-AA3F45CEF95D}"/>
              </a:ext>
            </a:extLst>
          </p:cNvPr>
          <p:cNvPicPr>
            <a:picLocks noChangeAspect="1"/>
          </p:cNvPicPr>
          <p:nvPr/>
        </p:nvPicPr>
        <p:blipFill>
          <a:blip r:embed="rId5"/>
          <a:stretch/>
        </p:blipFill>
        <p:spPr>
          <a:xfrm>
            <a:off x="16592589" y="611386"/>
            <a:ext cx="780972" cy="510778"/>
          </a:xfrm>
          <a:prstGeom prst="rect">
            <a:avLst/>
          </a:prstGeom>
        </p:spPr>
      </p:pic>
      <p:sp>
        <p:nvSpPr>
          <p:cNvPr id="16" name="Scratch · reuse a custom block">
            <a:extLst>
              <a:ext uri="{FF2B5EF4-FFF2-40B4-BE49-F238E27FC236}">
                <a16:creationId xmlns:a16="http://schemas.microsoft.com/office/drawing/2014/main" id="{D03CB41E-1486-4425-AFBC-772CDE005895}"/>
              </a:ext>
            </a:extLst>
          </p:cNvPr>
          <p:cNvSpPr>
            <a:spLocks noGrp="1"/>
          </p:cNvSpPr>
          <p:nvPr/>
        </p:nvSpPr>
        <p:spPr>
          <a:xfrm>
            <a:off x="914400" y="2333625"/>
            <a:ext cx="8477250" cy="438150"/>
          </a:xfrm>
          <a:prstGeom prst="rect">
            <a:avLst/>
          </a:prstGeom>
          <a:noFill/>
          <a:ln w="0">
            <a:noFill/>
          </a:ln>
        </p:spPr>
        <p:txBody>
          <a:bodyPr wrap="square" lIns="0" tIns="0" rIns="0" bIns="0" anchor="t">
            <a:noAutofit/>
          </a:bodyPr>
          <a:lstStyle>
            <a:defPPr algn="l">
              <a:defRPr sz="2025" b="0">
                <a:solidFill>
                  <a:srgbClr val="596167"/>
                </a:solidFill>
                <a:latin typeface="Arial"/>
                <a:ea typeface="Arial"/>
                <a:cs typeface="Arial"/>
              </a:defRPr>
            </a:defPPr>
            <a:lvl1pPr algn="l">
              <a:defRPr sz="2025" b="0">
                <a:solidFill>
                  <a:srgbClr val="596167"/>
                </a:solidFill>
                <a:latin typeface="Arial"/>
                <a:ea typeface="Arial"/>
                <a:cs typeface="Arial"/>
              </a:defRPr>
            </a:lvl1pPr>
            <a:lvl2pPr algn="l">
              <a:defRPr sz="2025" b="0">
                <a:solidFill>
                  <a:srgbClr val="596167"/>
                </a:solidFill>
                <a:latin typeface="Arial"/>
                <a:ea typeface="Arial"/>
                <a:cs typeface="Arial"/>
              </a:defRPr>
            </a:lvl2pPr>
            <a:lvl3pPr algn="l">
              <a:defRPr sz="2025" b="0">
                <a:solidFill>
                  <a:srgbClr val="596167"/>
                </a:solidFill>
                <a:latin typeface="Arial"/>
                <a:ea typeface="Arial"/>
                <a:cs typeface="Arial"/>
              </a:defRPr>
            </a:lvl3pPr>
            <a:lvl4pPr algn="l">
              <a:defRPr sz="2025" b="0">
                <a:solidFill>
                  <a:srgbClr val="596167"/>
                </a:solidFill>
                <a:latin typeface="Arial"/>
                <a:ea typeface="Arial"/>
                <a:cs typeface="Arial"/>
              </a:defRPr>
            </a:lvl4pPr>
            <a:lvl5pPr algn="l">
              <a:defRPr sz="2025" b="0">
                <a:solidFill>
                  <a:srgbClr val="596167"/>
                </a:solidFill>
                <a:latin typeface="Arial"/>
                <a:ea typeface="Arial"/>
                <a:cs typeface="Arial"/>
              </a:defRPr>
            </a:lvl5pPr>
            <a:lvl6pPr algn="l">
              <a:defRPr sz="2025" b="0">
                <a:solidFill>
                  <a:srgbClr val="596167"/>
                </a:solidFill>
                <a:latin typeface="Arial"/>
                <a:ea typeface="Arial"/>
                <a:cs typeface="Arial"/>
              </a:defRPr>
            </a:lvl6pPr>
            <a:lvl7pPr algn="l">
              <a:defRPr sz="2025" b="0">
                <a:solidFill>
                  <a:srgbClr val="596167"/>
                </a:solidFill>
                <a:latin typeface="Arial"/>
                <a:ea typeface="Arial"/>
                <a:cs typeface="Arial"/>
              </a:defRPr>
            </a:lvl7pPr>
            <a:lvl8pPr algn="l">
              <a:defRPr sz="2025" b="0">
                <a:solidFill>
                  <a:srgbClr val="596167"/>
                </a:solidFill>
                <a:latin typeface="Arial"/>
                <a:ea typeface="Arial"/>
                <a:cs typeface="Arial"/>
              </a:defRPr>
            </a:lvl8pPr>
            <a:lvl9pPr algn="l">
              <a:defRPr sz="2025" b="0">
                <a:solidFill>
                  <a:srgbClr val="596167"/>
                </a:solidFill>
                <a:latin typeface="Arial"/>
                <a:ea typeface="Arial"/>
                <a:cs typeface="Arial"/>
              </a:defRPr>
            </a:lvl9pPr>
          </a:lstStyle>
          <a:p>
            <a:pPr algn="l">
              <a:lnSpc>
                <a:spcPct val="100000"/>
              </a:lnSpc>
              <a:buNone/>
              <a:defRPr sz="2025" b="0">
                <a:solidFill>
                  <a:srgbClr val="596167"/>
                </a:solidFill>
                <a:latin typeface="Arial"/>
                <a:ea typeface="Arial"/>
                <a:cs typeface="Arial"/>
              </a:defRPr>
            </a:pPr>
            <a:r>
              <a:rPr sz="2025" b="0">
                <a:solidFill>
                  <a:srgbClr val="596167"/>
                </a:solidFill>
                <a:latin typeface="Arial"/>
                <a:ea typeface="Arial"/>
                <a:cs typeface="Arial"/>
              </a:rPr>
              <a:t>Scratch · reuse a custom block</a:t>
            </a:r>
          </a:p>
        </p:txBody>
      </p:sp>
      <p:pic>
        <p:nvPicPr>
          <p:cNvPr id="17" name="Picture 16">
            <a:extLst>
              <a:ext uri="{FF2B5EF4-FFF2-40B4-BE49-F238E27FC236}">
                <a16:creationId xmlns:a16="http://schemas.microsoft.com/office/drawing/2014/main" id="{2D20F617-1C5A-453F-A568-CCB153EE3A5A}"/>
              </a:ext>
            </a:extLst>
          </p:cNvPr>
          <p:cNvPicPr>
            <a:picLocks noChangeAspect="1"/>
          </p:cNvPicPr>
          <p:nvPr/>
        </p:nvPicPr>
        <p:blipFill>
          <a:blip r:embed="rId6"/>
          <a:stretch/>
        </p:blipFill>
        <p:spPr>
          <a:xfrm>
            <a:off x="914400" y="2958928"/>
            <a:ext cx="3238500" cy="2730843"/>
          </a:xfrm>
          <a:prstGeom prst="rect">
            <a:avLst/>
          </a:prstGeom>
        </p:spPr>
      </p:pic>
      <p:pic>
        <p:nvPicPr>
          <p:cNvPr id="18" name="Picture 17">
            <a:extLst>
              <a:ext uri="{FF2B5EF4-FFF2-40B4-BE49-F238E27FC236}">
                <a16:creationId xmlns:a16="http://schemas.microsoft.com/office/drawing/2014/main" id="{01249C33-4EC9-4842-9688-86670E823BE1}"/>
              </a:ext>
            </a:extLst>
          </p:cNvPr>
          <p:cNvPicPr>
            <a:picLocks noChangeAspect="1"/>
          </p:cNvPicPr>
          <p:nvPr/>
        </p:nvPicPr>
        <p:blipFill>
          <a:blip r:embed="rId7"/>
          <a:stretch/>
        </p:blipFill>
        <p:spPr>
          <a:xfrm>
            <a:off x="4668622" y="2762250"/>
            <a:ext cx="4045381" cy="3562350"/>
          </a:xfrm>
          <a:prstGeom prst="rect">
            <a:avLst/>
          </a:prstGeom>
        </p:spPr>
      </p:pic>
    </p:spTree>
    <p:extLst>
      <p:ext uri="{BB962C8B-B14F-4D97-AF65-F5344CB8AC3E}">
        <p14:creationId xmlns:p14="http://schemas.microsoft.com/office/powerpoint/2010/main" val="859931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D835F2F-7E6E-465B-9264-D365D135784F}"/>
              </a:ext>
            </a:extLst>
          </p:cNvPr>
          <p:cNvSpPr>
            <a:spLocks noGrp="1"/>
          </p:cNvSpPr>
          <p:nvPr/>
        </p:nvSpPr>
        <p:spPr>
          <a:xfrm>
            <a:off x="914400" y="2754213"/>
            <a:ext cx="8473976" cy="2638425"/>
          </a:xfrm>
          <a:prstGeom prst="rect">
            <a:avLst/>
          </a:prstGeom>
          <a:solidFill>
            <a:srgbClr val="202426"/>
          </a:solidFill>
          <a:ln w="0">
            <a:noFill/>
          </a:ln>
        </p:spPr>
      </p:sp>
      <p:sp>
        <p:nvSpPr>
          <p:cNvPr id="2" name="Rectangle 1">
            <a:extLst>
              <a:ext uri="{FF2B5EF4-FFF2-40B4-BE49-F238E27FC236}">
                <a16:creationId xmlns:a16="http://schemas.microsoft.com/office/drawing/2014/main" id="{B2F34952-22CD-44EF-99A2-E633B20A74B2}"/>
              </a:ext>
            </a:extLst>
          </p:cNvPr>
          <p:cNvSpPr>
            <a:spLocks noGrp="1"/>
          </p:cNvSpPr>
          <p:nvPr/>
        </p:nvSpPr>
        <p:spPr>
          <a:xfrm>
            <a:off x="9807476" y="2334667"/>
            <a:ext cx="7566124" cy="1657350"/>
          </a:xfrm>
          <a:prstGeom prst="rect">
            <a:avLst/>
          </a:prstGeom>
          <a:solidFill>
            <a:srgbClr val="F3F4F4"/>
          </a:solidFill>
          <a:ln w="0">
            <a:noFill/>
          </a:ln>
        </p:spPr>
      </p:sp>
      <p:sp>
        <p:nvSpPr>
          <p:cNvPr id="3" name="Rectangle 2">
            <a:extLst>
              <a:ext uri="{FF2B5EF4-FFF2-40B4-BE49-F238E27FC236}">
                <a16:creationId xmlns:a16="http://schemas.microsoft.com/office/drawing/2014/main" id="{520851D9-F221-491F-AAA3-269B5FAC12F8}"/>
              </a:ext>
            </a:extLst>
          </p:cNvPr>
          <p:cNvSpPr>
            <a:spLocks noGrp="1"/>
          </p:cNvSpPr>
          <p:nvPr/>
        </p:nvSpPr>
        <p:spPr>
          <a:xfrm>
            <a:off x="9807476" y="2334667"/>
            <a:ext cx="57150" cy="1657350"/>
          </a:xfrm>
          <a:prstGeom prst="rect">
            <a:avLst/>
          </a:prstGeom>
          <a:solidFill>
            <a:srgbClr val="E64519"/>
          </a:solidFill>
          <a:ln w="0">
            <a:noFill/>
          </a:ln>
        </p:spPr>
      </p:sp>
      <p:sp>
        <p:nvSpPr>
          <p:cNvPr id="4" name="Rectangle 3">
            <a:extLst>
              <a:ext uri="{FF2B5EF4-FFF2-40B4-BE49-F238E27FC236}">
                <a16:creationId xmlns:a16="http://schemas.microsoft.com/office/drawing/2014/main" id="{701504D6-0ADA-478E-A2DA-D79837089B9C}"/>
              </a:ext>
            </a:extLst>
          </p:cNvPr>
          <p:cNvSpPr>
            <a:spLocks noGrp="1"/>
          </p:cNvSpPr>
          <p:nvPr/>
        </p:nvSpPr>
        <p:spPr>
          <a:xfrm>
            <a:off x="9807476" y="4110484"/>
            <a:ext cx="7566124" cy="2067520"/>
          </a:xfrm>
          <a:prstGeom prst="rect">
            <a:avLst/>
          </a:prstGeom>
          <a:solidFill>
            <a:srgbClr val="F3F4F4"/>
          </a:solidFill>
          <a:ln w="0">
            <a:noFill/>
          </a:ln>
        </p:spPr>
      </p:sp>
      <p:sp>
        <p:nvSpPr>
          <p:cNvPr id="5" name="Rectangle 4">
            <a:extLst>
              <a:ext uri="{FF2B5EF4-FFF2-40B4-BE49-F238E27FC236}">
                <a16:creationId xmlns:a16="http://schemas.microsoft.com/office/drawing/2014/main" id="{EECE17BA-8700-40F7-8CE8-45065D72B9ED}"/>
              </a:ext>
            </a:extLst>
          </p:cNvPr>
          <p:cNvSpPr>
            <a:spLocks noGrp="1"/>
          </p:cNvSpPr>
          <p:nvPr/>
        </p:nvSpPr>
        <p:spPr>
          <a:xfrm>
            <a:off x="9807476" y="4110484"/>
            <a:ext cx="57150" cy="2067520"/>
          </a:xfrm>
          <a:prstGeom prst="rect">
            <a:avLst/>
          </a:prstGeom>
          <a:solidFill>
            <a:srgbClr val="E64519"/>
          </a:solidFill>
          <a:ln w="0">
            <a:noFill/>
          </a:ln>
        </p:spPr>
      </p:sp>
      <p:sp>
        <p:nvSpPr>
          <p:cNvPr id="6" name="Rectangle 5">
            <a:extLst>
              <a:ext uri="{FF2B5EF4-FFF2-40B4-BE49-F238E27FC236}">
                <a16:creationId xmlns:a16="http://schemas.microsoft.com/office/drawing/2014/main" id="{E0B0108E-78A4-4DF6-BAC1-7E90F0E9297B}"/>
              </a:ext>
            </a:extLst>
          </p:cNvPr>
          <p:cNvSpPr>
            <a:spLocks noGrp="1"/>
          </p:cNvSpPr>
          <p:nvPr/>
        </p:nvSpPr>
        <p:spPr>
          <a:xfrm>
            <a:off x="9807476" y="6678067"/>
            <a:ext cx="7566124" cy="1179165"/>
          </a:xfrm>
          <a:prstGeom prst="rect">
            <a:avLst/>
          </a:prstGeom>
          <a:solidFill>
            <a:srgbClr val="202426"/>
          </a:solidFill>
          <a:ln w="0">
            <a:noFill/>
          </a:ln>
        </p:spPr>
      </p:sp>
      <p:sp>
        <p:nvSpPr>
          <p:cNvPr id="7" name="Rectangle 6">
            <a:extLst>
              <a:ext uri="{FF2B5EF4-FFF2-40B4-BE49-F238E27FC236}">
                <a16:creationId xmlns:a16="http://schemas.microsoft.com/office/drawing/2014/main" id="{7EF7C32A-8F8C-437D-AD95-3AB5017436B3}"/>
              </a:ext>
            </a:extLst>
          </p:cNvPr>
          <p:cNvSpPr>
            <a:spLocks noGrp="1"/>
          </p:cNvSpPr>
          <p:nvPr/>
        </p:nvSpPr>
        <p:spPr>
          <a:xfrm>
            <a:off x="9807476" y="6678067"/>
            <a:ext cx="76200" cy="1179165"/>
          </a:xfrm>
          <a:prstGeom prst="rect">
            <a:avLst/>
          </a:prstGeom>
          <a:solidFill>
            <a:srgbClr val="E64519"/>
          </a:solidFill>
          <a:ln w="0">
            <a:noFill/>
          </a:ln>
        </p:spPr>
      </p:sp>
      <p:sp>
        <p:nvSpPr>
          <p:cNvPr id="8" name="Rectangle 7">
            <a:extLst>
              <a:ext uri="{FF2B5EF4-FFF2-40B4-BE49-F238E27FC236}">
                <a16:creationId xmlns:a16="http://schemas.microsoft.com/office/drawing/2014/main" id="{2951D86E-9DE3-49B8-BFFA-70FBC89879E6}"/>
              </a:ext>
            </a:extLst>
          </p:cNvPr>
          <p:cNvSpPr>
            <a:spLocks noGrp="1"/>
          </p:cNvSpPr>
          <p:nvPr/>
        </p:nvSpPr>
        <p:spPr>
          <a:xfrm>
            <a:off x="914400" y="9658350"/>
            <a:ext cx="16459200" cy="9525"/>
          </a:xfrm>
          <a:prstGeom prst="rect">
            <a:avLst/>
          </a:prstGeom>
          <a:solidFill>
            <a:srgbClr val="D9DEDF"/>
          </a:solidFill>
          <a:ln w="0">
            <a:noFill/>
          </a:ln>
        </p:spPr>
      </p:sp>
      <p:sp>
        <p:nvSpPr>
          <p:cNvPr id="9" name="section-label">
            <a:extLst>
              <a:ext uri="{FF2B5EF4-FFF2-40B4-BE49-F238E27FC236}">
                <a16:creationId xmlns:a16="http://schemas.microsoft.com/office/drawing/2014/main" id="{D7FF2C4D-6A62-4132-9EFF-75A1CD030F99}"/>
              </a:ext>
            </a:extLst>
          </p:cNvPr>
          <p:cNvSpPr>
            <a:spLocks noGrp="1"/>
          </p:cNvSpPr>
          <p:nvPr/>
        </p:nvSpPr>
        <p:spPr>
          <a:xfrm>
            <a:off x="914400" y="738188"/>
            <a:ext cx="153426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FUNCTIONS</a:t>
            </a:r>
          </a:p>
        </p:txBody>
      </p:sp>
      <p:sp>
        <p:nvSpPr>
          <p:cNvPr id="10" name="H2">
            <a:extLst>
              <a:ext uri="{FF2B5EF4-FFF2-40B4-BE49-F238E27FC236}">
                <a16:creationId xmlns:a16="http://schemas.microsoft.com/office/drawing/2014/main" id="{06904209-A8B8-42B1-B424-F7EB8221C4A0}"/>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A returned value goes back to the caller.</a:t>
            </a:r>
          </a:p>
        </p:txBody>
      </p:sp>
      <p:sp>
        <p:nvSpPr>
          <p:cNvPr id="11" name="caption">
            <a:extLst>
              <a:ext uri="{FF2B5EF4-FFF2-40B4-BE49-F238E27FC236}">
                <a16:creationId xmlns:a16="http://schemas.microsoft.com/office/drawing/2014/main" id="{03A540E3-35D5-483F-A6DB-96623116DBB8}"/>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Book example · function supplied</a:t>
            </a:r>
          </a:p>
        </p:txBody>
      </p:sp>
      <p:sp>
        <p:nvSpPr>
          <p:cNvPr id="12" name="PRE">
            <a:extLst>
              <a:ext uri="{FF2B5EF4-FFF2-40B4-BE49-F238E27FC236}">
                <a16:creationId xmlns:a16="http://schemas.microsoft.com/office/drawing/2014/main" id="{B488FAF5-97D7-4B20-99FE-8F54AB84497F}"/>
              </a:ext>
            </a:extLst>
          </p:cNvPr>
          <p:cNvSpPr>
            <a:spLocks noGrp="1"/>
          </p:cNvSpPr>
          <p:nvPr/>
        </p:nvSpPr>
        <p:spPr>
          <a:xfrm>
            <a:off x="1200150" y="3001863"/>
            <a:ext cx="7902476" cy="2200275"/>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int IntegerRoot(int number);</a:t>
            </a:r>
          </a:p>
          <a:p>
            <a:endParaRPr sz="2250" b="0">
              <a:solidFill>
                <a:srgbClr val="FFFFFF"/>
              </a:solidFill>
              <a:latin typeface="Courier New"/>
              <a:ea typeface="Courier New"/>
              <a:cs typeface="Courier New"/>
            </a:endParaRP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calls inside main</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int first = IntegerRoot(27);</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int second = IntegerRoot(16);</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printf("%d %d\n", first, second);</a:t>
            </a:r>
          </a:p>
        </p:txBody>
      </p:sp>
      <p:sp>
        <p:nvSpPr>
          <p:cNvPr id="13" name="H3">
            <a:extLst>
              <a:ext uri="{FF2B5EF4-FFF2-40B4-BE49-F238E27FC236}">
                <a16:creationId xmlns:a16="http://schemas.microsoft.com/office/drawing/2014/main" id="{B1182470-D3D7-4D6E-96E0-E959845113A3}"/>
              </a:ext>
            </a:extLst>
          </p:cNvPr>
          <p:cNvSpPr>
            <a:spLocks noGrp="1"/>
          </p:cNvSpPr>
          <p:nvPr/>
        </p:nvSpPr>
        <p:spPr>
          <a:xfrm>
            <a:off x="10093226" y="2506117"/>
            <a:ext cx="7051774" cy="451396"/>
          </a:xfrm>
          <a:prstGeom prst="rect">
            <a:avLst/>
          </a:prstGeom>
          <a:noFill/>
          <a:ln w="0">
            <a:noFill/>
          </a:ln>
        </p:spPr>
        <p:txBody>
          <a:bodyPr wrap="square" lIns="0" tIns="0" rIns="0" bIns="0" anchor="t">
            <a:noAutofit/>
          </a:bodyPr>
          <a:lstStyle>
            <a:defPPr algn="l">
              <a:defRPr sz="2700" b="1">
                <a:solidFill>
                  <a:srgbClr val="202426"/>
                </a:solidFill>
                <a:latin typeface="Arial"/>
                <a:ea typeface="Arial"/>
                <a:cs typeface="Arial"/>
              </a:defRPr>
            </a:defPPr>
            <a:lvl1pPr algn="l">
              <a:defRPr sz="2700" b="1">
                <a:solidFill>
                  <a:srgbClr val="202426"/>
                </a:solidFill>
                <a:latin typeface="Arial"/>
                <a:ea typeface="Arial"/>
                <a:cs typeface="Arial"/>
              </a:defRPr>
            </a:lvl1pPr>
            <a:lvl2pPr algn="l">
              <a:defRPr sz="2700" b="1">
                <a:solidFill>
                  <a:srgbClr val="202426"/>
                </a:solidFill>
                <a:latin typeface="Arial"/>
                <a:ea typeface="Arial"/>
                <a:cs typeface="Arial"/>
              </a:defRPr>
            </a:lvl2pPr>
            <a:lvl3pPr algn="l">
              <a:defRPr sz="2700" b="1">
                <a:solidFill>
                  <a:srgbClr val="202426"/>
                </a:solidFill>
                <a:latin typeface="Arial"/>
                <a:ea typeface="Arial"/>
                <a:cs typeface="Arial"/>
              </a:defRPr>
            </a:lvl3pPr>
            <a:lvl4pPr algn="l">
              <a:defRPr sz="2700" b="1">
                <a:solidFill>
                  <a:srgbClr val="202426"/>
                </a:solidFill>
                <a:latin typeface="Arial"/>
                <a:ea typeface="Arial"/>
                <a:cs typeface="Arial"/>
              </a:defRPr>
            </a:lvl4pPr>
            <a:lvl5pPr algn="l">
              <a:defRPr sz="2700" b="1">
                <a:solidFill>
                  <a:srgbClr val="202426"/>
                </a:solidFill>
                <a:latin typeface="Arial"/>
                <a:ea typeface="Arial"/>
                <a:cs typeface="Arial"/>
              </a:defRPr>
            </a:lvl5pPr>
            <a:lvl6pPr algn="l">
              <a:defRPr sz="2700" b="1">
                <a:solidFill>
                  <a:srgbClr val="202426"/>
                </a:solidFill>
                <a:latin typeface="Arial"/>
                <a:ea typeface="Arial"/>
                <a:cs typeface="Arial"/>
              </a:defRPr>
            </a:lvl6pPr>
            <a:lvl7pPr algn="l">
              <a:defRPr sz="2700" b="1">
                <a:solidFill>
                  <a:srgbClr val="202426"/>
                </a:solidFill>
                <a:latin typeface="Arial"/>
                <a:ea typeface="Arial"/>
                <a:cs typeface="Arial"/>
              </a:defRPr>
            </a:lvl7pPr>
            <a:lvl8pPr algn="l">
              <a:defRPr sz="2700" b="1">
                <a:solidFill>
                  <a:srgbClr val="202426"/>
                </a:solidFill>
                <a:latin typeface="Arial"/>
                <a:ea typeface="Arial"/>
                <a:cs typeface="Arial"/>
              </a:defRPr>
            </a:lvl8pPr>
            <a:lvl9pPr algn="l">
              <a:defRPr sz="2700" b="1">
                <a:solidFill>
                  <a:srgbClr val="202426"/>
                </a:solidFill>
                <a:latin typeface="Arial"/>
                <a:ea typeface="Arial"/>
                <a:cs typeface="Arial"/>
              </a:defRPr>
            </a:lvl9pPr>
          </a:lstStyle>
          <a:p>
            <a:pPr algn="l">
              <a:lnSpc>
                <a:spcPct val="95833"/>
              </a:lnSpc>
              <a:buNone/>
              <a:defRPr sz="2700" b="1">
                <a:solidFill>
                  <a:srgbClr val="202426"/>
                </a:solidFill>
                <a:latin typeface="Arial"/>
                <a:ea typeface="Arial"/>
                <a:cs typeface="Arial"/>
              </a:defRPr>
            </a:pPr>
            <a:r>
              <a:rPr sz="2700" b="1">
                <a:solidFill>
                  <a:srgbClr val="202426"/>
                </a:solidFill>
                <a:latin typeface="Arial"/>
                <a:ea typeface="Arial"/>
                <a:cs typeface="Arial"/>
              </a:rPr>
              <a:t>Whole-number square root</a:t>
            </a:r>
          </a:p>
        </p:txBody>
      </p:sp>
      <p:sp>
        <p:nvSpPr>
          <p:cNvPr id="14" name="P">
            <a:extLst>
              <a:ext uri="{FF2B5EF4-FFF2-40B4-BE49-F238E27FC236}">
                <a16:creationId xmlns:a16="http://schemas.microsoft.com/office/drawing/2014/main" id="{9B4A08AA-2C69-4F2E-B668-F4C823862D95}"/>
              </a:ext>
            </a:extLst>
          </p:cNvPr>
          <p:cNvSpPr>
            <a:spLocks noGrp="1"/>
          </p:cNvSpPr>
          <p:nvPr/>
        </p:nvSpPr>
        <p:spPr>
          <a:xfrm>
            <a:off x="10093226" y="3014663"/>
            <a:ext cx="7051774" cy="914400"/>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For 27: 5 × 5 = 25 ≤ 27; 6 × 6 = 36 &gt; 27.</a:t>
            </a:r>
          </a:p>
        </p:txBody>
      </p:sp>
      <p:sp>
        <p:nvSpPr>
          <p:cNvPr id="15" name="P">
            <a:extLst>
              <a:ext uri="{FF2B5EF4-FFF2-40B4-BE49-F238E27FC236}">
                <a16:creationId xmlns:a16="http://schemas.microsoft.com/office/drawing/2014/main" id="{3CB3BE89-91F8-4B6E-A3B7-9442A6C87740}"/>
              </a:ext>
            </a:extLst>
          </p:cNvPr>
          <p:cNvSpPr>
            <a:spLocks noGrp="1"/>
          </p:cNvSpPr>
          <p:nvPr/>
        </p:nvSpPr>
        <p:spPr>
          <a:xfrm>
            <a:off x="10093226" y="4281934"/>
            <a:ext cx="7051774" cy="1781770"/>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int</a:t>
            </a:r>
            <a:r>
              <a:rPr sz="2475" b="0">
                <a:solidFill>
                  <a:srgbClr val="202426"/>
                </a:solidFill>
                <a:latin typeface="Arial"/>
                <a:ea typeface="Arial"/>
                <a:cs typeface="Arial"/>
              </a:rPr>
              <a:t>: the result’s type.</a:t>
            </a:r>
          </a:p>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number</a:t>
            </a:r>
            <a:r>
              <a:rPr sz="2475" b="0">
                <a:solidFill>
                  <a:srgbClr val="202426"/>
                </a:solidFill>
                <a:latin typeface="Arial"/>
                <a:ea typeface="Arial"/>
                <a:cs typeface="Arial"/>
              </a:rPr>
              <a:t>: the input parameter.</a:t>
            </a:r>
          </a:p>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The </a:t>
            </a:r>
            <a:r>
              <a:rPr sz="2475" b="1">
                <a:solidFill>
                  <a:srgbClr val="202426"/>
                </a:solidFill>
                <a:latin typeface="Arial"/>
                <a:ea typeface="Arial"/>
                <a:cs typeface="Arial"/>
              </a:rPr>
              <a:t>caller</a:t>
            </a:r>
            <a:r>
              <a:rPr sz="2475" b="0">
                <a:solidFill>
                  <a:srgbClr val="202426"/>
                </a:solidFill>
                <a:latin typeface="Arial"/>
                <a:ea typeface="Arial"/>
                <a:cs typeface="Arial"/>
              </a:rPr>
              <a:t> is the function making the call—here, main.</a:t>
            </a:r>
          </a:p>
        </p:txBody>
      </p:sp>
      <p:sp>
        <p:nvSpPr>
          <p:cNvPr id="16" name="terminal">
            <a:extLst>
              <a:ext uri="{FF2B5EF4-FFF2-40B4-BE49-F238E27FC236}">
                <a16:creationId xmlns:a16="http://schemas.microsoft.com/office/drawing/2014/main" id="{D55887A0-888C-4E70-A8B9-817111AEF1E2}"/>
              </a:ext>
            </a:extLst>
          </p:cNvPr>
          <p:cNvSpPr>
            <a:spLocks noGrp="1"/>
          </p:cNvSpPr>
          <p:nvPr/>
        </p:nvSpPr>
        <p:spPr>
          <a:xfrm>
            <a:off x="10150376" y="6963817"/>
            <a:ext cx="6880324" cy="664815"/>
          </a:xfrm>
          <a:prstGeom prst="rect">
            <a:avLst/>
          </a:prstGeom>
          <a:noFill/>
          <a:ln w="0">
            <a:noFill/>
          </a:ln>
        </p:spPr>
        <p:txBody>
          <a:bodyPr wrap="square" lIns="0" tIns="0" rIns="0" bIns="0" anchor="t">
            <a:noAutofit/>
          </a:bodyPr>
          <a:lstStyle>
            <a:defPPr algn="l">
              <a:defRPr sz="3300" b="0">
                <a:solidFill>
                  <a:srgbClr val="FFFFFF"/>
                </a:solidFill>
                <a:latin typeface="Courier New"/>
                <a:ea typeface="Courier New"/>
                <a:cs typeface="Courier New"/>
              </a:defRPr>
            </a:defPPr>
            <a:lvl1pPr algn="l">
              <a:defRPr sz="3300" b="0">
                <a:solidFill>
                  <a:srgbClr val="FFFFFF"/>
                </a:solidFill>
                <a:latin typeface="Courier New"/>
                <a:ea typeface="Courier New"/>
                <a:cs typeface="Courier New"/>
              </a:defRPr>
            </a:lvl1pPr>
            <a:lvl2pPr algn="l">
              <a:defRPr sz="3300" b="0">
                <a:solidFill>
                  <a:srgbClr val="FFFFFF"/>
                </a:solidFill>
                <a:latin typeface="Courier New"/>
                <a:ea typeface="Courier New"/>
                <a:cs typeface="Courier New"/>
              </a:defRPr>
            </a:lvl2pPr>
            <a:lvl3pPr algn="l">
              <a:defRPr sz="3300" b="0">
                <a:solidFill>
                  <a:srgbClr val="FFFFFF"/>
                </a:solidFill>
                <a:latin typeface="Courier New"/>
                <a:ea typeface="Courier New"/>
                <a:cs typeface="Courier New"/>
              </a:defRPr>
            </a:lvl3pPr>
            <a:lvl4pPr algn="l">
              <a:defRPr sz="3300" b="0">
                <a:solidFill>
                  <a:srgbClr val="FFFFFF"/>
                </a:solidFill>
                <a:latin typeface="Courier New"/>
                <a:ea typeface="Courier New"/>
                <a:cs typeface="Courier New"/>
              </a:defRPr>
            </a:lvl4pPr>
            <a:lvl5pPr algn="l">
              <a:defRPr sz="3300" b="0">
                <a:solidFill>
                  <a:srgbClr val="FFFFFF"/>
                </a:solidFill>
                <a:latin typeface="Courier New"/>
                <a:ea typeface="Courier New"/>
                <a:cs typeface="Courier New"/>
              </a:defRPr>
            </a:lvl5pPr>
            <a:lvl6pPr algn="l">
              <a:defRPr sz="3300" b="0">
                <a:solidFill>
                  <a:srgbClr val="FFFFFF"/>
                </a:solidFill>
                <a:latin typeface="Courier New"/>
                <a:ea typeface="Courier New"/>
                <a:cs typeface="Courier New"/>
              </a:defRPr>
            </a:lvl6pPr>
            <a:lvl7pPr algn="l">
              <a:defRPr sz="3300" b="0">
                <a:solidFill>
                  <a:srgbClr val="FFFFFF"/>
                </a:solidFill>
                <a:latin typeface="Courier New"/>
                <a:ea typeface="Courier New"/>
                <a:cs typeface="Courier New"/>
              </a:defRPr>
            </a:lvl7pPr>
            <a:lvl8pPr algn="l">
              <a:defRPr sz="3300" b="0">
                <a:solidFill>
                  <a:srgbClr val="FFFFFF"/>
                </a:solidFill>
                <a:latin typeface="Courier New"/>
                <a:ea typeface="Courier New"/>
                <a:cs typeface="Courier New"/>
              </a:defRPr>
            </a:lvl8pPr>
            <a:lvl9pPr algn="l">
              <a:defRPr sz="3300" b="0">
                <a:solidFill>
                  <a:srgbClr val="FFFFFF"/>
                </a:solidFill>
                <a:latin typeface="Courier New"/>
                <a:ea typeface="Courier New"/>
                <a:cs typeface="Courier New"/>
              </a:defRPr>
            </a:lvl9pPr>
          </a:lstStyle>
          <a:p>
            <a:pPr algn="l">
              <a:lnSpc>
                <a:spcPct val="120833"/>
              </a:lnSpc>
              <a:buNone/>
              <a:defRPr sz="3300" b="0">
                <a:solidFill>
                  <a:srgbClr val="FFFFFF"/>
                </a:solidFill>
                <a:latin typeface="Courier New"/>
                <a:ea typeface="Courier New"/>
                <a:cs typeface="Courier New"/>
              </a:defRPr>
            </a:pPr>
            <a:r>
              <a:rPr sz="3300" b="0">
                <a:solidFill>
                  <a:srgbClr val="FFFFFF"/>
                </a:solidFill>
                <a:latin typeface="Courier New"/>
                <a:ea typeface="Courier New"/>
                <a:cs typeface="Courier New"/>
              </a:rPr>
              <a:t>5 4</a:t>
            </a:r>
          </a:p>
        </p:txBody>
      </p:sp>
      <p:sp>
        <p:nvSpPr>
          <p:cNvPr id="17" name="P">
            <a:extLst>
              <a:ext uri="{FF2B5EF4-FFF2-40B4-BE49-F238E27FC236}">
                <a16:creationId xmlns:a16="http://schemas.microsoft.com/office/drawing/2014/main" id="{5EF08095-F73E-4E3D-B1BE-62CD5104CDA1}"/>
              </a:ext>
            </a:extLst>
          </p:cNvPr>
          <p:cNvSpPr>
            <a:spLocks noGrp="1"/>
          </p:cNvSpPr>
          <p:nvPr/>
        </p:nvSpPr>
        <p:spPr>
          <a:xfrm>
            <a:off x="9807476" y="8357295"/>
            <a:ext cx="7566124" cy="1034355"/>
          </a:xfrm>
          <a:prstGeom prst="rect">
            <a:avLst/>
          </a:prstGeom>
          <a:noFill/>
          <a:ln w="0">
            <a:noFill/>
          </a:ln>
        </p:spPr>
        <p:txBody>
          <a:bodyPr wrap="square" lIns="0" tIns="0" rIns="0" bIns="0" anchor="t">
            <a:noAutofit/>
          </a:bodyPr>
          <a:lstStyle>
            <a:defPPr algn="l">
              <a:defRPr sz="2850" b="0">
                <a:solidFill>
                  <a:srgbClr val="202426"/>
                </a:solidFill>
                <a:latin typeface="Arial"/>
                <a:ea typeface="Arial"/>
                <a:cs typeface="Arial"/>
              </a:defRPr>
            </a:defPPr>
            <a:lvl1pPr algn="l">
              <a:defRPr sz="2850" b="0">
                <a:solidFill>
                  <a:srgbClr val="202426"/>
                </a:solidFill>
                <a:latin typeface="Arial"/>
                <a:ea typeface="Arial"/>
                <a:cs typeface="Arial"/>
              </a:defRPr>
            </a:lvl1pPr>
            <a:lvl2pPr algn="l">
              <a:defRPr sz="2850" b="0">
                <a:solidFill>
                  <a:srgbClr val="202426"/>
                </a:solidFill>
                <a:latin typeface="Arial"/>
                <a:ea typeface="Arial"/>
                <a:cs typeface="Arial"/>
              </a:defRPr>
            </a:lvl2pPr>
            <a:lvl3pPr algn="l">
              <a:defRPr sz="2850" b="0">
                <a:solidFill>
                  <a:srgbClr val="202426"/>
                </a:solidFill>
                <a:latin typeface="Arial"/>
                <a:ea typeface="Arial"/>
                <a:cs typeface="Arial"/>
              </a:defRPr>
            </a:lvl3pPr>
            <a:lvl4pPr algn="l">
              <a:defRPr sz="2850" b="0">
                <a:solidFill>
                  <a:srgbClr val="202426"/>
                </a:solidFill>
                <a:latin typeface="Arial"/>
                <a:ea typeface="Arial"/>
                <a:cs typeface="Arial"/>
              </a:defRPr>
            </a:lvl4pPr>
            <a:lvl5pPr algn="l">
              <a:defRPr sz="2850" b="0">
                <a:solidFill>
                  <a:srgbClr val="202426"/>
                </a:solidFill>
                <a:latin typeface="Arial"/>
                <a:ea typeface="Arial"/>
                <a:cs typeface="Arial"/>
              </a:defRPr>
            </a:lvl5pPr>
            <a:lvl6pPr algn="l">
              <a:defRPr sz="2850" b="0">
                <a:solidFill>
                  <a:srgbClr val="202426"/>
                </a:solidFill>
                <a:latin typeface="Arial"/>
                <a:ea typeface="Arial"/>
                <a:cs typeface="Arial"/>
              </a:defRPr>
            </a:lvl6pPr>
            <a:lvl7pPr algn="l">
              <a:defRPr sz="2850" b="0">
                <a:solidFill>
                  <a:srgbClr val="202426"/>
                </a:solidFill>
                <a:latin typeface="Arial"/>
                <a:ea typeface="Arial"/>
                <a:cs typeface="Arial"/>
              </a:defRPr>
            </a:lvl7pPr>
            <a:lvl8pPr algn="l">
              <a:defRPr sz="2850" b="0">
                <a:solidFill>
                  <a:srgbClr val="202426"/>
                </a:solidFill>
                <a:latin typeface="Arial"/>
                <a:ea typeface="Arial"/>
                <a:cs typeface="Arial"/>
              </a:defRPr>
            </a:lvl8pPr>
            <a:lvl9pPr algn="l">
              <a:defRPr sz="2850" b="0">
                <a:solidFill>
                  <a:srgbClr val="202426"/>
                </a:solidFill>
                <a:latin typeface="Arial"/>
                <a:ea typeface="Arial"/>
                <a:cs typeface="Arial"/>
              </a:defRPr>
            </a:lvl9pPr>
          </a:lstStyle>
          <a:p>
            <a:pPr algn="l">
              <a:lnSpc>
                <a:spcPct val="112500"/>
              </a:lnSpc>
              <a:buNone/>
              <a:defRPr sz="2850" b="0">
                <a:solidFill>
                  <a:srgbClr val="202426"/>
                </a:solidFill>
                <a:latin typeface="Arial"/>
                <a:ea typeface="Arial"/>
                <a:cs typeface="Arial"/>
              </a:defRPr>
            </a:pPr>
            <a:r>
              <a:rPr sz="2850" b="0">
                <a:solidFill>
                  <a:srgbClr val="202426"/>
                </a:solidFill>
                <a:latin typeface="Arial"/>
                <a:ea typeface="Arial"/>
                <a:cs typeface="Arial"/>
              </a:rPr>
              <a:t>IntegerRoot returns the number. The caller uses printf to display it.</a:t>
            </a:r>
          </a:p>
        </p:txBody>
      </p:sp>
      <p:sp>
        <p:nvSpPr>
          <p:cNvPr id="19" name="page-number">
            <a:extLst>
              <a:ext uri="{FF2B5EF4-FFF2-40B4-BE49-F238E27FC236}">
                <a16:creationId xmlns:a16="http://schemas.microsoft.com/office/drawing/2014/main" id="{5FB932DC-3A3A-4EC2-932E-34501786B7A2}"/>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08</a:t>
            </a:r>
          </a:p>
        </p:txBody>
      </p:sp>
      <p:pic>
        <p:nvPicPr>
          <p:cNvPr id="20" name="Picture 19">
            <a:extLst>
              <a:ext uri="{FF2B5EF4-FFF2-40B4-BE49-F238E27FC236}">
                <a16:creationId xmlns:a16="http://schemas.microsoft.com/office/drawing/2014/main" id="{76385956-48EE-435A-9A8A-6A39A36F11F7}"/>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1814021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912E46D-115F-45F7-A7EF-929CD3A26DC0}"/>
              </a:ext>
            </a:extLst>
          </p:cNvPr>
          <p:cNvSpPr>
            <a:spLocks noGrp="1"/>
          </p:cNvSpPr>
          <p:nvPr/>
        </p:nvSpPr>
        <p:spPr>
          <a:xfrm>
            <a:off x="914400" y="2754213"/>
            <a:ext cx="8473976" cy="2995613"/>
          </a:xfrm>
          <a:prstGeom prst="rect">
            <a:avLst/>
          </a:prstGeom>
          <a:solidFill>
            <a:srgbClr val="202426"/>
          </a:solidFill>
          <a:ln w="0">
            <a:noFill/>
          </a:ln>
        </p:spPr>
      </p:sp>
      <p:sp>
        <p:nvSpPr>
          <p:cNvPr id="2" name="Rectangle 1">
            <a:extLst>
              <a:ext uri="{FF2B5EF4-FFF2-40B4-BE49-F238E27FC236}">
                <a16:creationId xmlns:a16="http://schemas.microsoft.com/office/drawing/2014/main" id="{79B5ADE5-12B0-4C93-9653-CF0F8E7A2836}"/>
              </a:ext>
            </a:extLst>
          </p:cNvPr>
          <p:cNvSpPr>
            <a:spLocks noGrp="1"/>
          </p:cNvSpPr>
          <p:nvPr/>
        </p:nvSpPr>
        <p:spPr>
          <a:xfrm>
            <a:off x="914400" y="8452991"/>
            <a:ext cx="16459200" cy="881509"/>
          </a:xfrm>
          <a:prstGeom prst="rect">
            <a:avLst/>
          </a:prstGeom>
          <a:solidFill>
            <a:srgbClr val="F3F4F4"/>
          </a:solidFill>
          <a:ln w="0">
            <a:noFill/>
          </a:ln>
        </p:spPr>
      </p:sp>
      <p:sp>
        <p:nvSpPr>
          <p:cNvPr id="3" name="Rectangle 2">
            <a:extLst>
              <a:ext uri="{FF2B5EF4-FFF2-40B4-BE49-F238E27FC236}">
                <a16:creationId xmlns:a16="http://schemas.microsoft.com/office/drawing/2014/main" id="{D2CBD2A3-3D3D-4CCC-A804-FE2600CE84BA}"/>
              </a:ext>
            </a:extLst>
          </p:cNvPr>
          <p:cNvSpPr>
            <a:spLocks noGrp="1"/>
          </p:cNvSpPr>
          <p:nvPr/>
        </p:nvSpPr>
        <p:spPr>
          <a:xfrm>
            <a:off x="914400" y="8452991"/>
            <a:ext cx="57150" cy="881509"/>
          </a:xfrm>
          <a:prstGeom prst="rect">
            <a:avLst/>
          </a:prstGeom>
          <a:solidFill>
            <a:srgbClr val="E64519"/>
          </a:solidFill>
          <a:ln w="0">
            <a:noFill/>
          </a:ln>
        </p:spPr>
      </p:sp>
      <p:sp>
        <p:nvSpPr>
          <p:cNvPr id="4" name="Rectangle 3">
            <a:extLst>
              <a:ext uri="{FF2B5EF4-FFF2-40B4-BE49-F238E27FC236}">
                <a16:creationId xmlns:a16="http://schemas.microsoft.com/office/drawing/2014/main" id="{8D6DB737-52F5-41FA-A0E8-B74CB92D3E5B}"/>
              </a:ext>
            </a:extLst>
          </p:cNvPr>
          <p:cNvSpPr>
            <a:spLocks noGrp="1"/>
          </p:cNvSpPr>
          <p:nvPr/>
        </p:nvSpPr>
        <p:spPr>
          <a:xfrm>
            <a:off x="914400" y="9658350"/>
            <a:ext cx="16459200" cy="9525"/>
          </a:xfrm>
          <a:prstGeom prst="rect">
            <a:avLst/>
          </a:prstGeom>
          <a:solidFill>
            <a:srgbClr val="D9DEDF"/>
          </a:solidFill>
          <a:ln w="0">
            <a:noFill/>
          </a:ln>
        </p:spPr>
      </p:sp>
      <p:sp>
        <p:nvSpPr>
          <p:cNvPr id="5" name="section-label">
            <a:extLst>
              <a:ext uri="{FF2B5EF4-FFF2-40B4-BE49-F238E27FC236}">
                <a16:creationId xmlns:a16="http://schemas.microsoft.com/office/drawing/2014/main" id="{75DC6937-FA15-47AE-B8EC-B7C3F5D89A1D}"/>
              </a:ext>
            </a:extLst>
          </p:cNvPr>
          <p:cNvSpPr>
            <a:spLocks noGrp="1"/>
          </p:cNvSpPr>
          <p:nvPr/>
        </p:nvSpPr>
        <p:spPr>
          <a:xfrm>
            <a:off x="914400" y="738188"/>
            <a:ext cx="178191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STRUCTURES</a:t>
            </a:r>
          </a:p>
        </p:txBody>
      </p:sp>
      <p:sp>
        <p:nvSpPr>
          <p:cNvPr id="6" name="H2">
            <a:extLst>
              <a:ext uri="{FF2B5EF4-FFF2-40B4-BE49-F238E27FC236}">
                <a16:creationId xmlns:a16="http://schemas.microsoft.com/office/drawing/2014/main" id="{8CF85DB6-1BB7-459E-8AD4-8757C84FAC22}"/>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Define a structure type.</a:t>
            </a:r>
          </a:p>
        </p:txBody>
      </p:sp>
      <p:sp>
        <p:nvSpPr>
          <p:cNvPr id="7" name="caption">
            <a:extLst>
              <a:ext uri="{FF2B5EF4-FFF2-40B4-BE49-F238E27FC236}">
                <a16:creationId xmlns:a16="http://schemas.microsoft.com/office/drawing/2014/main" id="{8BEBEE1B-7FF5-48F8-A0BB-247077D5C0CB}"/>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Type definition · above main</a:t>
            </a:r>
          </a:p>
        </p:txBody>
      </p:sp>
      <p:sp>
        <p:nvSpPr>
          <p:cNvPr id="8" name="PRE">
            <a:extLst>
              <a:ext uri="{FF2B5EF4-FFF2-40B4-BE49-F238E27FC236}">
                <a16:creationId xmlns:a16="http://schemas.microsoft.com/office/drawing/2014/main" id="{9B411742-F144-42B0-903D-89441F106547}"/>
              </a:ext>
            </a:extLst>
          </p:cNvPr>
          <p:cNvSpPr>
            <a:spLocks noGrp="1"/>
          </p:cNvSpPr>
          <p:nvPr/>
        </p:nvSpPr>
        <p:spPr>
          <a:xfrm>
            <a:off x="1200150" y="3001863"/>
            <a:ext cx="7902476" cy="2557463"/>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typedef struct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int water_ml;</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int milk_ml;</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int beans_g;</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int paper_cups;</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Stock;</a:t>
            </a:r>
          </a:p>
        </p:txBody>
      </p:sp>
      <p:sp>
        <p:nvSpPr>
          <p:cNvPr id="9" name="P">
            <a:extLst>
              <a:ext uri="{FF2B5EF4-FFF2-40B4-BE49-F238E27FC236}">
                <a16:creationId xmlns:a16="http://schemas.microsoft.com/office/drawing/2014/main" id="{94489413-0D6E-4912-A22F-70835F112DF1}"/>
              </a:ext>
            </a:extLst>
          </p:cNvPr>
          <p:cNvSpPr>
            <a:spLocks noGrp="1"/>
          </p:cNvSpPr>
          <p:nvPr/>
        </p:nvSpPr>
        <p:spPr>
          <a:xfrm>
            <a:off x="1238250" y="8681591"/>
            <a:ext cx="15868650" cy="481459"/>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A </a:t>
            </a:r>
            <a:r>
              <a:rPr sz="2475" b="1">
                <a:solidFill>
                  <a:srgbClr val="202426"/>
                </a:solidFill>
                <a:latin typeface="Arial"/>
                <a:ea typeface="Arial"/>
                <a:cs typeface="Arial"/>
              </a:rPr>
              <a:t>field</a:t>
            </a:r>
            <a:r>
              <a:rPr sz="2475" b="0">
                <a:solidFill>
                  <a:srgbClr val="202426"/>
                </a:solidFill>
                <a:latin typeface="Arial"/>
                <a:ea typeface="Arial"/>
                <a:cs typeface="Arial"/>
              </a:rPr>
              <a:t> is one named value in a record. </a:t>
            </a:r>
            <a:r>
              <a:rPr sz="2475" b="1">
                <a:solidFill>
                  <a:srgbClr val="202426"/>
                </a:solidFill>
                <a:latin typeface="Arial"/>
                <a:ea typeface="Arial"/>
                <a:cs typeface="Arial"/>
              </a:rPr>
              <a:t>Stock</a:t>
            </a:r>
            <a:r>
              <a:rPr sz="2475" b="0">
                <a:solidFill>
                  <a:srgbClr val="202426"/>
                </a:solidFill>
                <a:latin typeface="Arial"/>
                <a:ea typeface="Arial"/>
                <a:cs typeface="Arial"/>
              </a:rPr>
              <a:t> names the type; a variable comes next.</a:t>
            </a:r>
          </a:p>
        </p:txBody>
      </p:sp>
      <p:sp>
        <p:nvSpPr>
          <p:cNvPr id="11" name="page-number">
            <a:extLst>
              <a:ext uri="{FF2B5EF4-FFF2-40B4-BE49-F238E27FC236}">
                <a16:creationId xmlns:a16="http://schemas.microsoft.com/office/drawing/2014/main" id="{42127BB9-D764-4173-94A8-1D02C1376EC5}"/>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09</a:t>
            </a:r>
          </a:p>
        </p:txBody>
      </p:sp>
      <p:graphicFrame>
        <p:nvGraphicFramePr>
          <p:cNvPr id="12" name="Table 11">
            <a:extLst>
              <a:ext uri="{FF2B5EF4-FFF2-40B4-BE49-F238E27FC236}">
                <a16:creationId xmlns:a16="http://schemas.microsoft.com/office/drawing/2014/main" id="{423595DE-77D4-4EA8-96AA-1204D864D785}"/>
              </a:ext>
            </a:extLst>
          </p:cNvPr>
          <p:cNvGraphicFramePr/>
          <p:nvPr/>
        </p:nvGraphicFramePr>
        <p:xfrm>
          <a:off x="9807476" y="2334667"/>
          <a:ext cx="7566124" cy="4062411"/>
        </p:xfrm>
        <a:graphic>
          <a:graphicData uri="http://schemas.openxmlformats.org/drawingml/2006/table">
            <a:tbl>
              <a:tblPr/>
              <a:tblGrid>
                <a:gridCol w="2329011">
                  <a:extLst>
                    <a:ext uri="{9D8B030D-6E8A-4147-A177-3AD203B41FA5}">
                      <a16:colId xmlns:a16="http://schemas.microsoft.com/office/drawing/2014/main" val="20000"/>
                    </a:ext>
                  </a:extLst>
                </a:gridCol>
                <a:gridCol w="5237113">
                  <a:extLst>
                    <a:ext uri="{9D8B030D-6E8A-4147-A177-3AD203B41FA5}">
                      <a16:colId xmlns:a16="http://schemas.microsoft.com/office/drawing/2014/main" val="20001"/>
                    </a:ext>
                  </a:extLst>
                </a:gridCol>
              </a:tblGrid>
              <a:tr h="669131">
                <a:tc>
                  <a:txBody>
                    <a:bodyPr/>
                    <a:lstStyle/>
                    <a:p>
                      <a:pPr>
                        <a:lnSpc>
                          <a:spcPct val="104167"/>
                        </a:lnSpc>
                        <a:buNone/>
                      </a:pPr>
                      <a:r>
                        <a:rPr sz="2475" b="1">
                          <a:solidFill>
                            <a:srgbClr val="202426"/>
                          </a:solidFill>
                          <a:latin typeface="Arial"/>
                          <a:ea typeface="Arial"/>
                          <a:cs typeface="Arial"/>
                        </a:rPr>
                        <a:t>Syntax</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475" b="1">
                          <a:solidFill>
                            <a:srgbClr val="202426"/>
                          </a:solidFill>
                          <a:latin typeface="Arial"/>
                          <a:ea typeface="Arial"/>
                          <a:cs typeface="Arial"/>
                        </a:rPr>
                        <a:t>What it does</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475" b="1">
                          <a:solidFill>
                            <a:srgbClr val="202426"/>
                          </a:solidFill>
                          <a:latin typeface="Arial"/>
                          <a:ea typeface="Arial"/>
                          <a:cs typeface="Arial"/>
                        </a:rPr>
                        <a:t>struct { … }</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Groups related fields into one type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475" b="1">
                          <a:solidFill>
                            <a:srgbClr val="202426"/>
                          </a:solidFill>
                          <a:latin typeface="Arial"/>
                          <a:ea typeface="Arial"/>
                          <a:cs typeface="Arial"/>
                        </a:rPr>
                        <a:t>int water_ml;</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Declares one integer field</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r h="678656">
                <a:tc>
                  <a:txBody>
                    <a:bodyPr/>
                    <a:lstStyle/>
                    <a:p>
                      <a:pPr>
                        <a:lnSpc>
                          <a:spcPct val="104167"/>
                        </a:lnSpc>
                        <a:buNone/>
                      </a:pPr>
                      <a:r>
                        <a:rPr sz="2475" b="1">
                          <a:solidFill>
                            <a:srgbClr val="202426"/>
                          </a:solidFill>
                          <a:latin typeface="Arial"/>
                          <a:ea typeface="Arial"/>
                          <a:cs typeface="Arial"/>
                        </a:rPr>
                        <a:t>typedef</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Gives the type a usable name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3"/>
                  </a:ext>
                </a:extLst>
              </a:tr>
              <a:tr h="678656">
                <a:tc>
                  <a:txBody>
                    <a:bodyPr/>
                    <a:lstStyle/>
                    <a:p>
                      <a:pPr>
                        <a:lnSpc>
                          <a:spcPct val="104167"/>
                        </a:lnSpc>
                        <a:buNone/>
                      </a:pPr>
                      <a:r>
                        <a:rPr sz="2475" b="1">
                          <a:solidFill>
                            <a:srgbClr val="202426"/>
                          </a:solidFill>
                          <a:latin typeface="Arial"/>
                          <a:ea typeface="Arial"/>
                          <a:cs typeface="Arial"/>
                        </a:rPr>
                        <a:t>Stock</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The type name, after the closing }</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4"/>
                  </a:ext>
                </a:extLst>
              </a:tr>
              <a:tr h="678656">
                <a:tc>
                  <a:txBody>
                    <a:bodyPr/>
                    <a:lstStyle/>
                    <a:p>
                      <a:pPr>
                        <a:lnSpc>
                          <a:spcPct val="104167"/>
                        </a:lnSpc>
                        <a:buNone/>
                      </a:pPr>
                      <a:r>
                        <a:rPr sz="2475" b="1">
                          <a:solidFill>
                            <a:srgbClr val="202426"/>
                          </a:solidFill>
                          <a:latin typeface="Arial"/>
                          <a:ea typeface="Arial"/>
                          <a:cs typeface="Arial"/>
                        </a:rPr>
                        <a:t>;</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Ends the declaration</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5"/>
                  </a:ext>
                </a:extLst>
              </a:tr>
            </a:tbl>
          </a:graphicData>
        </a:graphic>
      </p:graphicFrame>
      <p:pic>
        <p:nvPicPr>
          <p:cNvPr id="13" name="Picture 12">
            <a:extLst>
              <a:ext uri="{FF2B5EF4-FFF2-40B4-BE49-F238E27FC236}">
                <a16:creationId xmlns:a16="http://schemas.microsoft.com/office/drawing/2014/main" id="{10A875A8-1216-482B-8793-2E6D4FE076D3}"/>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1800041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21E3E9BA-35F3-4921-8C32-59007C957988}"/>
              </a:ext>
            </a:extLst>
          </p:cNvPr>
          <p:cNvSpPr>
            <a:spLocks noGrp="1"/>
          </p:cNvSpPr>
          <p:nvPr/>
        </p:nvSpPr>
        <p:spPr>
          <a:xfrm>
            <a:off x="914400" y="2754213"/>
            <a:ext cx="8473976" cy="2281238"/>
          </a:xfrm>
          <a:prstGeom prst="rect">
            <a:avLst/>
          </a:prstGeom>
          <a:solidFill>
            <a:srgbClr val="202426"/>
          </a:solidFill>
          <a:ln w="0">
            <a:noFill/>
          </a:ln>
        </p:spPr>
      </p:sp>
      <p:sp>
        <p:nvSpPr>
          <p:cNvPr id="2" name="Rectangle 1">
            <a:extLst>
              <a:ext uri="{FF2B5EF4-FFF2-40B4-BE49-F238E27FC236}">
                <a16:creationId xmlns:a16="http://schemas.microsoft.com/office/drawing/2014/main" id="{A8FC2B88-3F12-4324-90AD-DF5BAF6E1721}"/>
              </a:ext>
            </a:extLst>
          </p:cNvPr>
          <p:cNvSpPr>
            <a:spLocks noGrp="1"/>
          </p:cNvSpPr>
          <p:nvPr/>
        </p:nvSpPr>
        <p:spPr>
          <a:xfrm>
            <a:off x="9807476" y="2334667"/>
            <a:ext cx="7566124" cy="3939183"/>
          </a:xfrm>
          <a:prstGeom prst="rect">
            <a:avLst/>
          </a:prstGeom>
          <a:solidFill>
            <a:srgbClr val="F3F4F4"/>
          </a:solidFill>
          <a:ln w="0">
            <a:noFill/>
          </a:ln>
        </p:spPr>
      </p:sp>
      <p:sp>
        <p:nvSpPr>
          <p:cNvPr id="3" name="Rectangle 2">
            <a:extLst>
              <a:ext uri="{FF2B5EF4-FFF2-40B4-BE49-F238E27FC236}">
                <a16:creationId xmlns:a16="http://schemas.microsoft.com/office/drawing/2014/main" id="{A970F381-1275-4A71-AAFE-A9AE2AE58EBB}"/>
              </a:ext>
            </a:extLst>
          </p:cNvPr>
          <p:cNvSpPr>
            <a:spLocks noGrp="1"/>
          </p:cNvSpPr>
          <p:nvPr/>
        </p:nvSpPr>
        <p:spPr>
          <a:xfrm>
            <a:off x="9807476" y="2334667"/>
            <a:ext cx="7566124" cy="66675"/>
          </a:xfrm>
          <a:prstGeom prst="rect">
            <a:avLst/>
          </a:prstGeom>
          <a:solidFill>
            <a:srgbClr val="E64519"/>
          </a:solidFill>
          <a:ln w="0">
            <a:noFill/>
          </a:ln>
        </p:spPr>
      </p:sp>
      <p:sp>
        <p:nvSpPr>
          <p:cNvPr id="4" name="Rectangle 3">
            <a:extLst>
              <a:ext uri="{FF2B5EF4-FFF2-40B4-BE49-F238E27FC236}">
                <a16:creationId xmlns:a16="http://schemas.microsoft.com/office/drawing/2014/main" id="{3987DBE2-A883-4DC3-B6BF-A33F4339B37E}"/>
              </a:ext>
            </a:extLst>
          </p:cNvPr>
          <p:cNvSpPr>
            <a:spLocks noGrp="1"/>
          </p:cNvSpPr>
          <p:nvPr/>
        </p:nvSpPr>
        <p:spPr>
          <a:xfrm>
            <a:off x="17354550" y="2334667"/>
            <a:ext cx="19050" cy="3939183"/>
          </a:xfrm>
          <a:prstGeom prst="rect">
            <a:avLst/>
          </a:prstGeom>
          <a:solidFill>
            <a:srgbClr val="D9DEDF"/>
          </a:solidFill>
          <a:ln w="0">
            <a:noFill/>
          </a:ln>
        </p:spPr>
      </p:sp>
      <p:sp>
        <p:nvSpPr>
          <p:cNvPr id="5" name="Rectangle 4">
            <a:extLst>
              <a:ext uri="{FF2B5EF4-FFF2-40B4-BE49-F238E27FC236}">
                <a16:creationId xmlns:a16="http://schemas.microsoft.com/office/drawing/2014/main" id="{6F0EBFD4-79C1-4CA5-B0C6-75628106D0D2}"/>
              </a:ext>
            </a:extLst>
          </p:cNvPr>
          <p:cNvSpPr>
            <a:spLocks noGrp="1"/>
          </p:cNvSpPr>
          <p:nvPr/>
        </p:nvSpPr>
        <p:spPr>
          <a:xfrm>
            <a:off x="9807476" y="6254800"/>
            <a:ext cx="7566124" cy="19050"/>
          </a:xfrm>
          <a:prstGeom prst="rect">
            <a:avLst/>
          </a:prstGeom>
          <a:solidFill>
            <a:srgbClr val="D9DEDF"/>
          </a:solidFill>
          <a:ln w="0">
            <a:noFill/>
          </a:ln>
        </p:spPr>
      </p:sp>
      <p:sp>
        <p:nvSpPr>
          <p:cNvPr id="6" name="Rectangle 5">
            <a:extLst>
              <a:ext uri="{FF2B5EF4-FFF2-40B4-BE49-F238E27FC236}">
                <a16:creationId xmlns:a16="http://schemas.microsoft.com/office/drawing/2014/main" id="{BA71AD87-6CC6-49FE-A659-E471A31C01B7}"/>
              </a:ext>
            </a:extLst>
          </p:cNvPr>
          <p:cNvSpPr>
            <a:spLocks noGrp="1"/>
          </p:cNvSpPr>
          <p:nvPr/>
        </p:nvSpPr>
        <p:spPr>
          <a:xfrm>
            <a:off x="9807476" y="2334667"/>
            <a:ext cx="19050" cy="3939183"/>
          </a:xfrm>
          <a:prstGeom prst="rect">
            <a:avLst/>
          </a:prstGeom>
          <a:solidFill>
            <a:srgbClr val="D9DEDF"/>
          </a:solidFill>
          <a:ln w="0">
            <a:noFill/>
          </a:ln>
        </p:spPr>
      </p:sp>
      <p:sp>
        <p:nvSpPr>
          <p:cNvPr id="7" name="Rectangle 6">
            <a:extLst>
              <a:ext uri="{FF2B5EF4-FFF2-40B4-BE49-F238E27FC236}">
                <a16:creationId xmlns:a16="http://schemas.microsoft.com/office/drawing/2014/main" id="{7B12C4FD-0986-48A0-8297-10A154971DB4}"/>
              </a:ext>
            </a:extLst>
          </p:cNvPr>
          <p:cNvSpPr>
            <a:spLocks noGrp="1"/>
          </p:cNvSpPr>
          <p:nvPr/>
        </p:nvSpPr>
        <p:spPr>
          <a:xfrm>
            <a:off x="10159901" y="3938588"/>
            <a:ext cx="6861274" cy="9525"/>
          </a:xfrm>
          <a:prstGeom prst="rect">
            <a:avLst/>
          </a:prstGeom>
          <a:solidFill>
            <a:srgbClr val="D9DEDF"/>
          </a:solidFill>
          <a:ln w="0">
            <a:noFill/>
          </a:ln>
        </p:spPr>
      </p:sp>
      <p:sp>
        <p:nvSpPr>
          <p:cNvPr id="8" name="Rectangle 7">
            <a:extLst>
              <a:ext uri="{FF2B5EF4-FFF2-40B4-BE49-F238E27FC236}">
                <a16:creationId xmlns:a16="http://schemas.microsoft.com/office/drawing/2014/main" id="{D479DFB2-10CA-4196-A1F3-230A4E1A268F}"/>
              </a:ext>
            </a:extLst>
          </p:cNvPr>
          <p:cNvSpPr>
            <a:spLocks noGrp="1"/>
          </p:cNvSpPr>
          <p:nvPr/>
        </p:nvSpPr>
        <p:spPr>
          <a:xfrm>
            <a:off x="10159901" y="4618583"/>
            <a:ext cx="6861274" cy="9525"/>
          </a:xfrm>
          <a:prstGeom prst="rect">
            <a:avLst/>
          </a:prstGeom>
          <a:solidFill>
            <a:srgbClr val="D9DEDF"/>
          </a:solidFill>
          <a:ln w="0">
            <a:noFill/>
          </a:ln>
        </p:spPr>
      </p:sp>
      <p:sp>
        <p:nvSpPr>
          <p:cNvPr id="9" name="Rectangle 8">
            <a:extLst>
              <a:ext uri="{FF2B5EF4-FFF2-40B4-BE49-F238E27FC236}">
                <a16:creationId xmlns:a16="http://schemas.microsoft.com/office/drawing/2014/main" id="{FF6A3308-BC9A-460F-9364-E6F0B9963FBB}"/>
              </a:ext>
            </a:extLst>
          </p:cNvPr>
          <p:cNvSpPr>
            <a:spLocks noGrp="1"/>
          </p:cNvSpPr>
          <p:nvPr/>
        </p:nvSpPr>
        <p:spPr>
          <a:xfrm>
            <a:off x="10159901" y="5298579"/>
            <a:ext cx="6861274" cy="9525"/>
          </a:xfrm>
          <a:prstGeom prst="rect">
            <a:avLst/>
          </a:prstGeom>
          <a:solidFill>
            <a:srgbClr val="D9DEDF"/>
          </a:solidFill>
          <a:ln w="0">
            <a:noFill/>
          </a:ln>
        </p:spPr>
      </p:sp>
      <p:sp>
        <p:nvSpPr>
          <p:cNvPr id="10" name="Rectangle 9">
            <a:extLst>
              <a:ext uri="{FF2B5EF4-FFF2-40B4-BE49-F238E27FC236}">
                <a16:creationId xmlns:a16="http://schemas.microsoft.com/office/drawing/2014/main" id="{C6801EF2-7E9C-4AB0-8F60-125D376FAB5F}"/>
              </a:ext>
            </a:extLst>
          </p:cNvPr>
          <p:cNvSpPr>
            <a:spLocks noGrp="1"/>
          </p:cNvSpPr>
          <p:nvPr/>
        </p:nvSpPr>
        <p:spPr>
          <a:xfrm>
            <a:off x="10159901" y="5978575"/>
            <a:ext cx="6861274" cy="9525"/>
          </a:xfrm>
          <a:prstGeom prst="rect">
            <a:avLst/>
          </a:prstGeom>
          <a:solidFill>
            <a:srgbClr val="D9DEDF"/>
          </a:solidFill>
          <a:ln w="0">
            <a:noFill/>
          </a:ln>
        </p:spPr>
      </p:sp>
      <p:sp>
        <p:nvSpPr>
          <p:cNvPr id="11" name="Rectangle 10">
            <a:extLst>
              <a:ext uri="{FF2B5EF4-FFF2-40B4-BE49-F238E27FC236}">
                <a16:creationId xmlns:a16="http://schemas.microsoft.com/office/drawing/2014/main" id="{9E01974A-612A-4B41-947A-84EB136363A3}"/>
              </a:ext>
            </a:extLst>
          </p:cNvPr>
          <p:cNvSpPr>
            <a:spLocks noGrp="1"/>
          </p:cNvSpPr>
          <p:nvPr/>
        </p:nvSpPr>
        <p:spPr>
          <a:xfrm>
            <a:off x="9807476" y="7168604"/>
            <a:ext cx="7566124" cy="1191518"/>
          </a:xfrm>
          <a:prstGeom prst="rect">
            <a:avLst/>
          </a:prstGeom>
          <a:solidFill>
            <a:srgbClr val="F3F4F4"/>
          </a:solidFill>
          <a:ln w="0">
            <a:noFill/>
          </a:ln>
        </p:spPr>
      </p:sp>
      <p:sp>
        <p:nvSpPr>
          <p:cNvPr id="12" name="Rectangle 11">
            <a:extLst>
              <a:ext uri="{FF2B5EF4-FFF2-40B4-BE49-F238E27FC236}">
                <a16:creationId xmlns:a16="http://schemas.microsoft.com/office/drawing/2014/main" id="{17194BF9-EFFC-495B-9575-A7F1C9C468BC}"/>
              </a:ext>
            </a:extLst>
          </p:cNvPr>
          <p:cNvSpPr>
            <a:spLocks noGrp="1"/>
          </p:cNvSpPr>
          <p:nvPr/>
        </p:nvSpPr>
        <p:spPr>
          <a:xfrm>
            <a:off x="9807476" y="7168604"/>
            <a:ext cx="57150" cy="1191518"/>
          </a:xfrm>
          <a:prstGeom prst="rect">
            <a:avLst/>
          </a:prstGeom>
          <a:solidFill>
            <a:srgbClr val="E64519"/>
          </a:solidFill>
          <a:ln w="0">
            <a:noFill/>
          </a:ln>
        </p:spPr>
      </p:sp>
      <p:sp>
        <p:nvSpPr>
          <p:cNvPr id="13" name="Rectangle 12">
            <a:extLst>
              <a:ext uri="{FF2B5EF4-FFF2-40B4-BE49-F238E27FC236}">
                <a16:creationId xmlns:a16="http://schemas.microsoft.com/office/drawing/2014/main" id="{C5FE1BAF-4E3F-4EDF-9577-1E140A9C2F43}"/>
              </a:ext>
            </a:extLst>
          </p:cNvPr>
          <p:cNvSpPr>
            <a:spLocks noGrp="1"/>
          </p:cNvSpPr>
          <p:nvPr/>
        </p:nvSpPr>
        <p:spPr>
          <a:xfrm>
            <a:off x="914400" y="8588722"/>
            <a:ext cx="16459200" cy="19050"/>
          </a:xfrm>
          <a:prstGeom prst="rect">
            <a:avLst/>
          </a:prstGeom>
          <a:solidFill>
            <a:srgbClr val="D9DEDF"/>
          </a:solidFill>
          <a:ln w="0">
            <a:noFill/>
          </a:ln>
        </p:spPr>
      </p:sp>
      <p:sp>
        <p:nvSpPr>
          <p:cNvPr id="14" name="Rectangle 13">
            <a:extLst>
              <a:ext uri="{FF2B5EF4-FFF2-40B4-BE49-F238E27FC236}">
                <a16:creationId xmlns:a16="http://schemas.microsoft.com/office/drawing/2014/main" id="{9352F6DB-255D-4197-84ED-B844A42D6869}"/>
              </a:ext>
            </a:extLst>
          </p:cNvPr>
          <p:cNvSpPr>
            <a:spLocks noGrp="1"/>
          </p:cNvSpPr>
          <p:nvPr/>
        </p:nvSpPr>
        <p:spPr>
          <a:xfrm>
            <a:off x="914400" y="9658350"/>
            <a:ext cx="16459200" cy="9525"/>
          </a:xfrm>
          <a:prstGeom prst="rect">
            <a:avLst/>
          </a:prstGeom>
          <a:solidFill>
            <a:srgbClr val="D9DEDF"/>
          </a:solidFill>
          <a:ln w="0">
            <a:noFill/>
          </a:ln>
        </p:spPr>
      </p:sp>
      <p:sp>
        <p:nvSpPr>
          <p:cNvPr id="15" name="section-label">
            <a:extLst>
              <a:ext uri="{FF2B5EF4-FFF2-40B4-BE49-F238E27FC236}">
                <a16:creationId xmlns:a16="http://schemas.microsoft.com/office/drawing/2014/main" id="{EE4C5985-DFF4-449A-9BA0-69BB83AFDBB4}"/>
              </a:ext>
            </a:extLst>
          </p:cNvPr>
          <p:cNvSpPr>
            <a:spLocks noGrp="1"/>
          </p:cNvSpPr>
          <p:nvPr/>
        </p:nvSpPr>
        <p:spPr>
          <a:xfrm>
            <a:off x="914400" y="738188"/>
            <a:ext cx="178191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STRUCTURES</a:t>
            </a:r>
          </a:p>
        </p:txBody>
      </p:sp>
      <p:sp>
        <p:nvSpPr>
          <p:cNvPr id="16" name="H2">
            <a:extLst>
              <a:ext uri="{FF2B5EF4-FFF2-40B4-BE49-F238E27FC236}">
                <a16:creationId xmlns:a16="http://schemas.microsoft.com/office/drawing/2014/main" id="{F9A81029-17B4-475B-B385-AF0E21AD5803}"/>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Create a variable, then use its fields.</a:t>
            </a:r>
          </a:p>
        </p:txBody>
      </p:sp>
      <p:sp>
        <p:nvSpPr>
          <p:cNvPr id="17" name="caption">
            <a:extLst>
              <a:ext uri="{FF2B5EF4-FFF2-40B4-BE49-F238E27FC236}">
                <a16:creationId xmlns:a16="http://schemas.microsoft.com/office/drawing/2014/main" id="{11157CAB-B0BF-43BF-B0EF-39B477C1C745}"/>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Inside main · uses the Stock type</a:t>
            </a:r>
          </a:p>
        </p:txBody>
      </p:sp>
      <p:sp>
        <p:nvSpPr>
          <p:cNvPr id="18" name="PRE">
            <a:extLst>
              <a:ext uri="{FF2B5EF4-FFF2-40B4-BE49-F238E27FC236}">
                <a16:creationId xmlns:a16="http://schemas.microsoft.com/office/drawing/2014/main" id="{2A4CE0E7-882B-4FD6-A779-0C934CCED1A6}"/>
              </a:ext>
            </a:extLst>
          </p:cNvPr>
          <p:cNvSpPr>
            <a:spLocks noGrp="1"/>
          </p:cNvSpPr>
          <p:nvPr/>
        </p:nvSpPr>
        <p:spPr>
          <a:xfrm>
            <a:off x="1200150" y="3001863"/>
            <a:ext cx="7902476" cy="1843088"/>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Stock stock = {500, 200, 40, 3};</a:t>
            </a:r>
          </a:p>
          <a:p>
            <a:endParaRPr sz="2250" b="0">
              <a:solidFill>
                <a:srgbClr val="FFFFFF"/>
              </a:solidFill>
              <a:latin typeface="Courier New"/>
              <a:ea typeface="Courier New"/>
              <a:cs typeface="Courier New"/>
            </a:endParaRP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printf("%d\n", stock.water_ml);</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stock.water_ml = 450;</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printf("%d\n", stock.water_ml);</a:t>
            </a:r>
          </a:p>
        </p:txBody>
      </p:sp>
      <p:sp>
        <p:nvSpPr>
          <p:cNvPr id="19" name="H3">
            <a:extLst>
              <a:ext uri="{FF2B5EF4-FFF2-40B4-BE49-F238E27FC236}">
                <a16:creationId xmlns:a16="http://schemas.microsoft.com/office/drawing/2014/main" id="{5A780840-7D66-4527-8250-6277F3C99246}"/>
              </a:ext>
            </a:extLst>
          </p:cNvPr>
          <p:cNvSpPr>
            <a:spLocks noGrp="1"/>
          </p:cNvSpPr>
          <p:nvPr/>
        </p:nvSpPr>
        <p:spPr>
          <a:xfrm>
            <a:off x="10159901" y="2668042"/>
            <a:ext cx="6861274" cy="495300"/>
          </a:xfrm>
          <a:prstGeom prst="rect">
            <a:avLst/>
          </a:prstGeom>
          <a:noFill/>
          <a:ln w="0">
            <a:noFill/>
          </a:ln>
        </p:spPr>
        <p:txBody>
          <a:bodyPr wrap="square" lIns="0" tIns="0" rIns="0" bIns="0" anchor="t">
            <a:noAutofit/>
          </a:bodyPr>
          <a:lstStyle>
            <a:defPPr algn="l">
              <a:defRPr sz="3000" b="1">
                <a:solidFill>
                  <a:srgbClr val="202426"/>
                </a:solidFill>
                <a:latin typeface="Arial"/>
                <a:ea typeface="Arial"/>
                <a:cs typeface="Arial"/>
              </a:defRPr>
            </a:defPPr>
            <a:lvl1pPr algn="l">
              <a:defRPr sz="3000" b="1">
                <a:solidFill>
                  <a:srgbClr val="202426"/>
                </a:solidFill>
                <a:latin typeface="Arial"/>
                <a:ea typeface="Arial"/>
                <a:cs typeface="Arial"/>
              </a:defRPr>
            </a:lvl1pPr>
            <a:lvl2pPr algn="l">
              <a:defRPr sz="3000" b="1">
                <a:solidFill>
                  <a:srgbClr val="202426"/>
                </a:solidFill>
                <a:latin typeface="Arial"/>
                <a:ea typeface="Arial"/>
                <a:cs typeface="Arial"/>
              </a:defRPr>
            </a:lvl2pPr>
            <a:lvl3pPr algn="l">
              <a:defRPr sz="3000" b="1">
                <a:solidFill>
                  <a:srgbClr val="202426"/>
                </a:solidFill>
                <a:latin typeface="Arial"/>
                <a:ea typeface="Arial"/>
                <a:cs typeface="Arial"/>
              </a:defRPr>
            </a:lvl3pPr>
            <a:lvl4pPr algn="l">
              <a:defRPr sz="3000" b="1">
                <a:solidFill>
                  <a:srgbClr val="202426"/>
                </a:solidFill>
                <a:latin typeface="Arial"/>
                <a:ea typeface="Arial"/>
                <a:cs typeface="Arial"/>
              </a:defRPr>
            </a:lvl4pPr>
            <a:lvl5pPr algn="l">
              <a:defRPr sz="3000" b="1">
                <a:solidFill>
                  <a:srgbClr val="202426"/>
                </a:solidFill>
                <a:latin typeface="Arial"/>
                <a:ea typeface="Arial"/>
                <a:cs typeface="Arial"/>
              </a:defRPr>
            </a:lvl5pPr>
            <a:lvl6pPr algn="l">
              <a:defRPr sz="3000" b="1">
                <a:solidFill>
                  <a:srgbClr val="202426"/>
                </a:solidFill>
                <a:latin typeface="Arial"/>
                <a:ea typeface="Arial"/>
                <a:cs typeface="Arial"/>
              </a:defRPr>
            </a:lvl6pPr>
            <a:lvl7pPr algn="l">
              <a:defRPr sz="3000" b="1">
                <a:solidFill>
                  <a:srgbClr val="202426"/>
                </a:solidFill>
                <a:latin typeface="Arial"/>
                <a:ea typeface="Arial"/>
                <a:cs typeface="Arial"/>
              </a:defRPr>
            </a:lvl7pPr>
            <a:lvl8pPr algn="l">
              <a:defRPr sz="3000" b="1">
                <a:solidFill>
                  <a:srgbClr val="202426"/>
                </a:solidFill>
                <a:latin typeface="Arial"/>
                <a:ea typeface="Arial"/>
                <a:cs typeface="Arial"/>
              </a:defRPr>
            </a:lvl8pPr>
            <a:lvl9pPr algn="l">
              <a:defRPr sz="3000" b="1">
                <a:solidFill>
                  <a:srgbClr val="202426"/>
                </a:solidFill>
                <a:latin typeface="Arial"/>
                <a:ea typeface="Arial"/>
                <a:cs typeface="Arial"/>
              </a:defRPr>
            </a:lvl9pPr>
          </a:lstStyle>
          <a:p>
            <a:pPr algn="l">
              <a:lnSpc>
                <a:spcPct val="95833"/>
              </a:lnSpc>
              <a:buNone/>
              <a:defRPr sz="3000" b="1">
                <a:solidFill>
                  <a:srgbClr val="202426"/>
                </a:solidFill>
                <a:latin typeface="Arial"/>
                <a:ea typeface="Arial"/>
                <a:cs typeface="Arial"/>
              </a:defRPr>
            </a:pPr>
            <a:r>
              <a:rPr sz="3000" b="1">
                <a:solidFill>
                  <a:srgbClr val="202426"/>
                </a:solidFill>
                <a:latin typeface="Arial"/>
                <a:ea typeface="Arial"/>
                <a:cs typeface="Arial"/>
              </a:rPr>
              <a:t>stock · after initialization</a:t>
            </a:r>
          </a:p>
        </p:txBody>
      </p:sp>
      <p:sp>
        <p:nvSpPr>
          <p:cNvPr id="20" name="SPAN">
            <a:extLst>
              <a:ext uri="{FF2B5EF4-FFF2-40B4-BE49-F238E27FC236}">
                <a16:creationId xmlns:a16="http://schemas.microsoft.com/office/drawing/2014/main" id="{2B59F9B7-EC99-4A72-AB9A-A63A0C23A0BF}"/>
              </a:ext>
            </a:extLst>
          </p:cNvPr>
          <p:cNvSpPr>
            <a:spLocks noGrp="1"/>
          </p:cNvSpPr>
          <p:nvPr/>
        </p:nvSpPr>
        <p:spPr>
          <a:xfrm>
            <a:off x="10159901" y="3420517"/>
            <a:ext cx="146327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water_ml</a:t>
            </a:r>
          </a:p>
        </p:txBody>
      </p:sp>
      <p:sp>
        <p:nvSpPr>
          <p:cNvPr id="21" name="STRONG">
            <a:extLst>
              <a:ext uri="{FF2B5EF4-FFF2-40B4-BE49-F238E27FC236}">
                <a16:creationId xmlns:a16="http://schemas.microsoft.com/office/drawing/2014/main" id="{1F171F6B-8049-4D8A-B417-AF9CC19F0A9A}"/>
              </a:ext>
            </a:extLst>
          </p:cNvPr>
          <p:cNvSpPr>
            <a:spLocks noGrp="1"/>
          </p:cNvSpPr>
          <p:nvPr/>
        </p:nvSpPr>
        <p:spPr>
          <a:xfrm>
            <a:off x="16472446" y="3420517"/>
            <a:ext cx="548729"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500</a:t>
            </a:r>
          </a:p>
        </p:txBody>
      </p:sp>
      <p:sp>
        <p:nvSpPr>
          <p:cNvPr id="22" name="SPAN">
            <a:extLst>
              <a:ext uri="{FF2B5EF4-FFF2-40B4-BE49-F238E27FC236}">
                <a16:creationId xmlns:a16="http://schemas.microsoft.com/office/drawing/2014/main" id="{B5E29286-7B4C-4037-BD88-BE5D88B557F0}"/>
              </a:ext>
            </a:extLst>
          </p:cNvPr>
          <p:cNvSpPr>
            <a:spLocks noGrp="1"/>
          </p:cNvSpPr>
          <p:nvPr/>
        </p:nvSpPr>
        <p:spPr>
          <a:xfrm>
            <a:off x="10159901" y="4100513"/>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milk_ml</a:t>
            </a:r>
          </a:p>
        </p:txBody>
      </p:sp>
      <p:sp>
        <p:nvSpPr>
          <p:cNvPr id="23" name="STRONG">
            <a:extLst>
              <a:ext uri="{FF2B5EF4-FFF2-40B4-BE49-F238E27FC236}">
                <a16:creationId xmlns:a16="http://schemas.microsoft.com/office/drawing/2014/main" id="{AE9C2BC8-FF9D-4881-BF34-36A109E9106E}"/>
              </a:ext>
            </a:extLst>
          </p:cNvPr>
          <p:cNvSpPr>
            <a:spLocks noGrp="1"/>
          </p:cNvSpPr>
          <p:nvPr/>
        </p:nvSpPr>
        <p:spPr>
          <a:xfrm>
            <a:off x="16472446" y="4100513"/>
            <a:ext cx="548729"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200</a:t>
            </a:r>
          </a:p>
        </p:txBody>
      </p:sp>
      <p:sp>
        <p:nvSpPr>
          <p:cNvPr id="24" name="SPAN">
            <a:extLst>
              <a:ext uri="{FF2B5EF4-FFF2-40B4-BE49-F238E27FC236}">
                <a16:creationId xmlns:a16="http://schemas.microsoft.com/office/drawing/2014/main" id="{2548DA1D-C00C-4489-A3C6-1732B8556978}"/>
              </a:ext>
            </a:extLst>
          </p:cNvPr>
          <p:cNvSpPr>
            <a:spLocks noGrp="1"/>
          </p:cNvSpPr>
          <p:nvPr/>
        </p:nvSpPr>
        <p:spPr>
          <a:xfrm>
            <a:off x="10159901" y="4780508"/>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beans_g</a:t>
            </a:r>
          </a:p>
        </p:txBody>
      </p:sp>
      <p:sp>
        <p:nvSpPr>
          <p:cNvPr id="25" name="STRONG">
            <a:extLst>
              <a:ext uri="{FF2B5EF4-FFF2-40B4-BE49-F238E27FC236}">
                <a16:creationId xmlns:a16="http://schemas.microsoft.com/office/drawing/2014/main" id="{31926BFF-B643-435C-846B-44C15FFA9B7C}"/>
              </a:ext>
            </a:extLst>
          </p:cNvPr>
          <p:cNvSpPr>
            <a:spLocks noGrp="1"/>
          </p:cNvSpPr>
          <p:nvPr/>
        </p:nvSpPr>
        <p:spPr>
          <a:xfrm>
            <a:off x="16655355" y="4780508"/>
            <a:ext cx="36582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40</a:t>
            </a:r>
          </a:p>
        </p:txBody>
      </p:sp>
      <p:sp>
        <p:nvSpPr>
          <p:cNvPr id="26" name="SPAN">
            <a:extLst>
              <a:ext uri="{FF2B5EF4-FFF2-40B4-BE49-F238E27FC236}">
                <a16:creationId xmlns:a16="http://schemas.microsoft.com/office/drawing/2014/main" id="{96E39AE8-9089-4A97-B1DA-5DC910876D79}"/>
              </a:ext>
            </a:extLst>
          </p:cNvPr>
          <p:cNvSpPr>
            <a:spLocks noGrp="1"/>
          </p:cNvSpPr>
          <p:nvPr/>
        </p:nvSpPr>
        <p:spPr>
          <a:xfrm>
            <a:off x="10159901" y="5460504"/>
            <a:ext cx="182909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paper_cups</a:t>
            </a:r>
          </a:p>
        </p:txBody>
      </p:sp>
      <p:sp>
        <p:nvSpPr>
          <p:cNvPr id="27" name="STRONG">
            <a:extLst>
              <a:ext uri="{FF2B5EF4-FFF2-40B4-BE49-F238E27FC236}">
                <a16:creationId xmlns:a16="http://schemas.microsoft.com/office/drawing/2014/main" id="{0DBC4D06-CE37-4634-A80B-470346E6D9FE}"/>
              </a:ext>
            </a:extLst>
          </p:cNvPr>
          <p:cNvSpPr>
            <a:spLocks noGrp="1"/>
          </p:cNvSpPr>
          <p:nvPr/>
        </p:nvSpPr>
        <p:spPr>
          <a:xfrm>
            <a:off x="16838265" y="5460504"/>
            <a:ext cx="18291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3</a:t>
            </a:r>
          </a:p>
        </p:txBody>
      </p:sp>
      <p:sp>
        <p:nvSpPr>
          <p:cNvPr id="28" name="P">
            <a:extLst>
              <a:ext uri="{FF2B5EF4-FFF2-40B4-BE49-F238E27FC236}">
                <a16:creationId xmlns:a16="http://schemas.microsoft.com/office/drawing/2014/main" id="{04C2E1CC-305E-4F43-8611-CEB137F49F15}"/>
              </a:ext>
            </a:extLst>
          </p:cNvPr>
          <p:cNvSpPr>
            <a:spLocks noGrp="1"/>
          </p:cNvSpPr>
          <p:nvPr/>
        </p:nvSpPr>
        <p:spPr>
          <a:xfrm>
            <a:off x="10093226" y="7340054"/>
            <a:ext cx="7051774" cy="905768"/>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The values follow the field order:</a:t>
            </a:r>
          </a:p>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water, milk, beans, paper cups.</a:t>
            </a:r>
          </a:p>
        </p:txBody>
      </p:sp>
      <p:sp>
        <p:nvSpPr>
          <p:cNvPr id="29" name="P">
            <a:extLst>
              <a:ext uri="{FF2B5EF4-FFF2-40B4-BE49-F238E27FC236}">
                <a16:creationId xmlns:a16="http://schemas.microsoft.com/office/drawing/2014/main" id="{B5E6C71C-6890-4FD5-A60A-A05BA1F35B53}"/>
              </a:ext>
            </a:extLst>
          </p:cNvPr>
          <p:cNvSpPr>
            <a:spLocks noGrp="1"/>
          </p:cNvSpPr>
          <p:nvPr/>
        </p:nvSpPr>
        <p:spPr>
          <a:xfrm>
            <a:off x="914400" y="8779222"/>
            <a:ext cx="8039100" cy="440978"/>
          </a:xfrm>
          <a:prstGeom prst="rect">
            <a:avLst/>
          </a:prstGeom>
          <a:noFill/>
          <a:ln w="0">
            <a:noFill/>
          </a:ln>
        </p:spPr>
        <p:txBody>
          <a:bodyPr wrap="square" lIns="0" tIns="0" rIns="0" bIns="0" anchor="t">
            <a:noAutofit/>
          </a:bodyPr>
          <a:lstStyle>
            <a:defPPr algn="l">
              <a:defRPr sz="2325" b="0">
                <a:solidFill>
                  <a:srgbClr val="202426"/>
                </a:solidFill>
                <a:latin typeface="Arial"/>
                <a:ea typeface="Arial"/>
                <a:cs typeface="Arial"/>
              </a:defRPr>
            </a:defPPr>
            <a:lvl1pPr algn="l">
              <a:defRPr sz="2325" b="0">
                <a:solidFill>
                  <a:srgbClr val="202426"/>
                </a:solidFill>
                <a:latin typeface="Arial"/>
                <a:ea typeface="Arial"/>
                <a:cs typeface="Arial"/>
              </a:defRPr>
            </a:lvl1pPr>
            <a:lvl2pPr algn="l">
              <a:defRPr sz="2325" b="0">
                <a:solidFill>
                  <a:srgbClr val="202426"/>
                </a:solidFill>
                <a:latin typeface="Arial"/>
                <a:ea typeface="Arial"/>
                <a:cs typeface="Arial"/>
              </a:defRPr>
            </a:lvl2pPr>
            <a:lvl3pPr algn="l">
              <a:defRPr sz="2325" b="0">
                <a:solidFill>
                  <a:srgbClr val="202426"/>
                </a:solidFill>
                <a:latin typeface="Arial"/>
                <a:ea typeface="Arial"/>
                <a:cs typeface="Arial"/>
              </a:defRPr>
            </a:lvl3pPr>
            <a:lvl4pPr algn="l">
              <a:defRPr sz="2325" b="0">
                <a:solidFill>
                  <a:srgbClr val="202426"/>
                </a:solidFill>
                <a:latin typeface="Arial"/>
                <a:ea typeface="Arial"/>
                <a:cs typeface="Arial"/>
              </a:defRPr>
            </a:lvl4pPr>
            <a:lvl5pPr algn="l">
              <a:defRPr sz="2325" b="0">
                <a:solidFill>
                  <a:srgbClr val="202426"/>
                </a:solidFill>
                <a:latin typeface="Arial"/>
                <a:ea typeface="Arial"/>
                <a:cs typeface="Arial"/>
              </a:defRPr>
            </a:lvl5pPr>
            <a:lvl6pPr algn="l">
              <a:defRPr sz="2325" b="0">
                <a:solidFill>
                  <a:srgbClr val="202426"/>
                </a:solidFill>
                <a:latin typeface="Arial"/>
                <a:ea typeface="Arial"/>
                <a:cs typeface="Arial"/>
              </a:defRPr>
            </a:lvl6pPr>
            <a:lvl7pPr algn="l">
              <a:defRPr sz="2325" b="0">
                <a:solidFill>
                  <a:srgbClr val="202426"/>
                </a:solidFill>
                <a:latin typeface="Arial"/>
                <a:ea typeface="Arial"/>
                <a:cs typeface="Arial"/>
              </a:defRPr>
            </a:lvl7pPr>
            <a:lvl8pPr algn="l">
              <a:defRPr sz="2325" b="0">
                <a:solidFill>
                  <a:srgbClr val="202426"/>
                </a:solidFill>
                <a:latin typeface="Arial"/>
                <a:ea typeface="Arial"/>
                <a:cs typeface="Arial"/>
              </a:defRPr>
            </a:lvl8pPr>
            <a:lvl9pPr algn="l">
              <a:defRPr sz="2325" b="0">
                <a:solidFill>
                  <a:srgbClr val="202426"/>
                </a:solidFill>
                <a:latin typeface="Arial"/>
                <a:ea typeface="Arial"/>
                <a:cs typeface="Arial"/>
              </a:defRPr>
            </a:lvl9pPr>
          </a:lstStyle>
          <a:p>
            <a:pPr algn="l">
              <a:lnSpc>
                <a:spcPct val="108333"/>
              </a:lnSpc>
              <a:buNone/>
              <a:defRPr sz="2325" b="0">
                <a:solidFill>
                  <a:srgbClr val="202426"/>
                </a:solidFill>
                <a:latin typeface="Arial"/>
                <a:ea typeface="Arial"/>
                <a:cs typeface="Arial"/>
              </a:defRPr>
            </a:pPr>
            <a:r>
              <a:rPr sz="2325" b="1">
                <a:solidFill>
                  <a:srgbClr val="202426"/>
                </a:solidFill>
                <a:latin typeface="Arial"/>
                <a:ea typeface="Arial"/>
                <a:cs typeface="Arial"/>
              </a:rPr>
              <a:t>Output:</a:t>
            </a:r>
            <a:r>
              <a:rPr sz="2325" b="0">
                <a:solidFill>
                  <a:srgbClr val="202426"/>
                </a:solidFill>
                <a:latin typeface="Arial"/>
                <a:ea typeface="Arial"/>
                <a:cs typeface="Arial"/>
              </a:rPr>
              <a:t> 500, then 450.</a:t>
            </a:r>
          </a:p>
        </p:txBody>
      </p:sp>
      <p:sp>
        <p:nvSpPr>
          <p:cNvPr id="30" name="P">
            <a:extLst>
              <a:ext uri="{FF2B5EF4-FFF2-40B4-BE49-F238E27FC236}">
                <a16:creationId xmlns:a16="http://schemas.microsoft.com/office/drawing/2014/main" id="{4851A826-C4A9-48F2-8FCF-239740E1459B}"/>
              </a:ext>
            </a:extLst>
          </p:cNvPr>
          <p:cNvSpPr>
            <a:spLocks noGrp="1"/>
          </p:cNvSpPr>
          <p:nvPr/>
        </p:nvSpPr>
        <p:spPr>
          <a:xfrm>
            <a:off x="9334500" y="8779222"/>
            <a:ext cx="8039100" cy="440978"/>
          </a:xfrm>
          <a:prstGeom prst="rect">
            <a:avLst/>
          </a:prstGeom>
          <a:noFill/>
          <a:ln w="0">
            <a:noFill/>
          </a:ln>
        </p:spPr>
        <p:txBody>
          <a:bodyPr wrap="square" lIns="0" tIns="0" rIns="0" bIns="0" anchor="t">
            <a:noAutofit/>
          </a:bodyPr>
          <a:lstStyle>
            <a:defPPr algn="l">
              <a:defRPr sz="2325" b="0">
                <a:solidFill>
                  <a:srgbClr val="202426"/>
                </a:solidFill>
                <a:latin typeface="Arial"/>
                <a:ea typeface="Arial"/>
                <a:cs typeface="Arial"/>
              </a:defRPr>
            </a:defPPr>
            <a:lvl1pPr algn="l">
              <a:defRPr sz="2325" b="0">
                <a:solidFill>
                  <a:srgbClr val="202426"/>
                </a:solidFill>
                <a:latin typeface="Arial"/>
                <a:ea typeface="Arial"/>
                <a:cs typeface="Arial"/>
              </a:defRPr>
            </a:lvl1pPr>
            <a:lvl2pPr algn="l">
              <a:defRPr sz="2325" b="0">
                <a:solidFill>
                  <a:srgbClr val="202426"/>
                </a:solidFill>
                <a:latin typeface="Arial"/>
                <a:ea typeface="Arial"/>
                <a:cs typeface="Arial"/>
              </a:defRPr>
            </a:lvl2pPr>
            <a:lvl3pPr algn="l">
              <a:defRPr sz="2325" b="0">
                <a:solidFill>
                  <a:srgbClr val="202426"/>
                </a:solidFill>
                <a:latin typeface="Arial"/>
                <a:ea typeface="Arial"/>
                <a:cs typeface="Arial"/>
              </a:defRPr>
            </a:lvl3pPr>
            <a:lvl4pPr algn="l">
              <a:defRPr sz="2325" b="0">
                <a:solidFill>
                  <a:srgbClr val="202426"/>
                </a:solidFill>
                <a:latin typeface="Arial"/>
                <a:ea typeface="Arial"/>
                <a:cs typeface="Arial"/>
              </a:defRPr>
            </a:lvl4pPr>
            <a:lvl5pPr algn="l">
              <a:defRPr sz="2325" b="0">
                <a:solidFill>
                  <a:srgbClr val="202426"/>
                </a:solidFill>
                <a:latin typeface="Arial"/>
                <a:ea typeface="Arial"/>
                <a:cs typeface="Arial"/>
              </a:defRPr>
            </a:lvl5pPr>
            <a:lvl6pPr algn="l">
              <a:defRPr sz="2325" b="0">
                <a:solidFill>
                  <a:srgbClr val="202426"/>
                </a:solidFill>
                <a:latin typeface="Arial"/>
                <a:ea typeface="Arial"/>
                <a:cs typeface="Arial"/>
              </a:defRPr>
            </a:lvl6pPr>
            <a:lvl7pPr algn="l">
              <a:defRPr sz="2325" b="0">
                <a:solidFill>
                  <a:srgbClr val="202426"/>
                </a:solidFill>
                <a:latin typeface="Arial"/>
                <a:ea typeface="Arial"/>
                <a:cs typeface="Arial"/>
              </a:defRPr>
            </a:lvl7pPr>
            <a:lvl8pPr algn="l">
              <a:defRPr sz="2325" b="0">
                <a:solidFill>
                  <a:srgbClr val="202426"/>
                </a:solidFill>
                <a:latin typeface="Arial"/>
                <a:ea typeface="Arial"/>
                <a:cs typeface="Arial"/>
              </a:defRPr>
            </a:lvl8pPr>
            <a:lvl9pPr algn="l">
              <a:defRPr sz="2325" b="0">
                <a:solidFill>
                  <a:srgbClr val="202426"/>
                </a:solidFill>
                <a:latin typeface="Arial"/>
                <a:ea typeface="Arial"/>
                <a:cs typeface="Arial"/>
              </a:defRPr>
            </a:lvl9pPr>
          </a:lstStyle>
          <a:p>
            <a:pPr algn="l">
              <a:lnSpc>
                <a:spcPct val="108333"/>
              </a:lnSpc>
              <a:buNone/>
              <a:defRPr sz="2325" b="0">
                <a:solidFill>
                  <a:srgbClr val="202426"/>
                </a:solidFill>
                <a:latin typeface="Arial"/>
                <a:ea typeface="Arial"/>
                <a:cs typeface="Arial"/>
              </a:defRPr>
            </a:pPr>
            <a:r>
              <a:rPr sz="2325" b="0">
                <a:solidFill>
                  <a:srgbClr val="202426"/>
                </a:solidFill>
                <a:latin typeface="Arial"/>
                <a:ea typeface="Arial"/>
                <a:cs typeface="Arial"/>
              </a:rPr>
              <a:t>Only the water field changes.</a:t>
            </a:r>
          </a:p>
        </p:txBody>
      </p:sp>
      <p:sp>
        <p:nvSpPr>
          <p:cNvPr id="32" name="page-number">
            <a:extLst>
              <a:ext uri="{FF2B5EF4-FFF2-40B4-BE49-F238E27FC236}">
                <a16:creationId xmlns:a16="http://schemas.microsoft.com/office/drawing/2014/main" id="{321C472D-B35C-441A-A805-B7FD9FD6BA51}"/>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10</a:t>
            </a:r>
          </a:p>
        </p:txBody>
      </p:sp>
      <p:graphicFrame>
        <p:nvGraphicFramePr>
          <p:cNvPr id="33" name="Table 32">
            <a:extLst>
              <a:ext uri="{FF2B5EF4-FFF2-40B4-BE49-F238E27FC236}">
                <a16:creationId xmlns:a16="http://schemas.microsoft.com/office/drawing/2014/main" id="{EA865481-D2EC-4718-BED7-B5A6AC8C9262}"/>
              </a:ext>
            </a:extLst>
          </p:cNvPr>
          <p:cNvGraphicFramePr/>
          <p:nvPr/>
        </p:nvGraphicFramePr>
        <p:xfrm>
          <a:off x="914400" y="5645497"/>
          <a:ext cx="8473975" cy="2705099"/>
        </p:xfrm>
        <a:graphic>
          <a:graphicData uri="http://schemas.openxmlformats.org/drawingml/2006/table">
            <a:tbl>
              <a:tblPr/>
              <a:tblGrid>
                <a:gridCol w="3350716">
                  <a:extLst>
                    <a:ext uri="{9D8B030D-6E8A-4147-A177-3AD203B41FA5}">
                      <a16:colId xmlns:a16="http://schemas.microsoft.com/office/drawing/2014/main" val="20000"/>
                    </a:ext>
                  </a:extLst>
                </a:gridCol>
                <a:gridCol w="5123259">
                  <a:extLst>
                    <a:ext uri="{9D8B030D-6E8A-4147-A177-3AD203B41FA5}">
                      <a16:colId xmlns:a16="http://schemas.microsoft.com/office/drawing/2014/main" val="20001"/>
                    </a:ext>
                  </a:extLst>
                </a:gridCol>
              </a:tblGrid>
              <a:tr h="669131">
                <a:tc>
                  <a:txBody>
                    <a:bodyPr/>
                    <a:lstStyle/>
                    <a:p>
                      <a:pPr>
                        <a:lnSpc>
                          <a:spcPct val="104167"/>
                        </a:lnSpc>
                        <a:buNone/>
                      </a:pPr>
                      <a:r>
                        <a:rPr sz="2250" b="1">
                          <a:solidFill>
                            <a:srgbClr val="202426"/>
                          </a:solidFill>
                          <a:latin typeface="Arial"/>
                          <a:ea typeface="Arial"/>
                          <a:cs typeface="Arial"/>
                        </a:rPr>
                        <a:t>Code</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250" b="1">
                          <a:solidFill>
                            <a:srgbClr val="202426"/>
                          </a:solidFill>
                          <a:latin typeface="Arial"/>
                          <a:ea typeface="Arial"/>
                          <a:cs typeface="Arial"/>
                        </a:rPr>
                        <a:t>Meaning</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250" b="1">
                          <a:solidFill>
                            <a:srgbClr val="202426"/>
                          </a:solidFill>
                          <a:latin typeface="Arial"/>
                          <a:ea typeface="Arial"/>
                          <a:cs typeface="Arial"/>
                        </a:rPr>
                        <a:t>Stock stock</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250" b="0">
                          <a:solidFill>
                            <a:srgbClr val="202426"/>
                          </a:solidFill>
                          <a:latin typeface="Arial"/>
                          <a:ea typeface="Arial"/>
                          <a:cs typeface="Arial"/>
                        </a:rPr>
                        <a:t>Declare (create) a variable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250" b="1">
                          <a:solidFill>
                            <a:srgbClr val="202426"/>
                          </a:solidFill>
                          <a:latin typeface="Arial"/>
                          <a:ea typeface="Arial"/>
                          <a:cs typeface="Arial"/>
                        </a:rPr>
                        <a:t>= {500, 200, 40, 3}</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250" b="0">
                          <a:solidFill>
                            <a:srgbClr val="202426"/>
                          </a:solidFill>
                          <a:latin typeface="Arial"/>
                          <a:ea typeface="Arial"/>
                          <a:cs typeface="Arial"/>
                        </a:rPr>
                        <a:t>Initialize: set starting values</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r h="678656">
                <a:tc>
                  <a:txBody>
                    <a:bodyPr/>
                    <a:lstStyle/>
                    <a:p>
                      <a:pPr>
                        <a:lnSpc>
                          <a:spcPct val="104167"/>
                        </a:lnSpc>
                        <a:buNone/>
                      </a:pPr>
                      <a:r>
                        <a:rPr sz="2250" b="1">
                          <a:solidFill>
                            <a:srgbClr val="202426"/>
                          </a:solidFill>
                          <a:latin typeface="Arial"/>
                          <a:ea typeface="Arial"/>
                          <a:cs typeface="Arial"/>
                        </a:rPr>
                        <a:t>stock.water_ml</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250" b="0">
                          <a:solidFill>
                            <a:srgbClr val="202426"/>
                          </a:solidFill>
                          <a:latin typeface="Arial"/>
                          <a:ea typeface="Arial"/>
                          <a:cs typeface="Arial"/>
                        </a:rPr>
                        <a:t>Access one field using the dot</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3"/>
                  </a:ext>
                </a:extLst>
              </a:tr>
            </a:tbl>
          </a:graphicData>
        </a:graphic>
      </p:graphicFrame>
      <p:pic>
        <p:nvPicPr>
          <p:cNvPr id="34" name="Picture 33">
            <a:extLst>
              <a:ext uri="{FF2B5EF4-FFF2-40B4-BE49-F238E27FC236}">
                <a16:creationId xmlns:a16="http://schemas.microsoft.com/office/drawing/2014/main" id="{386F5854-49D5-4A27-A620-79B375C31F30}"/>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468257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9880212-2CAA-4F6E-A31C-75ADC0A4F11E}"/>
              </a:ext>
            </a:extLst>
          </p:cNvPr>
          <p:cNvSpPr>
            <a:spLocks noGrp="1"/>
          </p:cNvSpPr>
          <p:nvPr/>
        </p:nvSpPr>
        <p:spPr>
          <a:xfrm>
            <a:off x="914400" y="9658350"/>
            <a:ext cx="16459200" cy="9525"/>
          </a:xfrm>
          <a:prstGeom prst="rect">
            <a:avLst/>
          </a:prstGeom>
          <a:solidFill>
            <a:srgbClr val="D9DEDF"/>
          </a:solidFill>
          <a:ln w="0">
            <a:noFill/>
          </a:ln>
        </p:spPr>
      </p:sp>
      <p:sp>
        <p:nvSpPr>
          <p:cNvPr id="21" name="section-label">
            <a:extLst>
              <a:ext uri="{FF2B5EF4-FFF2-40B4-BE49-F238E27FC236}">
                <a16:creationId xmlns:a16="http://schemas.microsoft.com/office/drawing/2014/main" id="{214E9FB7-9BA2-4A89-BE57-39A7FBC53CF3}"/>
              </a:ext>
            </a:extLst>
          </p:cNvPr>
          <p:cNvSpPr>
            <a:spLocks noGrp="1"/>
          </p:cNvSpPr>
          <p:nvPr/>
        </p:nvSpPr>
        <p:spPr>
          <a:xfrm>
            <a:off x="914400" y="738188"/>
            <a:ext cx="1781919"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STRUCTURES</a:t>
            </a:r>
          </a:p>
        </p:txBody>
      </p:sp>
      <p:sp>
        <p:nvSpPr>
          <p:cNvPr id="22" name="H2">
            <a:extLst>
              <a:ext uri="{FF2B5EF4-FFF2-40B4-BE49-F238E27FC236}">
                <a16:creationId xmlns:a16="http://schemas.microsoft.com/office/drawing/2014/main" id="{F11E4CA4-3738-4701-8986-5C14920EF617}"/>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A returned Stock is a separate copy.</a:t>
            </a:r>
          </a:p>
        </p:txBody>
      </p:sp>
      <p:sp>
        <p:nvSpPr>
          <p:cNvPr id="44" name="page-number">
            <a:extLst>
              <a:ext uri="{FF2B5EF4-FFF2-40B4-BE49-F238E27FC236}">
                <a16:creationId xmlns:a16="http://schemas.microsoft.com/office/drawing/2014/main" id="{C1E3192E-2E33-4BA0-B1ED-34216AC2E571}"/>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11</a:t>
            </a:r>
          </a:p>
        </p:txBody>
      </p:sp>
      <p:pic>
        <p:nvPicPr>
          <p:cNvPr id="46" name="Picture 45">
            <a:extLst>
              <a:ext uri="{FF2B5EF4-FFF2-40B4-BE49-F238E27FC236}">
                <a16:creationId xmlns:a16="http://schemas.microsoft.com/office/drawing/2014/main" id="{5CC4BA65-21CA-446F-8B9C-9A9126666372}"/>
              </a:ext>
            </a:extLst>
          </p:cNvPr>
          <p:cNvPicPr>
            <a:picLocks noChangeAspect="1"/>
          </p:cNvPicPr>
          <p:nvPr/>
        </p:nvPicPr>
        <p:blipFill>
          <a:blip r:embed="rId5"/>
          <a:stretch/>
        </p:blipFill>
        <p:spPr>
          <a:xfrm>
            <a:off x="16592589" y="611386"/>
            <a:ext cx="780972" cy="510778"/>
          </a:xfrm>
          <a:prstGeom prst="rect">
            <a:avLst/>
          </a:prstGeom>
        </p:spPr>
      </p:pic>
      <p:sp>
        <p:nvSpPr>
          <p:cNvPr id="100" name="Code background"/>
          <p:cNvSpPr>
            <a:spLocks noGrp="1"/>
          </p:cNvSpPr>
          <p:nvPr/>
        </p:nvSpPr>
        <p:spPr>
          <a:xfrm>
            <a:off x="914400" y="2762250"/>
            <a:ext cx="8477250" cy="3905250"/>
          </a:xfrm>
          <a:prstGeom prst="rect">
            <a:avLst/>
          </a:prstGeom>
          <a:solidFill>
            <a:srgbClr val="202426"/>
          </a:solidFill>
          <a:ln w="0">
            <a:noFill/>
          </a:ln>
        </p:spPr>
      </p:sp>
      <p:sp>
        <p:nvSpPr>
          <p:cNvPr id="101" name="Code background"/>
          <p:cNvSpPr>
            <a:spLocks noGrp="1"/>
          </p:cNvSpPr>
          <p:nvPr/>
        </p:nvSpPr>
        <p:spPr>
          <a:xfrm>
            <a:off x="9810750" y="2762250"/>
            <a:ext cx="7562850" cy="3905250"/>
          </a:xfrm>
          <a:prstGeom prst="rect">
            <a:avLst/>
          </a:prstGeom>
          <a:solidFill>
            <a:srgbClr val="202426"/>
          </a:solidFill>
          <a:ln w="0">
            <a:noFill/>
          </a:ln>
        </p:spPr>
      </p:sp>
      <p:sp>
        <p:nvSpPr>
          <p:cNvPr id="102" name="Helper caption"/>
          <p:cNvSpPr>
            <a:spLocks noGrp="1"/>
          </p:cNvSpPr>
          <p:nvPr/>
        </p:nvSpPr>
        <p:spPr>
          <a:xfrm>
            <a:off x="914400" y="2333625"/>
            <a:ext cx="8477250" cy="381000"/>
          </a:xfrm>
          <a:prstGeom prst="rect">
            <a:avLst/>
          </a:prstGeom>
          <a:noFill/>
          <a:ln w="0">
            <a:noFill/>
          </a:ln>
        </p:spPr>
        <p:txBody>
          <a:bodyPr wrap="square" lIns="0" tIns="0" rIns="0" bIns="0" anchor="t">
            <a:noAutofit/>
          </a:bodyPr>
          <a:lstStyle>
            <a:defPPr algn="l">
              <a:defRPr sz="1800" b="0" u="none">
                <a:solidFill>
                  <a:srgbClr val="202426"/>
                </a:solidFill>
                <a:latin typeface="Arial"/>
                <a:ea typeface="Arial"/>
                <a:cs typeface="Arial"/>
              </a:defRPr>
            </a:defPPr>
            <a:lvl1pPr algn="l">
              <a:defRPr sz="1800" b="0" u="none">
                <a:solidFill>
                  <a:srgbClr val="202426"/>
                </a:solidFill>
                <a:latin typeface="Arial"/>
                <a:ea typeface="Arial"/>
                <a:cs typeface="Arial"/>
              </a:defRPr>
            </a:lvl1pPr>
            <a:lvl2pPr algn="l">
              <a:defRPr sz="1800" b="0" u="none">
                <a:solidFill>
                  <a:srgbClr val="202426"/>
                </a:solidFill>
                <a:latin typeface="Arial"/>
                <a:ea typeface="Arial"/>
                <a:cs typeface="Arial"/>
              </a:defRPr>
            </a:lvl2pPr>
            <a:lvl3pPr algn="l">
              <a:defRPr sz="1800" b="0" u="none">
                <a:solidFill>
                  <a:srgbClr val="202426"/>
                </a:solidFill>
                <a:latin typeface="Arial"/>
                <a:ea typeface="Arial"/>
                <a:cs typeface="Arial"/>
              </a:defRPr>
            </a:lvl3pPr>
            <a:lvl4pPr algn="l">
              <a:defRPr sz="1800" b="0" u="none">
                <a:solidFill>
                  <a:srgbClr val="202426"/>
                </a:solidFill>
                <a:latin typeface="Arial"/>
                <a:ea typeface="Arial"/>
                <a:cs typeface="Arial"/>
              </a:defRPr>
            </a:lvl4pPr>
            <a:lvl5pPr algn="l">
              <a:defRPr sz="1800" b="0" u="none">
                <a:solidFill>
                  <a:srgbClr val="202426"/>
                </a:solidFill>
                <a:latin typeface="Arial"/>
                <a:ea typeface="Arial"/>
                <a:cs typeface="Arial"/>
              </a:defRPr>
            </a:lvl5pPr>
            <a:lvl6pPr algn="l">
              <a:defRPr sz="1800" b="0" u="none">
                <a:solidFill>
                  <a:srgbClr val="202426"/>
                </a:solidFill>
                <a:latin typeface="Arial"/>
                <a:ea typeface="Arial"/>
                <a:cs typeface="Arial"/>
              </a:defRPr>
            </a:lvl6pPr>
            <a:lvl7pPr algn="l">
              <a:defRPr sz="1800" b="0" u="none">
                <a:solidFill>
                  <a:srgbClr val="202426"/>
                </a:solidFill>
                <a:latin typeface="Arial"/>
                <a:ea typeface="Arial"/>
                <a:cs typeface="Arial"/>
              </a:defRPr>
            </a:lvl7pPr>
            <a:lvl8pPr algn="l">
              <a:defRPr sz="1800" b="0" u="none">
                <a:solidFill>
                  <a:srgbClr val="202426"/>
                </a:solidFill>
                <a:latin typeface="Arial"/>
                <a:ea typeface="Arial"/>
                <a:cs typeface="Arial"/>
              </a:defRPr>
            </a:lvl8pPr>
            <a:lvl9pPr algn="l">
              <a:defRPr sz="1800" b="0" u="none">
                <a:solidFill>
                  <a:srgbClr val="202426"/>
                </a:solidFill>
                <a:latin typeface="Arial"/>
                <a:ea typeface="Arial"/>
                <a:cs typeface="Arial"/>
              </a:defRPr>
            </a:lvl9pPr>
          </a:lstStyle>
          <a:p>
            <a:pPr algn="l">
              <a:lnSpc>
                <a:spcPct val="112500"/>
              </a:lnSpc>
              <a:buNone/>
              <a:defRPr sz="1800" b="0" u="none">
                <a:solidFill>
                  <a:srgbClr val="202426"/>
                </a:solidFill>
                <a:latin typeface="Arial"/>
                <a:ea typeface="Arial"/>
                <a:cs typeface="Arial"/>
              </a:defRPr>
            </a:pPr>
            <a:r>
              <a:rPr sz="1800" b="0" u="none">
                <a:solidFill>
                  <a:srgbClr val="202426"/>
                </a:solidFill>
                <a:latin typeface="Arial"/>
                <a:ea typeface="Arial"/>
                <a:cs typeface="Arial"/>
              </a:rPr>
              <a:t xml:space="preserve">The helper definition</a:t>
            </a:r>
          </a:p>
        </p:txBody>
      </p:sp>
      <p:sp>
        <p:nvSpPr>
          <p:cNvPr id="103" name="Caller caption"/>
          <p:cNvSpPr>
            <a:spLocks noGrp="1"/>
          </p:cNvSpPr>
          <p:nvPr/>
        </p:nvSpPr>
        <p:spPr>
          <a:xfrm>
            <a:off x="9810750" y="2333625"/>
            <a:ext cx="7562850" cy="381000"/>
          </a:xfrm>
          <a:prstGeom prst="rect">
            <a:avLst/>
          </a:prstGeom>
          <a:noFill/>
          <a:ln w="0">
            <a:noFill/>
          </a:ln>
        </p:spPr>
        <p:txBody>
          <a:bodyPr wrap="square" lIns="0" tIns="0" rIns="0" bIns="0" anchor="t">
            <a:noAutofit/>
          </a:bodyPr>
          <a:lstStyle>
            <a:defPPr algn="l">
              <a:defRPr sz="1800" b="0" u="none">
                <a:solidFill>
                  <a:srgbClr val="202426"/>
                </a:solidFill>
                <a:latin typeface="Arial"/>
                <a:ea typeface="Arial"/>
                <a:cs typeface="Arial"/>
              </a:defRPr>
            </a:defPPr>
            <a:lvl1pPr algn="l">
              <a:defRPr sz="1800" b="0" u="none">
                <a:solidFill>
                  <a:srgbClr val="202426"/>
                </a:solidFill>
                <a:latin typeface="Arial"/>
                <a:ea typeface="Arial"/>
                <a:cs typeface="Arial"/>
              </a:defRPr>
            </a:lvl1pPr>
            <a:lvl2pPr algn="l">
              <a:defRPr sz="1800" b="0" u="none">
                <a:solidFill>
                  <a:srgbClr val="202426"/>
                </a:solidFill>
                <a:latin typeface="Arial"/>
                <a:ea typeface="Arial"/>
                <a:cs typeface="Arial"/>
              </a:defRPr>
            </a:lvl2pPr>
            <a:lvl3pPr algn="l">
              <a:defRPr sz="1800" b="0" u="none">
                <a:solidFill>
                  <a:srgbClr val="202426"/>
                </a:solidFill>
                <a:latin typeface="Arial"/>
                <a:ea typeface="Arial"/>
                <a:cs typeface="Arial"/>
              </a:defRPr>
            </a:lvl3pPr>
            <a:lvl4pPr algn="l">
              <a:defRPr sz="1800" b="0" u="none">
                <a:solidFill>
                  <a:srgbClr val="202426"/>
                </a:solidFill>
                <a:latin typeface="Arial"/>
                <a:ea typeface="Arial"/>
                <a:cs typeface="Arial"/>
              </a:defRPr>
            </a:lvl4pPr>
            <a:lvl5pPr algn="l">
              <a:defRPr sz="1800" b="0" u="none">
                <a:solidFill>
                  <a:srgbClr val="202426"/>
                </a:solidFill>
                <a:latin typeface="Arial"/>
                <a:ea typeface="Arial"/>
                <a:cs typeface="Arial"/>
              </a:defRPr>
            </a:lvl5pPr>
            <a:lvl6pPr algn="l">
              <a:defRPr sz="1800" b="0" u="none">
                <a:solidFill>
                  <a:srgbClr val="202426"/>
                </a:solidFill>
                <a:latin typeface="Arial"/>
                <a:ea typeface="Arial"/>
                <a:cs typeface="Arial"/>
              </a:defRPr>
            </a:lvl6pPr>
            <a:lvl7pPr algn="l">
              <a:defRPr sz="1800" b="0" u="none">
                <a:solidFill>
                  <a:srgbClr val="202426"/>
                </a:solidFill>
                <a:latin typeface="Arial"/>
                <a:ea typeface="Arial"/>
                <a:cs typeface="Arial"/>
              </a:defRPr>
            </a:lvl7pPr>
            <a:lvl8pPr algn="l">
              <a:defRPr sz="1800" b="0" u="none">
                <a:solidFill>
                  <a:srgbClr val="202426"/>
                </a:solidFill>
                <a:latin typeface="Arial"/>
                <a:ea typeface="Arial"/>
                <a:cs typeface="Arial"/>
              </a:defRPr>
            </a:lvl8pPr>
            <a:lvl9pPr algn="l">
              <a:defRPr sz="1800" b="0" u="none">
                <a:solidFill>
                  <a:srgbClr val="202426"/>
                </a:solidFill>
                <a:latin typeface="Arial"/>
                <a:ea typeface="Arial"/>
                <a:cs typeface="Arial"/>
              </a:defRPr>
            </a:lvl9pPr>
          </a:lstStyle>
          <a:p>
            <a:pPr algn="l">
              <a:lnSpc>
                <a:spcPct val="112500"/>
              </a:lnSpc>
              <a:buNone/>
              <a:defRPr sz="1800" b="0" u="none">
                <a:solidFill>
                  <a:srgbClr val="202426"/>
                </a:solidFill>
                <a:latin typeface="Arial"/>
                <a:ea typeface="Arial"/>
                <a:cs typeface="Arial"/>
              </a:defRPr>
            </a:pPr>
            <a:r>
              <a:rPr sz="1800" b="0" u="none">
                <a:solidFill>
                  <a:srgbClr val="202426"/>
                </a:solidFill>
                <a:latin typeface="Arial"/>
                <a:ea typeface="Arial"/>
                <a:cs typeface="Arial"/>
              </a:rPr>
              <a:t xml:space="preserve">Caller · stock starts with 500 ml</a:t>
            </a:r>
          </a:p>
        </p:txBody>
      </p:sp>
      <p:sp>
        <p:nvSpPr>
          <p:cNvPr id="104" name="PRE"/>
          <p:cNvSpPr>
            <a:spLocks noGrp="1"/>
          </p:cNvSpPr>
          <p:nvPr/>
        </p:nvSpPr>
        <p:spPr>
          <a:xfrm>
            <a:off x="1200150" y="2971800"/>
            <a:ext cx="7905750" cy="3562350"/>
          </a:xfrm>
          <a:prstGeom prst="rect">
            <a:avLst/>
          </a:prstGeom>
          <a:noFill/>
          <a:ln w="0">
            <a:noFill/>
          </a:ln>
        </p:spPr>
        <p:txBody>
          <a:bodyPr wrap="square" lIns="0" tIns="0" rIns="0" bIns="0" anchor="t">
            <a:noAutofit/>
          </a:bodyPr>
          <a:lstStyle>
            <a:defPPr algn="l">
              <a:defRPr sz="2250" b="0" u="none">
                <a:solidFill>
                  <a:srgbClr val="FFFFFF"/>
                </a:solidFill>
                <a:latin typeface="Courier New"/>
                <a:ea typeface="Courier New"/>
                <a:cs typeface="Courier New"/>
              </a:defRPr>
            </a:defPPr>
            <a:lvl1pPr algn="l">
              <a:defRPr sz="2250" b="0" u="none">
                <a:solidFill>
                  <a:srgbClr val="FFFFFF"/>
                </a:solidFill>
                <a:latin typeface="Courier New"/>
                <a:ea typeface="Courier New"/>
                <a:cs typeface="Courier New"/>
              </a:defRPr>
            </a:lvl1pPr>
            <a:lvl2pPr algn="l">
              <a:defRPr sz="2250" b="0" u="none">
                <a:solidFill>
                  <a:srgbClr val="FFFFFF"/>
                </a:solidFill>
                <a:latin typeface="Courier New"/>
                <a:ea typeface="Courier New"/>
                <a:cs typeface="Courier New"/>
              </a:defRPr>
            </a:lvl2pPr>
            <a:lvl3pPr algn="l">
              <a:defRPr sz="2250" b="0" u="none">
                <a:solidFill>
                  <a:srgbClr val="FFFFFF"/>
                </a:solidFill>
                <a:latin typeface="Courier New"/>
                <a:ea typeface="Courier New"/>
                <a:cs typeface="Courier New"/>
              </a:defRPr>
            </a:lvl3pPr>
            <a:lvl4pPr algn="l">
              <a:defRPr sz="2250" b="0" u="none">
                <a:solidFill>
                  <a:srgbClr val="FFFFFF"/>
                </a:solidFill>
                <a:latin typeface="Courier New"/>
                <a:ea typeface="Courier New"/>
                <a:cs typeface="Courier New"/>
              </a:defRPr>
            </a:lvl4pPr>
            <a:lvl5pPr algn="l">
              <a:defRPr sz="2250" b="0" u="none">
                <a:solidFill>
                  <a:srgbClr val="FFFFFF"/>
                </a:solidFill>
                <a:latin typeface="Courier New"/>
                <a:ea typeface="Courier New"/>
                <a:cs typeface="Courier New"/>
              </a:defRPr>
            </a:lvl5pPr>
            <a:lvl6pPr algn="l">
              <a:defRPr sz="2250" b="0" u="none">
                <a:solidFill>
                  <a:srgbClr val="FFFFFF"/>
                </a:solidFill>
                <a:latin typeface="Courier New"/>
                <a:ea typeface="Courier New"/>
                <a:cs typeface="Courier New"/>
              </a:defRPr>
            </a:lvl6pPr>
            <a:lvl7pPr algn="l">
              <a:defRPr sz="2250" b="0" u="none">
                <a:solidFill>
                  <a:srgbClr val="FFFFFF"/>
                </a:solidFill>
                <a:latin typeface="Courier New"/>
                <a:ea typeface="Courier New"/>
                <a:cs typeface="Courier New"/>
              </a:defRPr>
            </a:lvl7pPr>
            <a:lvl8pPr algn="l">
              <a:defRPr sz="2250" b="0" u="none">
                <a:solidFill>
                  <a:srgbClr val="FFFFFF"/>
                </a:solidFill>
                <a:latin typeface="Courier New"/>
                <a:ea typeface="Courier New"/>
                <a:cs typeface="Courier New"/>
              </a:defRPr>
            </a:lvl8pPr>
            <a:lvl9pPr algn="l">
              <a:defRPr sz="2250" b="0" u="none">
                <a:solidFill>
                  <a:srgbClr val="FFFFFF"/>
                </a:solidFill>
                <a:latin typeface="Courier New"/>
                <a:ea typeface="Courier New"/>
                <a:cs typeface="Courier New"/>
              </a:defRPr>
            </a:lvl9pPr>
          </a:lstStyle>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Stock stock_after_water_use(</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 stock, int amount_ml)</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if (amount_ml &gt;= 0 &amp;&amp;</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amount_ml &lt;= stock.water_ml)</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stock.water_ml -= amount_ml;</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return stock;</a:t>
            </a:r>
          </a:p>
          <a:p>
            <a:pPr algn="l">
              <a:lnSpc>
                <a:spcPct val="100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a:t>
            </a:r>
          </a:p>
        </p:txBody>
      </p:sp>
      <p:sp>
        <p:nvSpPr>
          <p:cNvPr id="105" name="PRE"/>
          <p:cNvSpPr>
            <a:spLocks noGrp="1"/>
          </p:cNvSpPr>
          <p:nvPr/>
        </p:nvSpPr>
        <p:spPr>
          <a:xfrm>
            <a:off x="10096500" y="2971800"/>
            <a:ext cx="6991350" cy="3562350"/>
          </a:xfrm>
          <a:prstGeom prst="rect">
            <a:avLst/>
          </a:prstGeom>
          <a:noFill/>
          <a:ln w="0">
            <a:noFill/>
          </a:ln>
        </p:spPr>
        <p:txBody>
          <a:bodyPr wrap="square" lIns="0" tIns="0" rIns="0" bIns="0" anchor="t">
            <a:noAutofit/>
          </a:bodyPr>
          <a:lstStyle>
            <a:defPPr algn="l">
              <a:defRPr sz="2250" b="0" u="none">
                <a:solidFill>
                  <a:srgbClr val="FFFFFF"/>
                </a:solidFill>
                <a:latin typeface="Courier New"/>
                <a:ea typeface="Courier New"/>
                <a:cs typeface="Courier New"/>
              </a:defRPr>
            </a:defPPr>
            <a:lvl1pPr algn="l">
              <a:defRPr sz="2250" b="0" u="none">
                <a:solidFill>
                  <a:srgbClr val="FFFFFF"/>
                </a:solidFill>
                <a:latin typeface="Courier New"/>
                <a:ea typeface="Courier New"/>
                <a:cs typeface="Courier New"/>
              </a:defRPr>
            </a:lvl1pPr>
            <a:lvl2pPr algn="l">
              <a:defRPr sz="2250" b="0" u="none">
                <a:solidFill>
                  <a:srgbClr val="FFFFFF"/>
                </a:solidFill>
                <a:latin typeface="Courier New"/>
                <a:ea typeface="Courier New"/>
                <a:cs typeface="Courier New"/>
              </a:defRPr>
            </a:lvl2pPr>
            <a:lvl3pPr algn="l">
              <a:defRPr sz="2250" b="0" u="none">
                <a:solidFill>
                  <a:srgbClr val="FFFFFF"/>
                </a:solidFill>
                <a:latin typeface="Courier New"/>
                <a:ea typeface="Courier New"/>
                <a:cs typeface="Courier New"/>
              </a:defRPr>
            </a:lvl3pPr>
            <a:lvl4pPr algn="l">
              <a:defRPr sz="2250" b="0" u="none">
                <a:solidFill>
                  <a:srgbClr val="FFFFFF"/>
                </a:solidFill>
                <a:latin typeface="Courier New"/>
                <a:ea typeface="Courier New"/>
                <a:cs typeface="Courier New"/>
              </a:defRPr>
            </a:lvl4pPr>
            <a:lvl5pPr algn="l">
              <a:defRPr sz="2250" b="0" u="none">
                <a:solidFill>
                  <a:srgbClr val="FFFFFF"/>
                </a:solidFill>
                <a:latin typeface="Courier New"/>
                <a:ea typeface="Courier New"/>
                <a:cs typeface="Courier New"/>
              </a:defRPr>
            </a:lvl5pPr>
            <a:lvl6pPr algn="l">
              <a:defRPr sz="2250" b="0" u="none">
                <a:solidFill>
                  <a:srgbClr val="FFFFFF"/>
                </a:solidFill>
                <a:latin typeface="Courier New"/>
                <a:ea typeface="Courier New"/>
                <a:cs typeface="Courier New"/>
              </a:defRPr>
            </a:lvl6pPr>
            <a:lvl7pPr algn="l">
              <a:defRPr sz="2250" b="0" u="none">
                <a:solidFill>
                  <a:srgbClr val="FFFFFF"/>
                </a:solidFill>
                <a:latin typeface="Courier New"/>
                <a:ea typeface="Courier New"/>
                <a:cs typeface="Courier New"/>
              </a:defRPr>
            </a:lvl7pPr>
            <a:lvl8pPr algn="l">
              <a:defRPr sz="2250" b="0" u="none">
                <a:solidFill>
                  <a:srgbClr val="FFFFFF"/>
                </a:solidFill>
                <a:latin typeface="Courier New"/>
                <a:ea typeface="Courier New"/>
                <a:cs typeface="Courier New"/>
              </a:defRPr>
            </a:lvl8pPr>
            <a:lvl9pPr algn="l">
              <a:defRPr sz="2250" b="0" u="none">
                <a:solidFill>
                  <a:srgbClr val="FFFFFF"/>
                </a:solidFill>
                <a:latin typeface="Courier New"/>
                <a:ea typeface="Courier New"/>
                <a:cs typeface="Courier New"/>
              </a:defRPr>
            </a:lvl9pPr>
          </a:lstStyle>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Stock preview =</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stock_after_water_use(stock, 100);</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printf("%d\n", stock.water_ml);</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printf("%d\n", preview.water_ml);</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stock =</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stock_after_water_use(stock, 50);</a:t>
            </a:r>
          </a:p>
          <a:p>
            <a:pPr algn="l">
              <a:lnSpc>
                <a:spcPct val="1080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printf("%d\n", stock.water_ml);</a:t>
            </a:r>
          </a:p>
        </p:txBody>
      </p:sp>
      <p:sp>
        <p:nvSpPr>
          <p:cNvPr id="106" name="Copy explanation"/>
          <p:cNvSpPr>
            <a:spLocks noGrp="1"/>
          </p:cNvSpPr>
          <p:nvPr/>
        </p:nvSpPr>
        <p:spPr>
          <a:xfrm>
            <a:off x="914400" y="6858000"/>
            <a:ext cx="16459200" cy="742950"/>
          </a:xfrm>
          <a:prstGeom prst="rect">
            <a:avLst/>
          </a:prstGeom>
          <a:noFill/>
          <a:ln w="0">
            <a:noFill/>
          </a:ln>
        </p:spPr>
        <p:txBody>
          <a:bodyPr wrap="square" lIns="0" tIns="0" rIns="0" bIns="0" anchor="t">
            <a:noAutofit/>
          </a:bodyPr>
          <a:lstStyle>
            <a:defPPr algn="l">
              <a:defRPr sz="2475" b="0" u="none">
                <a:solidFill>
                  <a:srgbClr val="202426"/>
                </a:solidFill>
                <a:latin typeface="Arial"/>
                <a:ea typeface="Arial"/>
                <a:cs typeface="Arial"/>
              </a:defRPr>
            </a:defPPr>
            <a:lvl1pPr algn="l">
              <a:defRPr sz="2475" b="0" u="none">
                <a:solidFill>
                  <a:srgbClr val="202426"/>
                </a:solidFill>
                <a:latin typeface="Arial"/>
                <a:ea typeface="Arial"/>
                <a:cs typeface="Arial"/>
              </a:defRPr>
            </a:lvl1pPr>
            <a:lvl2pPr algn="l">
              <a:defRPr sz="2475" b="0" u="none">
                <a:solidFill>
                  <a:srgbClr val="202426"/>
                </a:solidFill>
                <a:latin typeface="Arial"/>
                <a:ea typeface="Arial"/>
                <a:cs typeface="Arial"/>
              </a:defRPr>
            </a:lvl2pPr>
            <a:lvl3pPr algn="l">
              <a:defRPr sz="2475" b="0" u="none">
                <a:solidFill>
                  <a:srgbClr val="202426"/>
                </a:solidFill>
                <a:latin typeface="Arial"/>
                <a:ea typeface="Arial"/>
                <a:cs typeface="Arial"/>
              </a:defRPr>
            </a:lvl3pPr>
            <a:lvl4pPr algn="l">
              <a:defRPr sz="2475" b="0" u="none">
                <a:solidFill>
                  <a:srgbClr val="202426"/>
                </a:solidFill>
                <a:latin typeface="Arial"/>
                <a:ea typeface="Arial"/>
                <a:cs typeface="Arial"/>
              </a:defRPr>
            </a:lvl4pPr>
            <a:lvl5pPr algn="l">
              <a:defRPr sz="2475" b="0" u="none">
                <a:solidFill>
                  <a:srgbClr val="202426"/>
                </a:solidFill>
                <a:latin typeface="Arial"/>
                <a:ea typeface="Arial"/>
                <a:cs typeface="Arial"/>
              </a:defRPr>
            </a:lvl5pPr>
            <a:lvl6pPr algn="l">
              <a:defRPr sz="2475" b="0" u="none">
                <a:solidFill>
                  <a:srgbClr val="202426"/>
                </a:solidFill>
                <a:latin typeface="Arial"/>
                <a:ea typeface="Arial"/>
                <a:cs typeface="Arial"/>
              </a:defRPr>
            </a:lvl6pPr>
            <a:lvl7pPr algn="l">
              <a:defRPr sz="2475" b="0" u="none">
                <a:solidFill>
                  <a:srgbClr val="202426"/>
                </a:solidFill>
                <a:latin typeface="Arial"/>
                <a:ea typeface="Arial"/>
                <a:cs typeface="Arial"/>
              </a:defRPr>
            </a:lvl7pPr>
            <a:lvl8pPr algn="l">
              <a:defRPr sz="2475" b="0" u="none">
                <a:solidFill>
                  <a:srgbClr val="202426"/>
                </a:solidFill>
                <a:latin typeface="Arial"/>
                <a:ea typeface="Arial"/>
                <a:cs typeface="Arial"/>
              </a:defRPr>
            </a:lvl8pPr>
            <a:lvl9pPr algn="l">
              <a:defRPr sz="2475" b="0" u="none">
                <a:solidFill>
                  <a:srgbClr val="202426"/>
                </a:solidFill>
                <a:latin typeface="Arial"/>
                <a:ea typeface="Arial"/>
                <a:cs typeface="Arial"/>
              </a:defRPr>
            </a:lvl9pPr>
          </a:lstStyle>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The parameter stock is a copy.</a:t>
            </a:r>
          </a:p>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The caller chooses where to save it.</a:t>
            </a:r>
          </a:p>
        </p:txBody>
      </p:sp>
      <p:sp>
        <p:nvSpPr>
          <p:cNvPr id="107" name="State table caption"/>
          <p:cNvSpPr>
            <a:spLocks noGrp="1"/>
          </p:cNvSpPr>
          <p:nvPr/>
        </p:nvSpPr>
        <p:spPr>
          <a:xfrm>
            <a:off x="914400" y="7715250"/>
            <a:ext cx="16459200" cy="342900"/>
          </a:xfrm>
          <a:prstGeom prst="rect">
            <a:avLst/>
          </a:prstGeom>
          <a:noFill/>
          <a:ln w="0">
            <a:noFill/>
          </a:ln>
        </p:spPr>
        <p:txBody>
          <a:bodyPr wrap="square" lIns="0" tIns="0" rIns="0" bIns="0" anchor="t">
            <a:noAutofit/>
          </a:bodyPr>
          <a:lstStyle>
            <a:defPPr algn="l">
              <a:defRPr sz="1800" b="0" u="none">
                <a:solidFill>
                  <a:srgbClr val="202426"/>
                </a:solidFill>
                <a:latin typeface="Arial"/>
                <a:ea typeface="Arial"/>
                <a:cs typeface="Arial"/>
              </a:defRPr>
            </a:defPPr>
            <a:lvl1pPr algn="l">
              <a:defRPr sz="1800" b="0" u="none">
                <a:solidFill>
                  <a:srgbClr val="202426"/>
                </a:solidFill>
                <a:latin typeface="Arial"/>
                <a:ea typeface="Arial"/>
                <a:cs typeface="Arial"/>
              </a:defRPr>
            </a:lvl1pPr>
            <a:lvl2pPr algn="l">
              <a:defRPr sz="1800" b="0" u="none">
                <a:solidFill>
                  <a:srgbClr val="202426"/>
                </a:solidFill>
                <a:latin typeface="Arial"/>
                <a:ea typeface="Arial"/>
                <a:cs typeface="Arial"/>
              </a:defRPr>
            </a:lvl2pPr>
            <a:lvl3pPr algn="l">
              <a:defRPr sz="1800" b="0" u="none">
                <a:solidFill>
                  <a:srgbClr val="202426"/>
                </a:solidFill>
                <a:latin typeface="Arial"/>
                <a:ea typeface="Arial"/>
                <a:cs typeface="Arial"/>
              </a:defRPr>
            </a:lvl3pPr>
            <a:lvl4pPr algn="l">
              <a:defRPr sz="1800" b="0" u="none">
                <a:solidFill>
                  <a:srgbClr val="202426"/>
                </a:solidFill>
                <a:latin typeface="Arial"/>
                <a:ea typeface="Arial"/>
                <a:cs typeface="Arial"/>
              </a:defRPr>
            </a:lvl4pPr>
            <a:lvl5pPr algn="l">
              <a:defRPr sz="1800" b="0" u="none">
                <a:solidFill>
                  <a:srgbClr val="202426"/>
                </a:solidFill>
                <a:latin typeface="Arial"/>
                <a:ea typeface="Arial"/>
                <a:cs typeface="Arial"/>
              </a:defRPr>
            </a:lvl5pPr>
            <a:lvl6pPr algn="l">
              <a:defRPr sz="1800" b="0" u="none">
                <a:solidFill>
                  <a:srgbClr val="202426"/>
                </a:solidFill>
                <a:latin typeface="Arial"/>
                <a:ea typeface="Arial"/>
                <a:cs typeface="Arial"/>
              </a:defRPr>
            </a:lvl6pPr>
            <a:lvl7pPr algn="l">
              <a:defRPr sz="1800" b="0" u="none">
                <a:solidFill>
                  <a:srgbClr val="202426"/>
                </a:solidFill>
                <a:latin typeface="Arial"/>
                <a:ea typeface="Arial"/>
                <a:cs typeface="Arial"/>
              </a:defRPr>
            </a:lvl7pPr>
            <a:lvl8pPr algn="l">
              <a:defRPr sz="1800" b="0" u="none">
                <a:solidFill>
                  <a:srgbClr val="202426"/>
                </a:solidFill>
                <a:latin typeface="Arial"/>
                <a:ea typeface="Arial"/>
                <a:cs typeface="Arial"/>
              </a:defRPr>
            </a:lvl8pPr>
            <a:lvl9pPr algn="l">
              <a:defRPr sz="1800" b="0" u="none">
                <a:solidFill>
                  <a:srgbClr val="202426"/>
                </a:solidFill>
                <a:latin typeface="Arial"/>
                <a:ea typeface="Arial"/>
                <a:cs typeface="Arial"/>
              </a:defRPr>
            </a:lvl9pPr>
          </a:lstStyle>
          <a:p>
            <a:pPr algn="l">
              <a:lnSpc>
                <a:spcPct val="112500"/>
              </a:lnSpc>
              <a:buNone/>
              <a:defRPr sz="1800" b="0" u="none">
                <a:solidFill>
                  <a:srgbClr val="202426"/>
                </a:solidFill>
                <a:latin typeface="Arial"/>
                <a:ea typeface="Arial"/>
                <a:cs typeface="Arial"/>
              </a:defRPr>
            </a:pPr>
            <a:r>
              <a:rPr sz="1800" b="0" u="none">
                <a:solidFill>
                  <a:srgbClr val="202426"/>
                </a:solidFill>
                <a:latin typeface="Arial"/>
                <a:ea typeface="Arial"/>
                <a:cs typeface="Arial"/>
              </a:rPr>
              <a:t xml:space="preserve">Water after each call (ml)</a:t>
            </a:r>
          </a:p>
        </p:txBody>
      </p:sp>
      <p:graphicFrame>
        <p:nvGraphicFramePr>
          <p:cNvPr id="108" name="State table"/>
          <p:cNvGraphicFramePr/>
          <p:nvPr/>
        </p:nvGraphicFramePr>
        <p:xfrm>
          <a:off x="914400" y="8096250"/>
          <a:ext cx="16459200" cy="1371600"/>
        </p:xfrm>
        <a:graphic>
          <a:graphicData uri="http://schemas.openxmlformats.org/drawingml/2006/table">
            <a:tbl>
              <a:tblPr/>
              <a:tblGrid>
                <a:gridCol w="7429500"/>
                <a:gridCol w="4514850"/>
                <a:gridCol w="4514850"/>
              </a:tblGrid>
              <a:tr h="457200">
                <a:tc>
                  <a:txBody>
                    <a:bodyPr/>
                    <a:lstStyle/>
                    <a:p>
                      <a:pPr>
                        <a:lnSpc>
                          <a:spcPct val="100000"/>
                        </a:lnSpc>
                        <a:buNone/>
                      </a:pPr>
                      <a:r>
                        <a:rPr sz="2250" b="1" u="none">
                          <a:solidFill>
                            <a:srgbClr val="202426"/>
                          </a:solidFill>
                          <a:latin typeface="Arial"/>
                          <a:ea typeface="Arial"/>
                          <a:cs typeface="Arial"/>
                        </a:rPr>
                        <a:t xml:space="preserve">Moment</a:t>
                      </a:r>
                    </a:p>
                  </a:txBody>
                  <a:tcPr marL="152400" marR="152400" marT="57150" marB="571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0000"/>
                        </a:lnSpc>
                        <a:buNone/>
                      </a:pPr>
                      <a:r>
                        <a:rPr sz="2250" b="1" u="none">
                          <a:solidFill>
                            <a:srgbClr val="202426"/>
                          </a:solidFill>
                          <a:latin typeface="Arial"/>
                          <a:ea typeface="Arial"/>
                          <a:cs typeface="Arial"/>
                        </a:rPr>
                        <a:t xml:space="preserve">stock.water_ml</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0000"/>
                        </a:lnSpc>
                        <a:buNone/>
                      </a:pPr>
                      <a:r>
                        <a:rPr sz="2250" b="1" u="none">
                          <a:solidFill>
                            <a:srgbClr val="202426"/>
                          </a:solidFill>
                          <a:latin typeface="Arial"/>
                          <a:ea typeface="Arial"/>
                          <a:cs typeface="Arial"/>
                        </a:rPr>
                        <a:t xml:space="preserve">preview.water_ml</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tr>
              <a:tr h="457200">
                <a:tc>
                  <a:txBody>
                    <a:bodyPr/>
                    <a:lstStyle/>
                    <a:p>
                      <a:pPr>
                        <a:lnSpc>
                          <a:spcPct val="100000"/>
                        </a:lnSpc>
                        <a:buNone/>
                      </a:pPr>
                      <a:r>
                        <a:rPr sz="2250" b="1" u="none">
                          <a:solidFill>
                            <a:srgbClr val="202426"/>
                          </a:solidFill>
                          <a:latin typeface="Arial"/>
                          <a:ea typeface="Arial"/>
                          <a:cs typeface="Arial"/>
                        </a:rPr>
                        <a:t xml:space="preserve">After first call</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500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400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r h="457200">
                <a:tc>
                  <a:txBody>
                    <a:bodyPr/>
                    <a:lstStyle/>
                    <a:p>
                      <a:pPr>
                        <a:lnSpc>
                          <a:spcPct val="100000"/>
                        </a:lnSpc>
                        <a:buNone/>
                      </a:pPr>
                      <a:r>
                        <a:rPr sz="2250" b="1" u="none">
                          <a:solidFill>
                            <a:srgbClr val="202426"/>
                          </a:solidFill>
                          <a:latin typeface="Arial"/>
                          <a:ea typeface="Arial"/>
                          <a:cs typeface="Arial"/>
                        </a:rPr>
                        <a:t xml:space="preserve">After saving to stock</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450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400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bl>
          </a:graphicData>
        </a:graphic>
      </p:graphicFrame>
    </p:spTree>
    <p:extLst>
      <p:ext uri="{BB962C8B-B14F-4D97-AF65-F5344CB8AC3E}">
        <p14:creationId xmlns:p14="http://schemas.microsoft.com/office/powerpoint/2010/main" val="1161886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Rectangle 45">
            <a:extLst>
              <a:ext uri="{FF2B5EF4-FFF2-40B4-BE49-F238E27FC236}">
                <a16:creationId xmlns:a16="http://schemas.microsoft.com/office/drawing/2014/main" id="{E8399392-9E0A-4795-BA94-10C676502518}"/>
              </a:ext>
            </a:extLst>
          </p:cNvPr>
          <p:cNvSpPr>
            <a:spLocks noGrp="1"/>
          </p:cNvSpPr>
          <p:nvPr/>
        </p:nvSpPr>
        <p:spPr>
          <a:xfrm>
            <a:off x="914400" y="2334667"/>
            <a:ext cx="8473976" cy="3939183"/>
          </a:xfrm>
          <a:prstGeom prst="rect">
            <a:avLst/>
          </a:prstGeom>
          <a:solidFill>
            <a:srgbClr val="F3F4F4"/>
          </a:solidFill>
          <a:ln w="0">
            <a:noFill/>
          </a:ln>
        </p:spPr>
      </p:sp>
      <p:sp>
        <p:nvSpPr>
          <p:cNvPr id="2" name="Rectangle 1">
            <a:extLst>
              <a:ext uri="{FF2B5EF4-FFF2-40B4-BE49-F238E27FC236}">
                <a16:creationId xmlns:a16="http://schemas.microsoft.com/office/drawing/2014/main" id="{93BD063C-966A-4161-ADF3-D2CF51062E97}"/>
              </a:ext>
            </a:extLst>
          </p:cNvPr>
          <p:cNvSpPr>
            <a:spLocks noGrp="1"/>
          </p:cNvSpPr>
          <p:nvPr/>
        </p:nvSpPr>
        <p:spPr>
          <a:xfrm>
            <a:off x="914400" y="2334667"/>
            <a:ext cx="8473976" cy="66675"/>
          </a:xfrm>
          <a:prstGeom prst="rect">
            <a:avLst/>
          </a:prstGeom>
          <a:solidFill>
            <a:srgbClr val="E64519"/>
          </a:solidFill>
          <a:ln w="0">
            <a:noFill/>
          </a:ln>
        </p:spPr>
      </p:sp>
      <p:sp>
        <p:nvSpPr>
          <p:cNvPr id="3" name="Rectangle 2">
            <a:extLst>
              <a:ext uri="{FF2B5EF4-FFF2-40B4-BE49-F238E27FC236}">
                <a16:creationId xmlns:a16="http://schemas.microsoft.com/office/drawing/2014/main" id="{6FA3702D-C245-49F9-8A35-345DB79AEFAD}"/>
              </a:ext>
            </a:extLst>
          </p:cNvPr>
          <p:cNvSpPr>
            <a:spLocks noGrp="1"/>
          </p:cNvSpPr>
          <p:nvPr/>
        </p:nvSpPr>
        <p:spPr>
          <a:xfrm>
            <a:off x="9369326" y="2334667"/>
            <a:ext cx="19050" cy="3939183"/>
          </a:xfrm>
          <a:prstGeom prst="rect">
            <a:avLst/>
          </a:prstGeom>
          <a:solidFill>
            <a:srgbClr val="D9DEDF"/>
          </a:solidFill>
          <a:ln w="0">
            <a:noFill/>
          </a:ln>
        </p:spPr>
      </p:sp>
      <p:sp>
        <p:nvSpPr>
          <p:cNvPr id="4" name="Rectangle 3">
            <a:extLst>
              <a:ext uri="{FF2B5EF4-FFF2-40B4-BE49-F238E27FC236}">
                <a16:creationId xmlns:a16="http://schemas.microsoft.com/office/drawing/2014/main" id="{7971EA1F-A304-44C7-BD40-AE35B1FC1A83}"/>
              </a:ext>
            </a:extLst>
          </p:cNvPr>
          <p:cNvSpPr>
            <a:spLocks noGrp="1"/>
          </p:cNvSpPr>
          <p:nvPr/>
        </p:nvSpPr>
        <p:spPr>
          <a:xfrm>
            <a:off x="914400" y="6254800"/>
            <a:ext cx="8473976" cy="19050"/>
          </a:xfrm>
          <a:prstGeom prst="rect">
            <a:avLst/>
          </a:prstGeom>
          <a:solidFill>
            <a:srgbClr val="D9DEDF"/>
          </a:solidFill>
          <a:ln w="0">
            <a:noFill/>
          </a:ln>
        </p:spPr>
      </p:sp>
      <p:sp>
        <p:nvSpPr>
          <p:cNvPr id="5" name="Rectangle 4">
            <a:extLst>
              <a:ext uri="{FF2B5EF4-FFF2-40B4-BE49-F238E27FC236}">
                <a16:creationId xmlns:a16="http://schemas.microsoft.com/office/drawing/2014/main" id="{05B0D1E4-C995-4181-A6EB-A07912460E96}"/>
              </a:ext>
            </a:extLst>
          </p:cNvPr>
          <p:cNvSpPr>
            <a:spLocks noGrp="1"/>
          </p:cNvSpPr>
          <p:nvPr/>
        </p:nvSpPr>
        <p:spPr>
          <a:xfrm>
            <a:off x="914400" y="2334667"/>
            <a:ext cx="19050" cy="3939183"/>
          </a:xfrm>
          <a:prstGeom prst="rect">
            <a:avLst/>
          </a:prstGeom>
          <a:solidFill>
            <a:srgbClr val="D9DEDF"/>
          </a:solidFill>
          <a:ln w="0">
            <a:noFill/>
          </a:ln>
        </p:spPr>
      </p:sp>
      <p:sp>
        <p:nvSpPr>
          <p:cNvPr id="6" name="Rectangle 5">
            <a:extLst>
              <a:ext uri="{FF2B5EF4-FFF2-40B4-BE49-F238E27FC236}">
                <a16:creationId xmlns:a16="http://schemas.microsoft.com/office/drawing/2014/main" id="{697AFDFB-A4EA-49DD-B4EE-6DF6B5A678E9}"/>
              </a:ext>
            </a:extLst>
          </p:cNvPr>
          <p:cNvSpPr>
            <a:spLocks noGrp="1"/>
          </p:cNvSpPr>
          <p:nvPr/>
        </p:nvSpPr>
        <p:spPr>
          <a:xfrm>
            <a:off x="1266825" y="3938588"/>
            <a:ext cx="7769126" cy="9525"/>
          </a:xfrm>
          <a:prstGeom prst="rect">
            <a:avLst/>
          </a:prstGeom>
          <a:solidFill>
            <a:srgbClr val="D9DEDF"/>
          </a:solidFill>
          <a:ln w="0">
            <a:noFill/>
          </a:ln>
        </p:spPr>
      </p:sp>
      <p:sp>
        <p:nvSpPr>
          <p:cNvPr id="7" name="Rectangle 6">
            <a:extLst>
              <a:ext uri="{FF2B5EF4-FFF2-40B4-BE49-F238E27FC236}">
                <a16:creationId xmlns:a16="http://schemas.microsoft.com/office/drawing/2014/main" id="{2A52A194-FDD2-4E17-8130-533AAFEB1E30}"/>
              </a:ext>
            </a:extLst>
          </p:cNvPr>
          <p:cNvSpPr>
            <a:spLocks noGrp="1"/>
          </p:cNvSpPr>
          <p:nvPr/>
        </p:nvSpPr>
        <p:spPr>
          <a:xfrm>
            <a:off x="1266825" y="4618583"/>
            <a:ext cx="7769126" cy="9525"/>
          </a:xfrm>
          <a:prstGeom prst="rect">
            <a:avLst/>
          </a:prstGeom>
          <a:solidFill>
            <a:srgbClr val="D9DEDF"/>
          </a:solidFill>
          <a:ln w="0">
            <a:noFill/>
          </a:ln>
        </p:spPr>
      </p:sp>
      <p:sp>
        <p:nvSpPr>
          <p:cNvPr id="8" name="Rectangle 7">
            <a:extLst>
              <a:ext uri="{FF2B5EF4-FFF2-40B4-BE49-F238E27FC236}">
                <a16:creationId xmlns:a16="http://schemas.microsoft.com/office/drawing/2014/main" id="{B65E4503-4679-44CB-94D0-EDC80E1177AE}"/>
              </a:ext>
            </a:extLst>
          </p:cNvPr>
          <p:cNvSpPr>
            <a:spLocks noGrp="1"/>
          </p:cNvSpPr>
          <p:nvPr/>
        </p:nvSpPr>
        <p:spPr>
          <a:xfrm>
            <a:off x="1266825" y="5298579"/>
            <a:ext cx="7769126" cy="9525"/>
          </a:xfrm>
          <a:prstGeom prst="rect">
            <a:avLst/>
          </a:prstGeom>
          <a:solidFill>
            <a:srgbClr val="D9DEDF"/>
          </a:solidFill>
          <a:ln w="0">
            <a:noFill/>
          </a:ln>
        </p:spPr>
      </p:sp>
      <p:sp>
        <p:nvSpPr>
          <p:cNvPr id="9" name="Rectangle 8">
            <a:extLst>
              <a:ext uri="{FF2B5EF4-FFF2-40B4-BE49-F238E27FC236}">
                <a16:creationId xmlns:a16="http://schemas.microsoft.com/office/drawing/2014/main" id="{11B7C22D-1B75-44EF-A4A2-C91B81AFF976}"/>
              </a:ext>
            </a:extLst>
          </p:cNvPr>
          <p:cNvSpPr>
            <a:spLocks noGrp="1"/>
          </p:cNvSpPr>
          <p:nvPr/>
        </p:nvSpPr>
        <p:spPr>
          <a:xfrm>
            <a:off x="1266825" y="5978575"/>
            <a:ext cx="7769126" cy="9525"/>
          </a:xfrm>
          <a:prstGeom prst="rect">
            <a:avLst/>
          </a:prstGeom>
          <a:solidFill>
            <a:srgbClr val="D9DEDF"/>
          </a:solidFill>
          <a:ln w="0">
            <a:noFill/>
          </a:ln>
        </p:spPr>
      </p:sp>
      <p:sp>
        <p:nvSpPr>
          <p:cNvPr id="10" name="Rectangle 9">
            <a:extLst>
              <a:ext uri="{FF2B5EF4-FFF2-40B4-BE49-F238E27FC236}">
                <a16:creationId xmlns:a16="http://schemas.microsoft.com/office/drawing/2014/main" id="{990D3864-EEC4-459B-9EEA-6094514F9721}"/>
              </a:ext>
            </a:extLst>
          </p:cNvPr>
          <p:cNvSpPr>
            <a:spLocks noGrp="1"/>
          </p:cNvSpPr>
          <p:nvPr/>
        </p:nvSpPr>
        <p:spPr>
          <a:xfrm>
            <a:off x="9807476" y="2334667"/>
            <a:ext cx="7566124" cy="3939183"/>
          </a:xfrm>
          <a:prstGeom prst="rect">
            <a:avLst/>
          </a:prstGeom>
          <a:solidFill>
            <a:srgbClr val="F3F4F4"/>
          </a:solidFill>
          <a:ln w="0">
            <a:noFill/>
          </a:ln>
        </p:spPr>
      </p:sp>
      <p:sp>
        <p:nvSpPr>
          <p:cNvPr id="11" name="Rectangle 10">
            <a:extLst>
              <a:ext uri="{FF2B5EF4-FFF2-40B4-BE49-F238E27FC236}">
                <a16:creationId xmlns:a16="http://schemas.microsoft.com/office/drawing/2014/main" id="{29A88E1C-569C-40CA-A33A-B0306DCEA30A}"/>
              </a:ext>
            </a:extLst>
          </p:cNvPr>
          <p:cNvSpPr>
            <a:spLocks noGrp="1"/>
          </p:cNvSpPr>
          <p:nvPr/>
        </p:nvSpPr>
        <p:spPr>
          <a:xfrm>
            <a:off x="9807476" y="2334667"/>
            <a:ext cx="7566124" cy="66675"/>
          </a:xfrm>
          <a:prstGeom prst="rect">
            <a:avLst/>
          </a:prstGeom>
          <a:solidFill>
            <a:srgbClr val="E64519"/>
          </a:solidFill>
          <a:ln w="0">
            <a:noFill/>
          </a:ln>
        </p:spPr>
      </p:sp>
      <p:sp>
        <p:nvSpPr>
          <p:cNvPr id="12" name="Rectangle 11">
            <a:extLst>
              <a:ext uri="{FF2B5EF4-FFF2-40B4-BE49-F238E27FC236}">
                <a16:creationId xmlns:a16="http://schemas.microsoft.com/office/drawing/2014/main" id="{22991719-9B82-456D-834A-CA6744BEEACB}"/>
              </a:ext>
            </a:extLst>
          </p:cNvPr>
          <p:cNvSpPr>
            <a:spLocks noGrp="1"/>
          </p:cNvSpPr>
          <p:nvPr/>
        </p:nvSpPr>
        <p:spPr>
          <a:xfrm>
            <a:off x="17354550" y="2334667"/>
            <a:ext cx="19050" cy="3939183"/>
          </a:xfrm>
          <a:prstGeom prst="rect">
            <a:avLst/>
          </a:prstGeom>
          <a:solidFill>
            <a:srgbClr val="D9DEDF"/>
          </a:solidFill>
          <a:ln w="0">
            <a:noFill/>
          </a:ln>
        </p:spPr>
      </p:sp>
      <p:sp>
        <p:nvSpPr>
          <p:cNvPr id="13" name="Rectangle 12">
            <a:extLst>
              <a:ext uri="{FF2B5EF4-FFF2-40B4-BE49-F238E27FC236}">
                <a16:creationId xmlns:a16="http://schemas.microsoft.com/office/drawing/2014/main" id="{7F10B434-B6ED-47A1-9E0D-3531E43350F0}"/>
              </a:ext>
            </a:extLst>
          </p:cNvPr>
          <p:cNvSpPr>
            <a:spLocks noGrp="1"/>
          </p:cNvSpPr>
          <p:nvPr/>
        </p:nvSpPr>
        <p:spPr>
          <a:xfrm>
            <a:off x="9807476" y="6254800"/>
            <a:ext cx="7566124" cy="19050"/>
          </a:xfrm>
          <a:prstGeom prst="rect">
            <a:avLst/>
          </a:prstGeom>
          <a:solidFill>
            <a:srgbClr val="D9DEDF"/>
          </a:solidFill>
          <a:ln w="0">
            <a:noFill/>
          </a:ln>
        </p:spPr>
      </p:sp>
      <p:sp>
        <p:nvSpPr>
          <p:cNvPr id="14" name="Rectangle 13">
            <a:extLst>
              <a:ext uri="{FF2B5EF4-FFF2-40B4-BE49-F238E27FC236}">
                <a16:creationId xmlns:a16="http://schemas.microsoft.com/office/drawing/2014/main" id="{CAAA9FA4-B0D3-4742-AD00-732BBB0A258C}"/>
              </a:ext>
            </a:extLst>
          </p:cNvPr>
          <p:cNvSpPr>
            <a:spLocks noGrp="1"/>
          </p:cNvSpPr>
          <p:nvPr/>
        </p:nvSpPr>
        <p:spPr>
          <a:xfrm>
            <a:off x="9807476" y="2334667"/>
            <a:ext cx="19050" cy="3939183"/>
          </a:xfrm>
          <a:prstGeom prst="rect">
            <a:avLst/>
          </a:prstGeom>
          <a:solidFill>
            <a:srgbClr val="D9DEDF"/>
          </a:solidFill>
          <a:ln w="0">
            <a:noFill/>
          </a:ln>
        </p:spPr>
      </p:sp>
      <p:sp>
        <p:nvSpPr>
          <p:cNvPr id="15" name="Rectangle 14">
            <a:extLst>
              <a:ext uri="{FF2B5EF4-FFF2-40B4-BE49-F238E27FC236}">
                <a16:creationId xmlns:a16="http://schemas.microsoft.com/office/drawing/2014/main" id="{5AD8A868-45DB-4EFA-AC23-D2D89F62D769}"/>
              </a:ext>
            </a:extLst>
          </p:cNvPr>
          <p:cNvSpPr>
            <a:spLocks noGrp="1"/>
          </p:cNvSpPr>
          <p:nvPr/>
        </p:nvSpPr>
        <p:spPr>
          <a:xfrm>
            <a:off x="10159901" y="3938588"/>
            <a:ext cx="6861274" cy="9525"/>
          </a:xfrm>
          <a:prstGeom prst="rect">
            <a:avLst/>
          </a:prstGeom>
          <a:solidFill>
            <a:srgbClr val="D9DEDF"/>
          </a:solidFill>
          <a:ln w="0">
            <a:noFill/>
          </a:ln>
        </p:spPr>
      </p:sp>
      <p:sp>
        <p:nvSpPr>
          <p:cNvPr id="16" name="Rectangle 15">
            <a:extLst>
              <a:ext uri="{FF2B5EF4-FFF2-40B4-BE49-F238E27FC236}">
                <a16:creationId xmlns:a16="http://schemas.microsoft.com/office/drawing/2014/main" id="{3C76B42D-2123-4A93-B8A6-E0B7F391D893}"/>
              </a:ext>
            </a:extLst>
          </p:cNvPr>
          <p:cNvSpPr>
            <a:spLocks noGrp="1"/>
          </p:cNvSpPr>
          <p:nvPr/>
        </p:nvSpPr>
        <p:spPr>
          <a:xfrm>
            <a:off x="10159901" y="4618583"/>
            <a:ext cx="6861274" cy="9525"/>
          </a:xfrm>
          <a:prstGeom prst="rect">
            <a:avLst/>
          </a:prstGeom>
          <a:solidFill>
            <a:srgbClr val="D9DEDF"/>
          </a:solidFill>
          <a:ln w="0">
            <a:noFill/>
          </a:ln>
        </p:spPr>
      </p:sp>
      <p:sp>
        <p:nvSpPr>
          <p:cNvPr id="17" name="Rectangle 16">
            <a:extLst>
              <a:ext uri="{FF2B5EF4-FFF2-40B4-BE49-F238E27FC236}">
                <a16:creationId xmlns:a16="http://schemas.microsoft.com/office/drawing/2014/main" id="{0043B82A-17FC-4018-BBD4-0431B13971B8}"/>
              </a:ext>
            </a:extLst>
          </p:cNvPr>
          <p:cNvSpPr>
            <a:spLocks noGrp="1"/>
          </p:cNvSpPr>
          <p:nvPr/>
        </p:nvSpPr>
        <p:spPr>
          <a:xfrm>
            <a:off x="10159901" y="5298579"/>
            <a:ext cx="6861274" cy="9525"/>
          </a:xfrm>
          <a:prstGeom prst="rect">
            <a:avLst/>
          </a:prstGeom>
          <a:solidFill>
            <a:srgbClr val="D9DEDF"/>
          </a:solidFill>
          <a:ln w="0">
            <a:noFill/>
          </a:ln>
        </p:spPr>
      </p:sp>
      <p:sp>
        <p:nvSpPr>
          <p:cNvPr id="18" name="Rectangle 17">
            <a:extLst>
              <a:ext uri="{FF2B5EF4-FFF2-40B4-BE49-F238E27FC236}">
                <a16:creationId xmlns:a16="http://schemas.microsoft.com/office/drawing/2014/main" id="{40D72C87-B021-450D-AD67-224C98801480}"/>
              </a:ext>
            </a:extLst>
          </p:cNvPr>
          <p:cNvSpPr>
            <a:spLocks noGrp="1"/>
          </p:cNvSpPr>
          <p:nvPr/>
        </p:nvSpPr>
        <p:spPr>
          <a:xfrm>
            <a:off x="10159901" y="5978575"/>
            <a:ext cx="6861274" cy="9525"/>
          </a:xfrm>
          <a:prstGeom prst="rect">
            <a:avLst/>
          </a:prstGeom>
          <a:solidFill>
            <a:srgbClr val="D9DEDF"/>
          </a:solidFill>
          <a:ln w="0">
            <a:noFill/>
          </a:ln>
        </p:spPr>
      </p:sp>
      <p:sp>
        <p:nvSpPr>
          <p:cNvPr id="19" name="Rectangle 18">
            <a:extLst>
              <a:ext uri="{FF2B5EF4-FFF2-40B4-BE49-F238E27FC236}">
                <a16:creationId xmlns:a16="http://schemas.microsoft.com/office/drawing/2014/main" id="{026B465C-3B7C-46F6-94A5-491D2F94E022}"/>
              </a:ext>
            </a:extLst>
          </p:cNvPr>
          <p:cNvSpPr>
            <a:spLocks noGrp="1"/>
          </p:cNvSpPr>
          <p:nvPr/>
        </p:nvSpPr>
        <p:spPr>
          <a:xfrm>
            <a:off x="9807476" y="7143750"/>
            <a:ext cx="7566124" cy="2190750"/>
          </a:xfrm>
          <a:prstGeom prst="rect">
            <a:avLst/>
          </a:prstGeom>
          <a:solidFill>
            <a:srgbClr val="F3F4F4"/>
          </a:solidFill>
          <a:ln w="0">
            <a:noFill/>
          </a:ln>
        </p:spPr>
      </p:sp>
      <p:sp>
        <p:nvSpPr>
          <p:cNvPr id="20" name="Rectangle 19">
            <a:extLst>
              <a:ext uri="{FF2B5EF4-FFF2-40B4-BE49-F238E27FC236}">
                <a16:creationId xmlns:a16="http://schemas.microsoft.com/office/drawing/2014/main" id="{3AB21BF3-3D6E-467F-92E8-E2575877200B}"/>
              </a:ext>
            </a:extLst>
          </p:cNvPr>
          <p:cNvSpPr>
            <a:spLocks noGrp="1"/>
          </p:cNvSpPr>
          <p:nvPr/>
        </p:nvSpPr>
        <p:spPr>
          <a:xfrm>
            <a:off x="9807476" y="7143750"/>
            <a:ext cx="57150" cy="2190750"/>
          </a:xfrm>
          <a:prstGeom prst="rect">
            <a:avLst/>
          </a:prstGeom>
          <a:solidFill>
            <a:srgbClr val="E64519"/>
          </a:solidFill>
          <a:ln w="0">
            <a:noFill/>
          </a:ln>
        </p:spPr>
      </p:sp>
      <p:sp>
        <p:nvSpPr>
          <p:cNvPr id="21" name="Rectangle 20">
            <a:extLst>
              <a:ext uri="{FF2B5EF4-FFF2-40B4-BE49-F238E27FC236}">
                <a16:creationId xmlns:a16="http://schemas.microsoft.com/office/drawing/2014/main" id="{597A37E5-0FCE-4D14-9567-884C791E0698}"/>
              </a:ext>
            </a:extLst>
          </p:cNvPr>
          <p:cNvSpPr>
            <a:spLocks noGrp="1"/>
          </p:cNvSpPr>
          <p:nvPr/>
        </p:nvSpPr>
        <p:spPr>
          <a:xfrm>
            <a:off x="914400" y="9658350"/>
            <a:ext cx="16459200" cy="9525"/>
          </a:xfrm>
          <a:prstGeom prst="rect">
            <a:avLst/>
          </a:prstGeom>
          <a:solidFill>
            <a:srgbClr val="D9DEDF"/>
          </a:solidFill>
          <a:ln w="0">
            <a:noFill/>
          </a:ln>
        </p:spPr>
      </p:sp>
      <p:sp>
        <p:nvSpPr>
          <p:cNvPr id="22" name="section-label">
            <a:extLst>
              <a:ext uri="{FF2B5EF4-FFF2-40B4-BE49-F238E27FC236}">
                <a16:creationId xmlns:a16="http://schemas.microsoft.com/office/drawing/2014/main" id="{51C4D06B-48C2-4F2B-AA58-C42120FA6583}"/>
              </a:ext>
            </a:extLst>
          </p:cNvPr>
          <p:cNvSpPr>
            <a:spLocks noGrp="1"/>
          </p:cNvSpPr>
          <p:nvPr/>
        </p:nvSpPr>
        <p:spPr>
          <a:xfrm>
            <a:off x="914400" y="738188"/>
            <a:ext cx="5353645"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COFFEE MACHINE · CLASSROOM MODEL</a:t>
            </a:r>
          </a:p>
        </p:txBody>
      </p:sp>
      <p:sp>
        <p:nvSpPr>
          <p:cNvPr id="23" name="H2">
            <a:extLst>
              <a:ext uri="{FF2B5EF4-FFF2-40B4-BE49-F238E27FC236}">
                <a16:creationId xmlns:a16="http://schemas.microsoft.com/office/drawing/2014/main" id="{0B0B43DD-25A3-46AB-90C5-4760EF35E499}"/>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Before coding: make one latte on paper.</a:t>
            </a:r>
          </a:p>
        </p:txBody>
      </p:sp>
      <p:sp>
        <p:nvSpPr>
          <p:cNvPr id="24" name="H3">
            <a:extLst>
              <a:ext uri="{FF2B5EF4-FFF2-40B4-BE49-F238E27FC236}">
                <a16:creationId xmlns:a16="http://schemas.microsoft.com/office/drawing/2014/main" id="{4F62D4DF-2C9D-41B0-AC09-6E56B85126F6}"/>
              </a:ext>
            </a:extLst>
          </p:cNvPr>
          <p:cNvSpPr>
            <a:spLocks noGrp="1"/>
          </p:cNvSpPr>
          <p:nvPr/>
        </p:nvSpPr>
        <p:spPr>
          <a:xfrm>
            <a:off x="1266825" y="2668042"/>
            <a:ext cx="7769126" cy="495300"/>
          </a:xfrm>
          <a:prstGeom prst="rect">
            <a:avLst/>
          </a:prstGeom>
          <a:noFill/>
          <a:ln w="0">
            <a:noFill/>
          </a:ln>
        </p:spPr>
        <p:txBody>
          <a:bodyPr wrap="square" lIns="0" tIns="0" rIns="0" bIns="0" anchor="t">
            <a:noAutofit/>
          </a:bodyPr>
          <a:lstStyle>
            <a:defPPr algn="l">
              <a:defRPr sz="3000" b="1">
                <a:solidFill>
                  <a:srgbClr val="202426"/>
                </a:solidFill>
                <a:latin typeface="Arial"/>
                <a:ea typeface="Arial"/>
                <a:cs typeface="Arial"/>
              </a:defRPr>
            </a:defPPr>
            <a:lvl1pPr algn="l">
              <a:defRPr sz="3000" b="1">
                <a:solidFill>
                  <a:srgbClr val="202426"/>
                </a:solidFill>
                <a:latin typeface="Arial"/>
                <a:ea typeface="Arial"/>
                <a:cs typeface="Arial"/>
              </a:defRPr>
            </a:lvl1pPr>
            <a:lvl2pPr algn="l">
              <a:defRPr sz="3000" b="1">
                <a:solidFill>
                  <a:srgbClr val="202426"/>
                </a:solidFill>
                <a:latin typeface="Arial"/>
                <a:ea typeface="Arial"/>
                <a:cs typeface="Arial"/>
              </a:defRPr>
            </a:lvl2pPr>
            <a:lvl3pPr algn="l">
              <a:defRPr sz="3000" b="1">
                <a:solidFill>
                  <a:srgbClr val="202426"/>
                </a:solidFill>
                <a:latin typeface="Arial"/>
                <a:ea typeface="Arial"/>
                <a:cs typeface="Arial"/>
              </a:defRPr>
            </a:lvl3pPr>
            <a:lvl4pPr algn="l">
              <a:defRPr sz="3000" b="1">
                <a:solidFill>
                  <a:srgbClr val="202426"/>
                </a:solidFill>
                <a:latin typeface="Arial"/>
                <a:ea typeface="Arial"/>
                <a:cs typeface="Arial"/>
              </a:defRPr>
            </a:lvl4pPr>
            <a:lvl5pPr algn="l">
              <a:defRPr sz="3000" b="1">
                <a:solidFill>
                  <a:srgbClr val="202426"/>
                </a:solidFill>
                <a:latin typeface="Arial"/>
                <a:ea typeface="Arial"/>
                <a:cs typeface="Arial"/>
              </a:defRPr>
            </a:lvl5pPr>
            <a:lvl6pPr algn="l">
              <a:defRPr sz="3000" b="1">
                <a:solidFill>
                  <a:srgbClr val="202426"/>
                </a:solidFill>
                <a:latin typeface="Arial"/>
                <a:ea typeface="Arial"/>
                <a:cs typeface="Arial"/>
              </a:defRPr>
            </a:lvl6pPr>
            <a:lvl7pPr algn="l">
              <a:defRPr sz="3000" b="1">
                <a:solidFill>
                  <a:srgbClr val="202426"/>
                </a:solidFill>
                <a:latin typeface="Arial"/>
                <a:ea typeface="Arial"/>
                <a:cs typeface="Arial"/>
              </a:defRPr>
            </a:lvl7pPr>
            <a:lvl8pPr algn="l">
              <a:defRPr sz="3000" b="1">
                <a:solidFill>
                  <a:srgbClr val="202426"/>
                </a:solidFill>
                <a:latin typeface="Arial"/>
                <a:ea typeface="Arial"/>
                <a:cs typeface="Arial"/>
              </a:defRPr>
            </a:lvl8pPr>
            <a:lvl9pPr algn="l">
              <a:defRPr sz="3000" b="1">
                <a:solidFill>
                  <a:srgbClr val="202426"/>
                </a:solidFill>
                <a:latin typeface="Arial"/>
                <a:ea typeface="Arial"/>
                <a:cs typeface="Arial"/>
              </a:defRPr>
            </a:lvl9pPr>
          </a:lstStyle>
          <a:p>
            <a:pPr algn="l">
              <a:lnSpc>
                <a:spcPct val="95833"/>
              </a:lnSpc>
              <a:buNone/>
              <a:defRPr sz="3000" b="1">
                <a:solidFill>
                  <a:srgbClr val="202426"/>
                </a:solidFill>
                <a:latin typeface="Arial"/>
                <a:ea typeface="Arial"/>
                <a:cs typeface="Arial"/>
              </a:defRPr>
            </a:pPr>
            <a:r>
              <a:rPr sz="3000" b="1">
                <a:solidFill>
                  <a:srgbClr val="202426"/>
                </a:solidFill>
                <a:latin typeface="Arial"/>
                <a:ea typeface="Arial"/>
                <a:cs typeface="Arial"/>
              </a:rPr>
              <a:t>What the machine has</a:t>
            </a:r>
          </a:p>
        </p:txBody>
      </p:sp>
      <p:sp>
        <p:nvSpPr>
          <p:cNvPr id="25" name="SPAN">
            <a:extLst>
              <a:ext uri="{FF2B5EF4-FFF2-40B4-BE49-F238E27FC236}">
                <a16:creationId xmlns:a16="http://schemas.microsoft.com/office/drawing/2014/main" id="{96F543F9-094D-4AE5-B347-019E721AD020}"/>
              </a:ext>
            </a:extLst>
          </p:cNvPr>
          <p:cNvSpPr>
            <a:spLocks noGrp="1"/>
          </p:cNvSpPr>
          <p:nvPr/>
        </p:nvSpPr>
        <p:spPr>
          <a:xfrm>
            <a:off x="1266825" y="3420517"/>
            <a:ext cx="146327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water_ml</a:t>
            </a:r>
          </a:p>
        </p:txBody>
      </p:sp>
      <p:sp>
        <p:nvSpPr>
          <p:cNvPr id="26" name="STRONG">
            <a:extLst>
              <a:ext uri="{FF2B5EF4-FFF2-40B4-BE49-F238E27FC236}">
                <a16:creationId xmlns:a16="http://schemas.microsoft.com/office/drawing/2014/main" id="{F68B416E-755F-4AFD-9502-779AA45D037B}"/>
              </a:ext>
            </a:extLst>
          </p:cNvPr>
          <p:cNvSpPr>
            <a:spLocks noGrp="1"/>
          </p:cNvSpPr>
          <p:nvPr/>
        </p:nvSpPr>
        <p:spPr>
          <a:xfrm>
            <a:off x="8487221" y="3420517"/>
            <a:ext cx="548729"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500</a:t>
            </a:r>
          </a:p>
        </p:txBody>
      </p:sp>
      <p:sp>
        <p:nvSpPr>
          <p:cNvPr id="27" name="SPAN">
            <a:extLst>
              <a:ext uri="{FF2B5EF4-FFF2-40B4-BE49-F238E27FC236}">
                <a16:creationId xmlns:a16="http://schemas.microsoft.com/office/drawing/2014/main" id="{6C97E050-7DE7-4166-95BD-F01A683E639B}"/>
              </a:ext>
            </a:extLst>
          </p:cNvPr>
          <p:cNvSpPr>
            <a:spLocks noGrp="1"/>
          </p:cNvSpPr>
          <p:nvPr/>
        </p:nvSpPr>
        <p:spPr>
          <a:xfrm>
            <a:off x="1266825" y="4100513"/>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milk_ml</a:t>
            </a:r>
          </a:p>
        </p:txBody>
      </p:sp>
      <p:sp>
        <p:nvSpPr>
          <p:cNvPr id="28" name="STRONG">
            <a:extLst>
              <a:ext uri="{FF2B5EF4-FFF2-40B4-BE49-F238E27FC236}">
                <a16:creationId xmlns:a16="http://schemas.microsoft.com/office/drawing/2014/main" id="{18AE6DB9-FE32-4FA8-ADAF-8591A34FCF5D}"/>
              </a:ext>
            </a:extLst>
          </p:cNvPr>
          <p:cNvSpPr>
            <a:spLocks noGrp="1"/>
          </p:cNvSpPr>
          <p:nvPr/>
        </p:nvSpPr>
        <p:spPr>
          <a:xfrm>
            <a:off x="8487221" y="4100513"/>
            <a:ext cx="548729"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200</a:t>
            </a:r>
          </a:p>
        </p:txBody>
      </p:sp>
      <p:sp>
        <p:nvSpPr>
          <p:cNvPr id="29" name="SPAN">
            <a:extLst>
              <a:ext uri="{FF2B5EF4-FFF2-40B4-BE49-F238E27FC236}">
                <a16:creationId xmlns:a16="http://schemas.microsoft.com/office/drawing/2014/main" id="{92D822BA-7FCC-43B4-B6E7-3252A0967EB6}"/>
              </a:ext>
            </a:extLst>
          </p:cNvPr>
          <p:cNvSpPr>
            <a:spLocks noGrp="1"/>
          </p:cNvSpPr>
          <p:nvPr/>
        </p:nvSpPr>
        <p:spPr>
          <a:xfrm>
            <a:off x="1266825" y="4780508"/>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beans_g</a:t>
            </a:r>
          </a:p>
        </p:txBody>
      </p:sp>
      <p:sp>
        <p:nvSpPr>
          <p:cNvPr id="30" name="STRONG">
            <a:extLst>
              <a:ext uri="{FF2B5EF4-FFF2-40B4-BE49-F238E27FC236}">
                <a16:creationId xmlns:a16="http://schemas.microsoft.com/office/drawing/2014/main" id="{B043547C-5405-48EB-BB18-E99EDA50A8C7}"/>
              </a:ext>
            </a:extLst>
          </p:cNvPr>
          <p:cNvSpPr>
            <a:spLocks noGrp="1"/>
          </p:cNvSpPr>
          <p:nvPr/>
        </p:nvSpPr>
        <p:spPr>
          <a:xfrm>
            <a:off x="8670131" y="4780508"/>
            <a:ext cx="36582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40</a:t>
            </a:r>
          </a:p>
        </p:txBody>
      </p:sp>
      <p:sp>
        <p:nvSpPr>
          <p:cNvPr id="31" name="SPAN">
            <a:extLst>
              <a:ext uri="{FF2B5EF4-FFF2-40B4-BE49-F238E27FC236}">
                <a16:creationId xmlns:a16="http://schemas.microsoft.com/office/drawing/2014/main" id="{EC2C4EF3-878C-4D67-AF46-54211F7526BF}"/>
              </a:ext>
            </a:extLst>
          </p:cNvPr>
          <p:cNvSpPr>
            <a:spLocks noGrp="1"/>
          </p:cNvSpPr>
          <p:nvPr/>
        </p:nvSpPr>
        <p:spPr>
          <a:xfrm>
            <a:off x="1266825" y="5460504"/>
            <a:ext cx="182909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paper_cups</a:t>
            </a:r>
          </a:p>
        </p:txBody>
      </p:sp>
      <p:sp>
        <p:nvSpPr>
          <p:cNvPr id="32" name="STRONG">
            <a:extLst>
              <a:ext uri="{FF2B5EF4-FFF2-40B4-BE49-F238E27FC236}">
                <a16:creationId xmlns:a16="http://schemas.microsoft.com/office/drawing/2014/main" id="{D4E4868A-1C09-4F58-B9B9-54B952442F9A}"/>
              </a:ext>
            </a:extLst>
          </p:cNvPr>
          <p:cNvSpPr>
            <a:spLocks noGrp="1"/>
          </p:cNvSpPr>
          <p:nvPr/>
        </p:nvSpPr>
        <p:spPr>
          <a:xfrm>
            <a:off x="8853041" y="5460504"/>
            <a:ext cx="18291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3</a:t>
            </a:r>
          </a:p>
        </p:txBody>
      </p:sp>
      <p:sp>
        <p:nvSpPr>
          <p:cNvPr id="33" name="H3">
            <a:extLst>
              <a:ext uri="{FF2B5EF4-FFF2-40B4-BE49-F238E27FC236}">
                <a16:creationId xmlns:a16="http://schemas.microsoft.com/office/drawing/2014/main" id="{DA139187-7EF7-4EF4-B9BE-267E3666F6DE}"/>
              </a:ext>
            </a:extLst>
          </p:cNvPr>
          <p:cNvSpPr>
            <a:spLocks noGrp="1"/>
          </p:cNvSpPr>
          <p:nvPr/>
        </p:nvSpPr>
        <p:spPr>
          <a:xfrm>
            <a:off x="10159901" y="2668042"/>
            <a:ext cx="6861274" cy="495300"/>
          </a:xfrm>
          <a:prstGeom prst="rect">
            <a:avLst/>
          </a:prstGeom>
          <a:noFill/>
          <a:ln w="0">
            <a:noFill/>
          </a:ln>
        </p:spPr>
        <p:txBody>
          <a:bodyPr wrap="square" lIns="0" tIns="0" rIns="0" bIns="0" anchor="t">
            <a:noAutofit/>
          </a:bodyPr>
          <a:lstStyle>
            <a:defPPr algn="l">
              <a:defRPr sz="3000" b="1">
                <a:solidFill>
                  <a:srgbClr val="202426"/>
                </a:solidFill>
                <a:latin typeface="Arial"/>
                <a:ea typeface="Arial"/>
                <a:cs typeface="Arial"/>
              </a:defRPr>
            </a:defPPr>
            <a:lvl1pPr algn="l">
              <a:defRPr sz="3000" b="1">
                <a:solidFill>
                  <a:srgbClr val="202426"/>
                </a:solidFill>
                <a:latin typeface="Arial"/>
                <a:ea typeface="Arial"/>
                <a:cs typeface="Arial"/>
              </a:defRPr>
            </a:lvl1pPr>
            <a:lvl2pPr algn="l">
              <a:defRPr sz="3000" b="1">
                <a:solidFill>
                  <a:srgbClr val="202426"/>
                </a:solidFill>
                <a:latin typeface="Arial"/>
                <a:ea typeface="Arial"/>
                <a:cs typeface="Arial"/>
              </a:defRPr>
            </a:lvl2pPr>
            <a:lvl3pPr algn="l">
              <a:defRPr sz="3000" b="1">
                <a:solidFill>
                  <a:srgbClr val="202426"/>
                </a:solidFill>
                <a:latin typeface="Arial"/>
                <a:ea typeface="Arial"/>
                <a:cs typeface="Arial"/>
              </a:defRPr>
            </a:lvl3pPr>
            <a:lvl4pPr algn="l">
              <a:defRPr sz="3000" b="1">
                <a:solidFill>
                  <a:srgbClr val="202426"/>
                </a:solidFill>
                <a:latin typeface="Arial"/>
                <a:ea typeface="Arial"/>
                <a:cs typeface="Arial"/>
              </a:defRPr>
            </a:lvl4pPr>
            <a:lvl5pPr algn="l">
              <a:defRPr sz="3000" b="1">
                <a:solidFill>
                  <a:srgbClr val="202426"/>
                </a:solidFill>
                <a:latin typeface="Arial"/>
                <a:ea typeface="Arial"/>
                <a:cs typeface="Arial"/>
              </a:defRPr>
            </a:lvl5pPr>
            <a:lvl6pPr algn="l">
              <a:defRPr sz="3000" b="1">
                <a:solidFill>
                  <a:srgbClr val="202426"/>
                </a:solidFill>
                <a:latin typeface="Arial"/>
                <a:ea typeface="Arial"/>
                <a:cs typeface="Arial"/>
              </a:defRPr>
            </a:lvl6pPr>
            <a:lvl7pPr algn="l">
              <a:defRPr sz="3000" b="1">
                <a:solidFill>
                  <a:srgbClr val="202426"/>
                </a:solidFill>
                <a:latin typeface="Arial"/>
                <a:ea typeface="Arial"/>
                <a:cs typeface="Arial"/>
              </a:defRPr>
            </a:lvl7pPr>
            <a:lvl8pPr algn="l">
              <a:defRPr sz="3000" b="1">
                <a:solidFill>
                  <a:srgbClr val="202426"/>
                </a:solidFill>
                <a:latin typeface="Arial"/>
                <a:ea typeface="Arial"/>
                <a:cs typeface="Arial"/>
              </a:defRPr>
            </a:lvl8pPr>
            <a:lvl9pPr algn="l">
              <a:defRPr sz="3000" b="1">
                <a:solidFill>
                  <a:srgbClr val="202426"/>
                </a:solidFill>
                <a:latin typeface="Arial"/>
                <a:ea typeface="Arial"/>
                <a:cs typeface="Arial"/>
              </a:defRPr>
            </a:lvl9pPr>
          </a:lstStyle>
          <a:p>
            <a:pPr algn="l">
              <a:lnSpc>
                <a:spcPct val="95833"/>
              </a:lnSpc>
              <a:buNone/>
              <a:defRPr sz="3000" b="1">
                <a:solidFill>
                  <a:srgbClr val="202426"/>
                </a:solidFill>
                <a:latin typeface="Arial"/>
                <a:ea typeface="Arial"/>
                <a:cs typeface="Arial"/>
              </a:defRPr>
            </a:pPr>
            <a:r>
              <a:rPr sz="3000" b="1">
                <a:solidFill>
                  <a:srgbClr val="202426"/>
                </a:solidFill>
                <a:latin typeface="Arial"/>
                <a:ea typeface="Arial"/>
                <a:cs typeface="Arial"/>
              </a:rPr>
              <a:t>What one latte needs</a:t>
            </a:r>
          </a:p>
        </p:txBody>
      </p:sp>
      <p:sp>
        <p:nvSpPr>
          <p:cNvPr id="34" name="SPAN">
            <a:extLst>
              <a:ext uri="{FF2B5EF4-FFF2-40B4-BE49-F238E27FC236}">
                <a16:creationId xmlns:a16="http://schemas.microsoft.com/office/drawing/2014/main" id="{753F04D9-7A37-4902-A7B5-D9852A3F890C}"/>
              </a:ext>
            </a:extLst>
          </p:cNvPr>
          <p:cNvSpPr>
            <a:spLocks noGrp="1"/>
          </p:cNvSpPr>
          <p:nvPr/>
        </p:nvSpPr>
        <p:spPr>
          <a:xfrm>
            <a:off x="10159901" y="3420517"/>
            <a:ext cx="146327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water_ml</a:t>
            </a:r>
          </a:p>
        </p:txBody>
      </p:sp>
      <p:sp>
        <p:nvSpPr>
          <p:cNvPr id="35" name="STRONG">
            <a:extLst>
              <a:ext uri="{FF2B5EF4-FFF2-40B4-BE49-F238E27FC236}">
                <a16:creationId xmlns:a16="http://schemas.microsoft.com/office/drawing/2014/main" id="{B3BBB419-D272-4787-91D5-0C3B0DEBB0BB}"/>
              </a:ext>
            </a:extLst>
          </p:cNvPr>
          <p:cNvSpPr>
            <a:spLocks noGrp="1"/>
          </p:cNvSpPr>
          <p:nvPr/>
        </p:nvSpPr>
        <p:spPr>
          <a:xfrm>
            <a:off x="16472446" y="3420517"/>
            <a:ext cx="548729"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100</a:t>
            </a:r>
          </a:p>
        </p:txBody>
      </p:sp>
      <p:sp>
        <p:nvSpPr>
          <p:cNvPr id="36" name="SPAN">
            <a:extLst>
              <a:ext uri="{FF2B5EF4-FFF2-40B4-BE49-F238E27FC236}">
                <a16:creationId xmlns:a16="http://schemas.microsoft.com/office/drawing/2014/main" id="{EE0D8F44-7CBC-449D-BC6B-A47BE8215A60}"/>
              </a:ext>
            </a:extLst>
          </p:cNvPr>
          <p:cNvSpPr>
            <a:spLocks noGrp="1"/>
          </p:cNvSpPr>
          <p:nvPr/>
        </p:nvSpPr>
        <p:spPr>
          <a:xfrm>
            <a:off x="10159901" y="4100513"/>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milk_ml</a:t>
            </a:r>
          </a:p>
        </p:txBody>
      </p:sp>
      <p:sp>
        <p:nvSpPr>
          <p:cNvPr id="37" name="STRONG">
            <a:extLst>
              <a:ext uri="{FF2B5EF4-FFF2-40B4-BE49-F238E27FC236}">
                <a16:creationId xmlns:a16="http://schemas.microsoft.com/office/drawing/2014/main" id="{BAA366F0-9DED-451F-8F42-FFCBA61C1978}"/>
              </a:ext>
            </a:extLst>
          </p:cNvPr>
          <p:cNvSpPr>
            <a:spLocks noGrp="1"/>
          </p:cNvSpPr>
          <p:nvPr/>
        </p:nvSpPr>
        <p:spPr>
          <a:xfrm>
            <a:off x="16655355" y="4100513"/>
            <a:ext cx="36582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50</a:t>
            </a:r>
          </a:p>
        </p:txBody>
      </p:sp>
      <p:sp>
        <p:nvSpPr>
          <p:cNvPr id="38" name="SPAN">
            <a:extLst>
              <a:ext uri="{FF2B5EF4-FFF2-40B4-BE49-F238E27FC236}">
                <a16:creationId xmlns:a16="http://schemas.microsoft.com/office/drawing/2014/main" id="{4A650FB4-6DD7-421A-8B35-0E61806F07D9}"/>
              </a:ext>
            </a:extLst>
          </p:cNvPr>
          <p:cNvSpPr>
            <a:spLocks noGrp="1"/>
          </p:cNvSpPr>
          <p:nvPr/>
        </p:nvSpPr>
        <p:spPr>
          <a:xfrm>
            <a:off x="10159901" y="4780508"/>
            <a:ext cx="128036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beans_g</a:t>
            </a:r>
          </a:p>
        </p:txBody>
      </p:sp>
      <p:sp>
        <p:nvSpPr>
          <p:cNvPr id="39" name="STRONG">
            <a:extLst>
              <a:ext uri="{FF2B5EF4-FFF2-40B4-BE49-F238E27FC236}">
                <a16:creationId xmlns:a16="http://schemas.microsoft.com/office/drawing/2014/main" id="{18DB30A9-2312-4349-8103-F8893586F74E}"/>
              </a:ext>
            </a:extLst>
          </p:cNvPr>
          <p:cNvSpPr>
            <a:spLocks noGrp="1"/>
          </p:cNvSpPr>
          <p:nvPr/>
        </p:nvSpPr>
        <p:spPr>
          <a:xfrm>
            <a:off x="16655355" y="4780508"/>
            <a:ext cx="36582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10</a:t>
            </a:r>
          </a:p>
        </p:txBody>
      </p:sp>
      <p:sp>
        <p:nvSpPr>
          <p:cNvPr id="40" name="SPAN">
            <a:extLst>
              <a:ext uri="{FF2B5EF4-FFF2-40B4-BE49-F238E27FC236}">
                <a16:creationId xmlns:a16="http://schemas.microsoft.com/office/drawing/2014/main" id="{9E9885C0-0D90-4D3D-A1E2-AE574613F923}"/>
              </a:ext>
            </a:extLst>
          </p:cNvPr>
          <p:cNvSpPr>
            <a:spLocks noGrp="1"/>
          </p:cNvSpPr>
          <p:nvPr/>
        </p:nvSpPr>
        <p:spPr>
          <a:xfrm>
            <a:off x="10159901" y="5460504"/>
            <a:ext cx="1829098" cy="422821"/>
          </a:xfrm>
          <a:prstGeom prst="rect">
            <a:avLst/>
          </a:prstGeom>
          <a:noFill/>
          <a:ln w="0">
            <a:noFill/>
          </a:ln>
        </p:spPr>
        <p:txBody>
          <a:bodyPr wrap="square" lIns="0" tIns="0" rIns="0" bIns="0" anchor="t">
            <a:noAutofit/>
          </a:bodyPr>
          <a:lstStyle>
            <a:defPPr algn="l">
              <a:defRPr sz="2400" b="0">
                <a:solidFill>
                  <a:srgbClr val="202426"/>
                </a:solidFill>
                <a:latin typeface="Courier New"/>
                <a:ea typeface="Courier New"/>
                <a:cs typeface="Courier New"/>
              </a:defRPr>
            </a:defPPr>
            <a:lvl1pPr algn="l">
              <a:defRPr sz="2400" b="0">
                <a:solidFill>
                  <a:srgbClr val="202426"/>
                </a:solidFill>
                <a:latin typeface="Courier New"/>
                <a:ea typeface="Courier New"/>
                <a:cs typeface="Courier New"/>
              </a:defRPr>
            </a:lvl1pPr>
            <a:lvl2pPr algn="l">
              <a:defRPr sz="2400" b="0">
                <a:solidFill>
                  <a:srgbClr val="202426"/>
                </a:solidFill>
                <a:latin typeface="Courier New"/>
                <a:ea typeface="Courier New"/>
                <a:cs typeface="Courier New"/>
              </a:defRPr>
            </a:lvl2pPr>
            <a:lvl3pPr algn="l">
              <a:defRPr sz="2400" b="0">
                <a:solidFill>
                  <a:srgbClr val="202426"/>
                </a:solidFill>
                <a:latin typeface="Courier New"/>
                <a:ea typeface="Courier New"/>
                <a:cs typeface="Courier New"/>
              </a:defRPr>
            </a:lvl3pPr>
            <a:lvl4pPr algn="l">
              <a:defRPr sz="2400" b="0">
                <a:solidFill>
                  <a:srgbClr val="202426"/>
                </a:solidFill>
                <a:latin typeface="Courier New"/>
                <a:ea typeface="Courier New"/>
                <a:cs typeface="Courier New"/>
              </a:defRPr>
            </a:lvl4pPr>
            <a:lvl5pPr algn="l">
              <a:defRPr sz="2400" b="0">
                <a:solidFill>
                  <a:srgbClr val="202426"/>
                </a:solidFill>
                <a:latin typeface="Courier New"/>
                <a:ea typeface="Courier New"/>
                <a:cs typeface="Courier New"/>
              </a:defRPr>
            </a:lvl5pPr>
            <a:lvl6pPr algn="l">
              <a:defRPr sz="2400" b="0">
                <a:solidFill>
                  <a:srgbClr val="202426"/>
                </a:solidFill>
                <a:latin typeface="Courier New"/>
                <a:ea typeface="Courier New"/>
                <a:cs typeface="Courier New"/>
              </a:defRPr>
            </a:lvl6pPr>
            <a:lvl7pPr algn="l">
              <a:defRPr sz="2400" b="0">
                <a:solidFill>
                  <a:srgbClr val="202426"/>
                </a:solidFill>
                <a:latin typeface="Courier New"/>
                <a:ea typeface="Courier New"/>
                <a:cs typeface="Courier New"/>
              </a:defRPr>
            </a:lvl7pPr>
            <a:lvl8pPr algn="l">
              <a:defRPr sz="2400" b="0">
                <a:solidFill>
                  <a:srgbClr val="202426"/>
                </a:solidFill>
                <a:latin typeface="Courier New"/>
                <a:ea typeface="Courier New"/>
                <a:cs typeface="Courier New"/>
              </a:defRPr>
            </a:lvl8pPr>
            <a:lvl9pPr algn="l">
              <a:defRPr sz="2400" b="0">
                <a:solidFill>
                  <a:srgbClr val="202426"/>
                </a:solidFill>
                <a:latin typeface="Courier New"/>
                <a:ea typeface="Courier New"/>
                <a:cs typeface="Courier New"/>
              </a:defRPr>
            </a:lvl9pPr>
          </a:lstStyle>
          <a:p>
            <a:pPr algn="l">
              <a:lnSpc>
                <a:spcPct val="100000"/>
              </a:lnSpc>
              <a:buNone/>
              <a:defRPr sz="2400" b="0">
                <a:solidFill>
                  <a:srgbClr val="202426"/>
                </a:solidFill>
                <a:latin typeface="Courier New"/>
                <a:ea typeface="Courier New"/>
                <a:cs typeface="Courier New"/>
              </a:defRPr>
            </a:pPr>
            <a:r>
              <a:rPr sz="2400" b="0">
                <a:solidFill>
                  <a:srgbClr val="202426"/>
                </a:solidFill>
                <a:latin typeface="Courier New"/>
                <a:ea typeface="Courier New"/>
                <a:cs typeface="Courier New"/>
              </a:rPr>
              <a:t>paper_cups</a:t>
            </a:r>
          </a:p>
        </p:txBody>
      </p:sp>
      <p:sp>
        <p:nvSpPr>
          <p:cNvPr id="41" name="STRONG">
            <a:extLst>
              <a:ext uri="{FF2B5EF4-FFF2-40B4-BE49-F238E27FC236}">
                <a16:creationId xmlns:a16="http://schemas.microsoft.com/office/drawing/2014/main" id="{F368DBAE-E724-41F2-ACE7-D12D4CD9142A}"/>
              </a:ext>
            </a:extLst>
          </p:cNvPr>
          <p:cNvSpPr>
            <a:spLocks noGrp="1"/>
          </p:cNvSpPr>
          <p:nvPr/>
        </p:nvSpPr>
        <p:spPr>
          <a:xfrm>
            <a:off x="16838265" y="5460504"/>
            <a:ext cx="182910" cy="422821"/>
          </a:xfrm>
          <a:prstGeom prst="rect">
            <a:avLst/>
          </a:prstGeom>
          <a:noFill/>
          <a:ln w="0">
            <a:noFill/>
          </a:ln>
        </p:spPr>
        <p:txBody>
          <a:bodyPr wrap="square" lIns="0" tIns="0" rIns="0" bIns="0" anchor="t">
            <a:noAutofit/>
          </a:bodyPr>
          <a:lstStyle>
            <a:defPPr algn="l">
              <a:defRPr sz="2400" b="1">
                <a:solidFill>
                  <a:srgbClr val="202426"/>
                </a:solidFill>
                <a:latin typeface="Courier New"/>
                <a:ea typeface="Courier New"/>
                <a:cs typeface="Courier New"/>
              </a:defRPr>
            </a:defPPr>
            <a:lvl1pPr algn="l">
              <a:defRPr sz="2400" b="1">
                <a:solidFill>
                  <a:srgbClr val="202426"/>
                </a:solidFill>
                <a:latin typeface="Courier New"/>
                <a:ea typeface="Courier New"/>
                <a:cs typeface="Courier New"/>
              </a:defRPr>
            </a:lvl1pPr>
            <a:lvl2pPr algn="l">
              <a:defRPr sz="2400" b="1">
                <a:solidFill>
                  <a:srgbClr val="202426"/>
                </a:solidFill>
                <a:latin typeface="Courier New"/>
                <a:ea typeface="Courier New"/>
                <a:cs typeface="Courier New"/>
              </a:defRPr>
            </a:lvl2pPr>
            <a:lvl3pPr algn="l">
              <a:defRPr sz="2400" b="1">
                <a:solidFill>
                  <a:srgbClr val="202426"/>
                </a:solidFill>
                <a:latin typeface="Courier New"/>
                <a:ea typeface="Courier New"/>
                <a:cs typeface="Courier New"/>
              </a:defRPr>
            </a:lvl3pPr>
            <a:lvl4pPr algn="l">
              <a:defRPr sz="2400" b="1">
                <a:solidFill>
                  <a:srgbClr val="202426"/>
                </a:solidFill>
                <a:latin typeface="Courier New"/>
                <a:ea typeface="Courier New"/>
                <a:cs typeface="Courier New"/>
              </a:defRPr>
            </a:lvl4pPr>
            <a:lvl5pPr algn="l">
              <a:defRPr sz="2400" b="1">
                <a:solidFill>
                  <a:srgbClr val="202426"/>
                </a:solidFill>
                <a:latin typeface="Courier New"/>
                <a:ea typeface="Courier New"/>
                <a:cs typeface="Courier New"/>
              </a:defRPr>
            </a:lvl5pPr>
            <a:lvl6pPr algn="l">
              <a:defRPr sz="2400" b="1">
                <a:solidFill>
                  <a:srgbClr val="202426"/>
                </a:solidFill>
                <a:latin typeface="Courier New"/>
                <a:ea typeface="Courier New"/>
                <a:cs typeface="Courier New"/>
              </a:defRPr>
            </a:lvl6pPr>
            <a:lvl7pPr algn="l">
              <a:defRPr sz="2400" b="1">
                <a:solidFill>
                  <a:srgbClr val="202426"/>
                </a:solidFill>
                <a:latin typeface="Courier New"/>
                <a:ea typeface="Courier New"/>
                <a:cs typeface="Courier New"/>
              </a:defRPr>
            </a:lvl7pPr>
            <a:lvl8pPr algn="l">
              <a:defRPr sz="2400" b="1">
                <a:solidFill>
                  <a:srgbClr val="202426"/>
                </a:solidFill>
                <a:latin typeface="Courier New"/>
                <a:ea typeface="Courier New"/>
                <a:cs typeface="Courier New"/>
              </a:defRPr>
            </a:lvl8pPr>
            <a:lvl9pPr algn="l">
              <a:defRPr sz="2400" b="1">
                <a:solidFill>
                  <a:srgbClr val="202426"/>
                </a:solidFill>
                <a:latin typeface="Courier New"/>
                <a:ea typeface="Courier New"/>
                <a:cs typeface="Courier New"/>
              </a:defRPr>
            </a:lvl9pPr>
          </a:lstStyle>
          <a:p>
            <a:pPr algn="l">
              <a:lnSpc>
                <a:spcPct val="100000"/>
              </a:lnSpc>
              <a:buNone/>
              <a:defRPr sz="2400" b="1">
                <a:solidFill>
                  <a:srgbClr val="202426"/>
                </a:solidFill>
                <a:latin typeface="Courier New"/>
                <a:ea typeface="Courier New"/>
                <a:cs typeface="Courier New"/>
              </a:defRPr>
            </a:pPr>
            <a:r>
              <a:rPr sz="2400" b="1">
                <a:solidFill>
                  <a:srgbClr val="202426"/>
                </a:solidFill>
                <a:latin typeface="Courier New"/>
                <a:ea typeface="Courier New"/>
                <a:cs typeface="Courier New"/>
              </a:rPr>
              <a:t>1</a:t>
            </a:r>
          </a:p>
        </p:txBody>
      </p:sp>
      <p:sp>
        <p:nvSpPr>
          <p:cNvPr id="42" name="P">
            <a:extLst>
              <a:ext uri="{FF2B5EF4-FFF2-40B4-BE49-F238E27FC236}">
                <a16:creationId xmlns:a16="http://schemas.microsoft.com/office/drawing/2014/main" id="{7B206B82-ACEB-47EB-ABBC-1A6054C433A0}"/>
              </a:ext>
            </a:extLst>
          </p:cNvPr>
          <p:cNvSpPr>
            <a:spLocks noGrp="1"/>
          </p:cNvSpPr>
          <p:nvPr/>
        </p:nvSpPr>
        <p:spPr>
          <a:xfrm>
            <a:off x="10093226" y="7353300"/>
            <a:ext cx="7051774" cy="1809750"/>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 xml:space="preserve">Recipe is a structure type.</a:t>
            </a:r>
          </a:p>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 xml:space="preserve">The variable latte stores the amounts for one drink.</a:t>
            </a:r>
          </a:p>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 xml:space="preserve">One accepted order uses one paper cup.</a:t>
            </a:r>
          </a:p>
        </p:txBody>
      </p:sp>
      <p:sp>
        <p:nvSpPr>
          <p:cNvPr id="44" name="page-number">
            <a:extLst>
              <a:ext uri="{FF2B5EF4-FFF2-40B4-BE49-F238E27FC236}">
                <a16:creationId xmlns:a16="http://schemas.microsoft.com/office/drawing/2014/main" id="{89C68AC2-A036-4DDA-8D9A-321366D6644D}"/>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12</a:t>
            </a:r>
          </a:p>
        </p:txBody>
      </p:sp>
      <p:pic>
        <p:nvPicPr>
          <p:cNvPr id="45" name="Picture 44">
            <a:extLst>
              <a:ext uri="{FF2B5EF4-FFF2-40B4-BE49-F238E27FC236}">
                <a16:creationId xmlns:a16="http://schemas.microsoft.com/office/drawing/2014/main" id="{B66C412D-9F53-4B01-9FC9-2268CCEFC4E0}"/>
              </a:ext>
            </a:extLst>
          </p:cNvPr>
          <p:cNvPicPr>
            <a:picLocks noChangeAspect="1"/>
          </p:cNvPicPr>
          <p:nvPr/>
        </p:nvPicPr>
        <p:blipFill>
          <a:blip r:embed="rId4"/>
          <a:stretch/>
        </p:blipFill>
        <p:spPr>
          <a:xfrm>
            <a:off x="16592589" y="611386"/>
            <a:ext cx="780972" cy="510778"/>
          </a:xfrm>
          <a:prstGeom prst="rect">
            <a:avLst/>
          </a:prstGeom>
        </p:spPr>
      </p:pic>
    </p:spTree>
    <p:extLst>
      <p:ext uri="{BB962C8B-B14F-4D97-AF65-F5344CB8AC3E}">
        <p14:creationId xmlns:p14="http://schemas.microsoft.com/office/powerpoint/2010/main" val="103895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6EFED3D-B8F3-470C-B70A-F8E28B72D266}"/>
              </a:ext>
            </a:extLst>
          </p:cNvPr>
          <p:cNvSpPr>
            <a:spLocks noGrp="1"/>
          </p:cNvSpPr>
          <p:nvPr/>
        </p:nvSpPr>
        <p:spPr>
          <a:xfrm>
            <a:off x="914400" y="2754213"/>
            <a:ext cx="8473976" cy="4067175"/>
          </a:xfrm>
          <a:prstGeom prst="rect">
            <a:avLst/>
          </a:prstGeom>
          <a:solidFill>
            <a:srgbClr val="202426"/>
          </a:solidFill>
          <a:ln w="0">
            <a:noFill/>
          </a:ln>
        </p:spPr>
      </p:sp>
      <p:sp>
        <p:nvSpPr>
          <p:cNvPr id="2" name="Rectangle 1">
            <a:extLst>
              <a:ext uri="{FF2B5EF4-FFF2-40B4-BE49-F238E27FC236}">
                <a16:creationId xmlns:a16="http://schemas.microsoft.com/office/drawing/2014/main" id="{A0E588EC-0AA8-43C8-A06F-C25A8E1764EB}"/>
              </a:ext>
            </a:extLst>
          </p:cNvPr>
          <p:cNvSpPr>
            <a:spLocks noGrp="1"/>
          </p:cNvSpPr>
          <p:nvPr/>
        </p:nvSpPr>
        <p:spPr>
          <a:xfrm>
            <a:off x="9807476" y="7239595"/>
            <a:ext cx="7566124" cy="2094905"/>
          </a:xfrm>
          <a:prstGeom prst="rect">
            <a:avLst/>
          </a:prstGeom>
          <a:solidFill>
            <a:srgbClr val="F3F4F4"/>
          </a:solidFill>
          <a:ln w="0">
            <a:noFill/>
          </a:ln>
        </p:spPr>
      </p:sp>
      <p:sp>
        <p:nvSpPr>
          <p:cNvPr id="3" name="Rectangle 2">
            <a:extLst>
              <a:ext uri="{FF2B5EF4-FFF2-40B4-BE49-F238E27FC236}">
                <a16:creationId xmlns:a16="http://schemas.microsoft.com/office/drawing/2014/main" id="{C0065350-892C-4AD6-8A5A-72F08CEF4011}"/>
              </a:ext>
            </a:extLst>
          </p:cNvPr>
          <p:cNvSpPr>
            <a:spLocks noGrp="1"/>
          </p:cNvSpPr>
          <p:nvPr/>
        </p:nvSpPr>
        <p:spPr>
          <a:xfrm>
            <a:off x="9807476" y="7239595"/>
            <a:ext cx="57150" cy="2094905"/>
          </a:xfrm>
          <a:prstGeom prst="rect">
            <a:avLst/>
          </a:prstGeom>
          <a:solidFill>
            <a:srgbClr val="E64519"/>
          </a:solidFill>
          <a:ln w="0">
            <a:noFill/>
          </a:ln>
        </p:spPr>
      </p:sp>
      <p:sp>
        <p:nvSpPr>
          <p:cNvPr id="4" name="Rectangle 3">
            <a:extLst>
              <a:ext uri="{FF2B5EF4-FFF2-40B4-BE49-F238E27FC236}">
                <a16:creationId xmlns:a16="http://schemas.microsoft.com/office/drawing/2014/main" id="{B739DC07-3F60-4FE8-97DF-FF73EFAEFEF6}"/>
              </a:ext>
            </a:extLst>
          </p:cNvPr>
          <p:cNvSpPr>
            <a:spLocks noGrp="1"/>
          </p:cNvSpPr>
          <p:nvPr/>
        </p:nvSpPr>
        <p:spPr>
          <a:xfrm>
            <a:off x="914400" y="9658350"/>
            <a:ext cx="16459200" cy="9525"/>
          </a:xfrm>
          <a:prstGeom prst="rect">
            <a:avLst/>
          </a:prstGeom>
          <a:solidFill>
            <a:srgbClr val="D9DEDF"/>
          </a:solidFill>
          <a:ln w="0">
            <a:noFill/>
          </a:ln>
        </p:spPr>
      </p:sp>
      <p:sp>
        <p:nvSpPr>
          <p:cNvPr id="5" name="section-label">
            <a:extLst>
              <a:ext uri="{FF2B5EF4-FFF2-40B4-BE49-F238E27FC236}">
                <a16:creationId xmlns:a16="http://schemas.microsoft.com/office/drawing/2014/main" id="{820A2539-20CE-4F98-90BE-9DAA62646C5C}"/>
              </a:ext>
            </a:extLst>
          </p:cNvPr>
          <p:cNvSpPr>
            <a:spLocks noGrp="1"/>
          </p:cNvSpPr>
          <p:nvPr/>
        </p:nvSpPr>
        <p:spPr>
          <a:xfrm>
            <a:off x="914400" y="738188"/>
            <a:ext cx="5353645"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COFFEE MACHINE · CLASSROOM MODEL</a:t>
            </a:r>
          </a:p>
        </p:txBody>
      </p:sp>
      <p:sp>
        <p:nvSpPr>
          <p:cNvPr id="6" name="H2">
            <a:extLst>
              <a:ext uri="{FF2B5EF4-FFF2-40B4-BE49-F238E27FC236}">
                <a16:creationId xmlns:a16="http://schemas.microsoft.com/office/drawing/2014/main" id="{89A75974-99CB-4450-AAF0-A4673EFE29B0}"/>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Ask a yes/no question before spending anything.</a:t>
            </a:r>
          </a:p>
        </p:txBody>
      </p:sp>
      <p:sp>
        <p:nvSpPr>
          <p:cNvPr id="7" name="caption">
            <a:extLst>
              <a:ext uri="{FF2B5EF4-FFF2-40B4-BE49-F238E27FC236}">
                <a16:creationId xmlns:a16="http://schemas.microsoft.com/office/drawing/2014/main" id="{79F942E1-B3D7-4ADA-818A-57DCBC15DCDF}"/>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Decision function</a:t>
            </a:r>
          </a:p>
        </p:txBody>
      </p:sp>
      <p:sp>
        <p:nvSpPr>
          <p:cNvPr id="8" name="PRE">
            <a:extLst>
              <a:ext uri="{FF2B5EF4-FFF2-40B4-BE49-F238E27FC236}">
                <a16:creationId xmlns:a16="http://schemas.microsoft.com/office/drawing/2014/main" id="{2DECEC3E-F215-4F87-9DB6-610ADE176780}"/>
              </a:ext>
            </a:extLst>
          </p:cNvPr>
          <p:cNvSpPr>
            <a:spLocks noGrp="1"/>
          </p:cNvSpPr>
          <p:nvPr/>
        </p:nvSpPr>
        <p:spPr>
          <a:xfrm>
            <a:off x="1200150" y="3001863"/>
            <a:ext cx="8001000" cy="3629025"/>
          </a:xfrm>
          <a:prstGeom prst="rect">
            <a:avLst/>
          </a:prstGeom>
          <a:noFill/>
          <a:ln w="0">
            <a:noFill/>
          </a:ln>
        </p:spPr>
        <p:txBody>
          <a:bodyPr wrap="square" lIns="0" tIns="0" rIns="0" bIns="0" anchor="t">
            <a:noAutofit/>
          </a:bodyPr>
          <a:lstStyle>
            <a:defPPr algn="l">
              <a:defRPr sz="2250" b="0" u="none">
                <a:solidFill>
                  <a:srgbClr val="FFFFFF"/>
                </a:solidFill>
                <a:latin typeface="Courier New"/>
                <a:ea typeface="Courier New"/>
                <a:cs typeface="Courier New"/>
              </a:defRPr>
            </a:defPPr>
            <a:lvl1pPr algn="l">
              <a:defRPr sz="2250" b="0" u="none">
                <a:solidFill>
                  <a:srgbClr val="FFFFFF"/>
                </a:solidFill>
                <a:latin typeface="Courier New"/>
                <a:ea typeface="Courier New"/>
                <a:cs typeface="Courier New"/>
              </a:defRPr>
            </a:lvl1pPr>
            <a:lvl2pPr algn="l">
              <a:defRPr sz="2250" b="0" u="none">
                <a:solidFill>
                  <a:srgbClr val="FFFFFF"/>
                </a:solidFill>
                <a:latin typeface="Courier New"/>
                <a:ea typeface="Courier New"/>
                <a:cs typeface="Courier New"/>
              </a:defRPr>
            </a:lvl2pPr>
            <a:lvl3pPr algn="l">
              <a:defRPr sz="2250" b="0" u="none">
                <a:solidFill>
                  <a:srgbClr val="FFFFFF"/>
                </a:solidFill>
                <a:latin typeface="Courier New"/>
                <a:ea typeface="Courier New"/>
                <a:cs typeface="Courier New"/>
              </a:defRPr>
            </a:lvl3pPr>
            <a:lvl4pPr algn="l">
              <a:defRPr sz="2250" b="0" u="none">
                <a:solidFill>
                  <a:srgbClr val="FFFFFF"/>
                </a:solidFill>
                <a:latin typeface="Courier New"/>
                <a:ea typeface="Courier New"/>
                <a:cs typeface="Courier New"/>
              </a:defRPr>
            </a:lvl4pPr>
            <a:lvl5pPr algn="l">
              <a:defRPr sz="2250" b="0" u="none">
                <a:solidFill>
                  <a:srgbClr val="FFFFFF"/>
                </a:solidFill>
                <a:latin typeface="Courier New"/>
                <a:ea typeface="Courier New"/>
                <a:cs typeface="Courier New"/>
              </a:defRPr>
            </a:lvl5pPr>
            <a:lvl6pPr algn="l">
              <a:defRPr sz="2250" b="0" u="none">
                <a:solidFill>
                  <a:srgbClr val="FFFFFF"/>
                </a:solidFill>
                <a:latin typeface="Courier New"/>
                <a:ea typeface="Courier New"/>
                <a:cs typeface="Courier New"/>
              </a:defRPr>
            </a:lvl6pPr>
            <a:lvl7pPr algn="l">
              <a:defRPr sz="2250" b="0" u="none">
                <a:solidFill>
                  <a:srgbClr val="FFFFFF"/>
                </a:solidFill>
                <a:latin typeface="Courier New"/>
                <a:ea typeface="Courier New"/>
                <a:cs typeface="Courier New"/>
              </a:defRPr>
            </a:lvl7pPr>
            <a:lvl8pPr algn="l">
              <a:defRPr sz="2250" b="0" u="none">
                <a:solidFill>
                  <a:srgbClr val="FFFFFF"/>
                </a:solidFill>
                <a:latin typeface="Courier New"/>
                <a:ea typeface="Courier New"/>
                <a:cs typeface="Courier New"/>
              </a:defRPr>
            </a:lvl8pPr>
            <a:lvl9pPr algn="l">
              <a:defRPr sz="2250" b="0" u="none">
                <a:solidFill>
                  <a:srgbClr val="FFFFFF"/>
                </a:solidFill>
                <a:latin typeface="Courier New"/>
                <a:ea typeface="Courier New"/>
                <a:cs typeface="Courier New"/>
              </a:defRPr>
            </a:lvl9pPr>
          </a:lstStyle>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bool can_make_coffee(</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 stock, Recipe recipe)</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return</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stock.water_ml &gt;= recipe.water_ml &amp;&amp;</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stock.milk_ml &gt;= recipe.milk_ml &amp;&amp;</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stock.beans_g &gt;= recipe.beans_g &amp;&amp;</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stock.paper_cups &gt;= recipe.paper_cups;</a:t>
            </a:r>
          </a:p>
          <a:p>
            <a:pPr algn="l">
              <a:lnSpc>
                <a:spcPct val="104167"/>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a:t>
            </a:r>
          </a:p>
        </p:txBody>
      </p:sp>
      <p:sp>
        <p:nvSpPr>
          <p:cNvPr id="9" name="P">
            <a:extLst>
              <a:ext uri="{FF2B5EF4-FFF2-40B4-BE49-F238E27FC236}">
                <a16:creationId xmlns:a16="http://schemas.microsoft.com/office/drawing/2014/main" id="{14CE8217-59BC-4E17-81EE-48CC95DA2736}"/>
              </a:ext>
            </a:extLst>
          </p:cNvPr>
          <p:cNvSpPr>
            <a:spLocks noGrp="1"/>
          </p:cNvSpPr>
          <p:nvPr/>
        </p:nvSpPr>
        <p:spPr>
          <a:xfrm>
            <a:off x="10093226" y="7411045"/>
            <a:ext cx="7051774" cy="1809155"/>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bool</a:t>
            </a:r>
            <a:r>
              <a:rPr sz="2475" b="0">
                <a:solidFill>
                  <a:srgbClr val="202426"/>
                </a:solidFill>
                <a:latin typeface="Arial"/>
                <a:ea typeface="Arial"/>
                <a:cs typeface="Arial"/>
              </a:rPr>
              <a:t>: a true/false result.</a:t>
            </a:r>
          </a:p>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&gt;=</a:t>
            </a:r>
            <a:r>
              <a:rPr sz="2475" b="0">
                <a:solidFill>
                  <a:srgbClr val="202426"/>
                </a:solidFill>
                <a:latin typeface="Arial"/>
                <a:ea typeface="Arial"/>
                <a:cs typeface="Arial"/>
              </a:rPr>
              <a:t>: at least this amount.</a:t>
            </a:r>
          </a:p>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&amp;&amp;</a:t>
            </a:r>
            <a:r>
              <a:rPr sz="2475" b="0">
                <a:solidFill>
                  <a:srgbClr val="202426"/>
                </a:solidFill>
                <a:latin typeface="Arial"/>
                <a:ea typeface="Arial"/>
                <a:cs typeface="Arial"/>
              </a:rPr>
              <a:t>: every condition must hold.</a:t>
            </a:r>
          </a:p>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return</a:t>
            </a:r>
            <a:r>
              <a:rPr sz="2475" b="0">
                <a:solidFill>
                  <a:srgbClr val="202426"/>
                </a:solidFill>
                <a:latin typeface="Arial"/>
                <a:ea typeface="Arial"/>
                <a:cs typeface="Arial"/>
              </a:rPr>
              <a:t>: send the result to the caller.</a:t>
            </a:r>
          </a:p>
        </p:txBody>
      </p:sp>
      <p:sp>
        <p:nvSpPr>
          <p:cNvPr id="11" name="page-number">
            <a:extLst>
              <a:ext uri="{FF2B5EF4-FFF2-40B4-BE49-F238E27FC236}">
                <a16:creationId xmlns:a16="http://schemas.microsoft.com/office/drawing/2014/main" id="{4D67BA57-F4AB-42B5-B37B-F29BE8048D67}"/>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13</a:t>
            </a:r>
          </a:p>
        </p:txBody>
      </p:sp>
      <p:graphicFrame>
        <p:nvGraphicFramePr>
          <p:cNvPr id="12" name="Table 11">
            <a:extLst>
              <a:ext uri="{FF2B5EF4-FFF2-40B4-BE49-F238E27FC236}">
                <a16:creationId xmlns:a16="http://schemas.microsoft.com/office/drawing/2014/main" id="{43A63029-D954-439E-8363-F4D661036CC1}"/>
              </a:ext>
            </a:extLst>
          </p:cNvPr>
          <p:cNvGraphicFramePr/>
          <p:nvPr/>
        </p:nvGraphicFramePr>
        <p:xfrm>
          <a:off x="9807476" y="2334667"/>
          <a:ext cx="7566124" cy="2705099"/>
        </p:xfrm>
        <a:graphic>
          <a:graphicData uri="http://schemas.openxmlformats.org/drawingml/2006/table">
            <a:tbl>
              <a:tblPr/>
              <a:tblGrid>
                <a:gridCol w="3962251">
                  <a:extLst>
                    <a:ext uri="{9D8B030D-6E8A-4147-A177-3AD203B41FA5}">
                      <a16:colId xmlns:a16="http://schemas.microsoft.com/office/drawing/2014/main" val="20000"/>
                    </a:ext>
                  </a:extLst>
                </a:gridCol>
                <a:gridCol w="3603873">
                  <a:extLst>
                    <a:ext uri="{9D8B030D-6E8A-4147-A177-3AD203B41FA5}">
                      <a16:colId xmlns:a16="http://schemas.microsoft.com/office/drawing/2014/main" val="20001"/>
                    </a:ext>
                  </a:extLst>
                </a:gridCol>
              </a:tblGrid>
              <a:tr h="669131">
                <a:tc>
                  <a:txBody>
                    <a:bodyPr/>
                    <a:lstStyle/>
                    <a:p>
                      <a:pPr>
                        <a:lnSpc>
                          <a:spcPct val="104167"/>
                        </a:lnSpc>
                        <a:buNone/>
                      </a:pPr>
                      <a:r>
                        <a:rPr sz="2475" b="1">
                          <a:solidFill>
                            <a:srgbClr val="202426"/>
                          </a:solidFill>
                          <a:latin typeface="Arial"/>
                          <a:ea typeface="Arial"/>
                          <a:cs typeface="Arial"/>
                        </a:rPr>
                        <a:t>Stock for this latte</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475" b="1">
                          <a:solidFill>
                            <a:srgbClr val="202426"/>
                          </a:solidFill>
                          <a:latin typeface="Arial"/>
                          <a:ea typeface="Arial"/>
                          <a:cs typeface="Arial"/>
                        </a:rPr>
                        <a:t>Can we make it?</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475" b="1">
                          <a:solidFill>
                            <a:srgbClr val="202426"/>
                          </a:solidFill>
                          <a:latin typeface="Arial"/>
                          <a:ea typeface="Arial"/>
                          <a:cs typeface="Arial"/>
                        </a:rPr>
                        <a:t>500 / 200 / 40 / 3</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true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475" b="1">
                          <a:solidFill>
                            <a:srgbClr val="202426"/>
                          </a:solidFill>
                          <a:latin typeface="Arial"/>
                          <a:ea typeface="Arial"/>
                          <a:cs typeface="Arial"/>
                        </a:rPr>
                        <a:t>100 / 50 / 10 / 1</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true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r h="678656">
                <a:tc>
                  <a:txBody>
                    <a:bodyPr/>
                    <a:lstStyle/>
                    <a:p>
                      <a:pPr>
                        <a:lnSpc>
                          <a:spcPct val="104167"/>
                        </a:lnSpc>
                        <a:buNone/>
                      </a:pPr>
                      <a:r>
                        <a:rPr sz="2475" b="1">
                          <a:solidFill>
                            <a:srgbClr val="202426"/>
                          </a:solidFill>
                          <a:latin typeface="Arial"/>
                          <a:ea typeface="Arial"/>
                          <a:cs typeface="Arial"/>
                        </a:rPr>
                        <a:t>500 / 200 / 40 / 0</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475" b="0">
                          <a:solidFill>
                            <a:srgbClr val="202426"/>
                          </a:solidFill>
                          <a:latin typeface="Arial"/>
                          <a:ea typeface="Arial"/>
                          <a:cs typeface="Arial"/>
                        </a:rPr>
                        <a:t>false</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3"/>
                  </a:ext>
                </a:extLst>
              </a:tr>
            </a:tbl>
          </a:graphicData>
        </a:graphic>
      </p:graphicFrame>
      <p:pic>
        <p:nvPicPr>
          <p:cNvPr id="13" name="Picture 12">
            <a:extLst>
              <a:ext uri="{FF2B5EF4-FFF2-40B4-BE49-F238E27FC236}">
                <a16:creationId xmlns:a16="http://schemas.microsoft.com/office/drawing/2014/main" id="{CC8EC30B-26D4-4344-A478-48F6CF5CC9B7}"/>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179745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E39C8F-E6F6-4E80-85A4-77BE57C14840}"/>
              </a:ext>
            </a:extLst>
          </p:cNvPr>
          <p:cNvSpPr>
            <a:spLocks noGrp="1"/>
          </p:cNvSpPr>
          <p:nvPr/>
        </p:nvSpPr>
        <p:spPr>
          <a:xfrm>
            <a:off x="914400" y="2754213"/>
            <a:ext cx="8473976" cy="4781550"/>
          </a:xfrm>
          <a:prstGeom prst="rect">
            <a:avLst/>
          </a:prstGeom>
          <a:solidFill>
            <a:srgbClr val="202426"/>
          </a:solidFill>
          <a:ln w="0">
            <a:noFill/>
          </a:ln>
        </p:spPr>
      </p:sp>
      <p:sp>
        <p:nvSpPr>
          <p:cNvPr id="2" name="Rectangle 1">
            <a:extLst>
              <a:ext uri="{FF2B5EF4-FFF2-40B4-BE49-F238E27FC236}">
                <a16:creationId xmlns:a16="http://schemas.microsoft.com/office/drawing/2014/main" id="{5C0A5548-7D5C-4C28-AF76-07811E05CAAF}"/>
              </a:ext>
            </a:extLst>
          </p:cNvPr>
          <p:cNvSpPr>
            <a:spLocks noGrp="1"/>
          </p:cNvSpPr>
          <p:nvPr/>
        </p:nvSpPr>
        <p:spPr>
          <a:xfrm>
            <a:off x="9807476" y="2754213"/>
            <a:ext cx="7566124" cy="2638425"/>
          </a:xfrm>
          <a:prstGeom prst="rect">
            <a:avLst/>
          </a:prstGeom>
          <a:solidFill>
            <a:srgbClr val="202426"/>
          </a:solidFill>
          <a:ln w="0">
            <a:noFill/>
          </a:ln>
        </p:spPr>
      </p:sp>
      <p:sp>
        <p:nvSpPr>
          <p:cNvPr id="3" name="Rectangle 2">
            <a:extLst>
              <a:ext uri="{FF2B5EF4-FFF2-40B4-BE49-F238E27FC236}">
                <a16:creationId xmlns:a16="http://schemas.microsoft.com/office/drawing/2014/main" id="{D2F7DA0F-EE1F-4D20-BCBE-421CCD23B53E}"/>
              </a:ext>
            </a:extLst>
          </p:cNvPr>
          <p:cNvSpPr>
            <a:spLocks noGrp="1"/>
          </p:cNvSpPr>
          <p:nvPr/>
        </p:nvSpPr>
        <p:spPr>
          <a:xfrm>
            <a:off x="9807476" y="8115598"/>
            <a:ext cx="7566124" cy="1218902"/>
          </a:xfrm>
          <a:prstGeom prst="rect">
            <a:avLst/>
          </a:prstGeom>
          <a:solidFill>
            <a:srgbClr val="F3F4F4"/>
          </a:solidFill>
          <a:ln w="0">
            <a:noFill/>
          </a:ln>
        </p:spPr>
      </p:sp>
      <p:sp>
        <p:nvSpPr>
          <p:cNvPr id="4" name="Rectangle 3">
            <a:extLst>
              <a:ext uri="{FF2B5EF4-FFF2-40B4-BE49-F238E27FC236}">
                <a16:creationId xmlns:a16="http://schemas.microsoft.com/office/drawing/2014/main" id="{405E47F5-FA7F-497F-A85F-5188C17539BA}"/>
              </a:ext>
            </a:extLst>
          </p:cNvPr>
          <p:cNvSpPr>
            <a:spLocks noGrp="1"/>
          </p:cNvSpPr>
          <p:nvPr/>
        </p:nvSpPr>
        <p:spPr>
          <a:xfrm>
            <a:off x="9807476" y="8115598"/>
            <a:ext cx="57150" cy="1218902"/>
          </a:xfrm>
          <a:prstGeom prst="rect">
            <a:avLst/>
          </a:prstGeom>
          <a:solidFill>
            <a:srgbClr val="E64519"/>
          </a:solidFill>
          <a:ln w="0">
            <a:noFill/>
          </a:ln>
        </p:spPr>
      </p:sp>
      <p:sp>
        <p:nvSpPr>
          <p:cNvPr id="5" name="Rectangle 4">
            <a:extLst>
              <a:ext uri="{FF2B5EF4-FFF2-40B4-BE49-F238E27FC236}">
                <a16:creationId xmlns:a16="http://schemas.microsoft.com/office/drawing/2014/main" id="{6300FB64-EAAE-454E-A367-B92D4689B66F}"/>
              </a:ext>
            </a:extLst>
          </p:cNvPr>
          <p:cNvSpPr>
            <a:spLocks noGrp="1"/>
          </p:cNvSpPr>
          <p:nvPr/>
        </p:nvSpPr>
        <p:spPr>
          <a:xfrm>
            <a:off x="914400" y="9658350"/>
            <a:ext cx="16459200" cy="9525"/>
          </a:xfrm>
          <a:prstGeom prst="rect">
            <a:avLst/>
          </a:prstGeom>
          <a:solidFill>
            <a:srgbClr val="D9DEDF"/>
          </a:solidFill>
          <a:ln w="0">
            <a:noFill/>
          </a:ln>
        </p:spPr>
      </p:sp>
      <p:sp>
        <p:nvSpPr>
          <p:cNvPr id="6" name="section-label">
            <a:extLst>
              <a:ext uri="{FF2B5EF4-FFF2-40B4-BE49-F238E27FC236}">
                <a16:creationId xmlns:a16="http://schemas.microsoft.com/office/drawing/2014/main" id="{72091355-7077-49EF-ADC1-8988B6CB4F1B}"/>
              </a:ext>
            </a:extLst>
          </p:cNvPr>
          <p:cNvSpPr>
            <a:spLocks noGrp="1"/>
          </p:cNvSpPr>
          <p:nvPr/>
        </p:nvSpPr>
        <p:spPr>
          <a:xfrm>
            <a:off x="914400" y="738188"/>
            <a:ext cx="5353645"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COFFEE MACHINE · CLASSROOM MODEL</a:t>
            </a:r>
          </a:p>
        </p:txBody>
      </p:sp>
      <p:sp>
        <p:nvSpPr>
          <p:cNvPr id="7" name="H2">
            <a:extLst>
              <a:ext uri="{FF2B5EF4-FFF2-40B4-BE49-F238E27FC236}">
                <a16:creationId xmlns:a16="http://schemas.microsoft.com/office/drawing/2014/main" id="{D4868B74-68B1-499A-BE59-4CB75DDD602F}"/>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Calculate the next Stock, then save the result.</a:t>
            </a:r>
          </a:p>
        </p:txBody>
      </p:sp>
      <p:sp>
        <p:nvSpPr>
          <p:cNvPr id="8" name="caption">
            <a:extLst>
              <a:ext uri="{FF2B5EF4-FFF2-40B4-BE49-F238E27FC236}">
                <a16:creationId xmlns:a16="http://schemas.microsoft.com/office/drawing/2014/main" id="{E98C8A42-1813-4FEE-AA10-66E182D8259F}"/>
              </a:ext>
            </a:extLst>
          </p:cNvPr>
          <p:cNvSpPr>
            <a:spLocks noGrp="1"/>
          </p:cNvSpPr>
          <p:nvPr/>
        </p:nvSpPr>
        <p:spPr>
          <a:xfrm>
            <a:off x="914400" y="2334667"/>
            <a:ext cx="8473976"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Returned record · same Stock type</a:t>
            </a:r>
          </a:p>
        </p:txBody>
      </p:sp>
      <p:sp>
        <p:nvSpPr>
          <p:cNvPr id="9" name="PRE">
            <a:extLst>
              <a:ext uri="{FF2B5EF4-FFF2-40B4-BE49-F238E27FC236}">
                <a16:creationId xmlns:a16="http://schemas.microsoft.com/office/drawing/2014/main" id="{3E3972A2-6156-44AC-8A04-7B439C52366F}"/>
              </a:ext>
            </a:extLst>
          </p:cNvPr>
          <p:cNvSpPr>
            <a:spLocks noGrp="1"/>
          </p:cNvSpPr>
          <p:nvPr/>
        </p:nvSpPr>
        <p:spPr>
          <a:xfrm>
            <a:off x="1200150" y="3001863"/>
            <a:ext cx="7902476" cy="4343400"/>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Stock stock_after_coffee(</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 stock, Recipe recipe)</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if (can_make_coffee(stock, recipe))</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stock.water_ml -= recipe.water_ml;</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stock.milk_ml -= recipe.milk_ml;</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stock.beans_g -= recipe.beans_g;</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stock.paper_cups -= recipe.paper_cups;</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return stock;</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a:t>
            </a:r>
          </a:p>
        </p:txBody>
      </p:sp>
      <p:sp>
        <p:nvSpPr>
          <p:cNvPr id="10" name="caption">
            <a:extLst>
              <a:ext uri="{FF2B5EF4-FFF2-40B4-BE49-F238E27FC236}">
                <a16:creationId xmlns:a16="http://schemas.microsoft.com/office/drawing/2014/main" id="{54904EB2-A868-487B-A1E9-7B107AFBB6FC}"/>
              </a:ext>
            </a:extLst>
          </p:cNvPr>
          <p:cNvSpPr>
            <a:spLocks noGrp="1"/>
          </p:cNvSpPr>
          <p:nvPr/>
        </p:nvSpPr>
        <p:spPr>
          <a:xfrm>
            <a:off x="9807476" y="2334667"/>
            <a:ext cx="7566124" cy="352871"/>
          </a:xfrm>
          <a:prstGeom prst="rect">
            <a:avLst/>
          </a:prstGeom>
          <a:noFill/>
          <a:ln w="0">
            <a:noFill/>
          </a:ln>
        </p:spPr>
        <p:txBody>
          <a:bodyPr wrap="square" lIns="0" tIns="0" rIns="0" bIns="0" anchor="t">
            <a:noAutofit/>
          </a:bodyPr>
          <a:lstStyle>
            <a:defPPr algn="l">
              <a:defRPr sz="1725" b="0">
                <a:solidFill>
                  <a:srgbClr val="596167"/>
                </a:solidFill>
                <a:latin typeface="Arial"/>
                <a:ea typeface="Arial"/>
                <a:cs typeface="Arial"/>
              </a:defRPr>
            </a:defPPr>
            <a:lvl1pPr algn="l">
              <a:defRPr sz="1725" b="0">
                <a:solidFill>
                  <a:srgbClr val="596167"/>
                </a:solidFill>
                <a:latin typeface="Arial"/>
                <a:ea typeface="Arial"/>
                <a:cs typeface="Arial"/>
              </a:defRPr>
            </a:lvl1pPr>
            <a:lvl2pPr algn="l">
              <a:defRPr sz="1725" b="0">
                <a:solidFill>
                  <a:srgbClr val="596167"/>
                </a:solidFill>
                <a:latin typeface="Arial"/>
                <a:ea typeface="Arial"/>
                <a:cs typeface="Arial"/>
              </a:defRPr>
            </a:lvl2pPr>
            <a:lvl3pPr algn="l">
              <a:defRPr sz="1725" b="0">
                <a:solidFill>
                  <a:srgbClr val="596167"/>
                </a:solidFill>
                <a:latin typeface="Arial"/>
                <a:ea typeface="Arial"/>
                <a:cs typeface="Arial"/>
              </a:defRPr>
            </a:lvl3pPr>
            <a:lvl4pPr algn="l">
              <a:defRPr sz="1725" b="0">
                <a:solidFill>
                  <a:srgbClr val="596167"/>
                </a:solidFill>
                <a:latin typeface="Arial"/>
                <a:ea typeface="Arial"/>
                <a:cs typeface="Arial"/>
              </a:defRPr>
            </a:lvl4pPr>
            <a:lvl5pPr algn="l">
              <a:defRPr sz="1725" b="0">
                <a:solidFill>
                  <a:srgbClr val="596167"/>
                </a:solidFill>
                <a:latin typeface="Arial"/>
                <a:ea typeface="Arial"/>
                <a:cs typeface="Arial"/>
              </a:defRPr>
            </a:lvl5pPr>
            <a:lvl6pPr algn="l">
              <a:defRPr sz="1725" b="0">
                <a:solidFill>
                  <a:srgbClr val="596167"/>
                </a:solidFill>
                <a:latin typeface="Arial"/>
                <a:ea typeface="Arial"/>
                <a:cs typeface="Arial"/>
              </a:defRPr>
            </a:lvl6pPr>
            <a:lvl7pPr algn="l">
              <a:defRPr sz="1725" b="0">
                <a:solidFill>
                  <a:srgbClr val="596167"/>
                </a:solidFill>
                <a:latin typeface="Arial"/>
                <a:ea typeface="Arial"/>
                <a:cs typeface="Arial"/>
              </a:defRPr>
            </a:lvl7pPr>
            <a:lvl8pPr algn="l">
              <a:defRPr sz="1725" b="0">
                <a:solidFill>
                  <a:srgbClr val="596167"/>
                </a:solidFill>
                <a:latin typeface="Arial"/>
                <a:ea typeface="Arial"/>
                <a:cs typeface="Arial"/>
              </a:defRPr>
            </a:lvl8pPr>
            <a:lvl9pPr algn="l">
              <a:defRPr sz="1725" b="0">
                <a:solidFill>
                  <a:srgbClr val="596167"/>
                </a:solidFill>
                <a:latin typeface="Arial"/>
                <a:ea typeface="Arial"/>
                <a:cs typeface="Arial"/>
              </a:defRPr>
            </a:lvl9pPr>
          </a:lstStyle>
          <a:p>
            <a:pPr algn="l">
              <a:lnSpc>
                <a:spcPct val="112500"/>
              </a:lnSpc>
              <a:buNone/>
              <a:defRPr sz="1725" b="0">
                <a:solidFill>
                  <a:srgbClr val="596167"/>
                </a:solidFill>
                <a:latin typeface="Arial"/>
                <a:ea typeface="Arial"/>
                <a:cs typeface="Arial"/>
              </a:defRPr>
            </a:pPr>
            <a:r>
              <a:rPr sz="1725" b="0">
                <a:solidFill>
                  <a:srgbClr val="596167"/>
                </a:solidFill>
                <a:latin typeface="Arial"/>
                <a:ea typeface="Arial"/>
                <a:cs typeface="Arial"/>
              </a:rPr>
              <a:t>Compare these two calls</a:t>
            </a:r>
          </a:p>
        </p:txBody>
      </p:sp>
      <p:sp>
        <p:nvSpPr>
          <p:cNvPr id="11" name="PRE">
            <a:extLst>
              <a:ext uri="{FF2B5EF4-FFF2-40B4-BE49-F238E27FC236}">
                <a16:creationId xmlns:a16="http://schemas.microsoft.com/office/drawing/2014/main" id="{BEA31B5A-42E8-4338-9558-96C36034EBDB}"/>
              </a:ext>
            </a:extLst>
          </p:cNvPr>
          <p:cNvSpPr>
            <a:spLocks noGrp="1"/>
          </p:cNvSpPr>
          <p:nvPr/>
        </p:nvSpPr>
        <p:spPr>
          <a:xfrm>
            <a:off x="10093226" y="3001863"/>
            <a:ext cx="6994624" cy="2200275"/>
          </a:xfrm>
          <a:prstGeom prst="rect">
            <a:avLst/>
          </a:prstGeom>
          <a:noFill/>
          <a:ln w="0">
            <a:noFill/>
          </a:ln>
        </p:spPr>
        <p:txBody>
          <a:bodyPr wrap="square" lIns="0" tIns="0" rIns="0" bIns="0" anchor="t">
            <a:noAutofit/>
          </a:bodyPr>
          <a:lstStyle>
            <a:defPPr algn="l">
              <a:defRPr sz="2250" b="0">
                <a:solidFill>
                  <a:srgbClr val="FFFFFF"/>
                </a:solidFill>
                <a:latin typeface="Courier New"/>
                <a:ea typeface="Courier New"/>
                <a:cs typeface="Courier New"/>
              </a:defRPr>
            </a:defPPr>
            <a:lvl1pPr algn="l">
              <a:defRPr sz="2250" b="0">
                <a:solidFill>
                  <a:srgbClr val="FFFFFF"/>
                </a:solidFill>
                <a:latin typeface="Courier New"/>
                <a:ea typeface="Courier New"/>
                <a:cs typeface="Courier New"/>
              </a:defRPr>
            </a:lvl1pPr>
            <a:lvl2pPr algn="l">
              <a:defRPr sz="2250" b="0">
                <a:solidFill>
                  <a:srgbClr val="FFFFFF"/>
                </a:solidFill>
                <a:latin typeface="Courier New"/>
                <a:ea typeface="Courier New"/>
                <a:cs typeface="Courier New"/>
              </a:defRPr>
            </a:lvl2pPr>
            <a:lvl3pPr algn="l">
              <a:defRPr sz="2250" b="0">
                <a:solidFill>
                  <a:srgbClr val="FFFFFF"/>
                </a:solidFill>
                <a:latin typeface="Courier New"/>
                <a:ea typeface="Courier New"/>
                <a:cs typeface="Courier New"/>
              </a:defRPr>
            </a:lvl3pPr>
            <a:lvl4pPr algn="l">
              <a:defRPr sz="2250" b="0">
                <a:solidFill>
                  <a:srgbClr val="FFFFFF"/>
                </a:solidFill>
                <a:latin typeface="Courier New"/>
                <a:ea typeface="Courier New"/>
                <a:cs typeface="Courier New"/>
              </a:defRPr>
            </a:lvl4pPr>
            <a:lvl5pPr algn="l">
              <a:defRPr sz="2250" b="0">
                <a:solidFill>
                  <a:srgbClr val="FFFFFF"/>
                </a:solidFill>
                <a:latin typeface="Courier New"/>
                <a:ea typeface="Courier New"/>
                <a:cs typeface="Courier New"/>
              </a:defRPr>
            </a:lvl5pPr>
            <a:lvl6pPr algn="l">
              <a:defRPr sz="2250" b="0">
                <a:solidFill>
                  <a:srgbClr val="FFFFFF"/>
                </a:solidFill>
                <a:latin typeface="Courier New"/>
                <a:ea typeface="Courier New"/>
                <a:cs typeface="Courier New"/>
              </a:defRPr>
            </a:lvl6pPr>
            <a:lvl7pPr algn="l">
              <a:defRPr sz="2250" b="0">
                <a:solidFill>
                  <a:srgbClr val="FFFFFF"/>
                </a:solidFill>
                <a:latin typeface="Courier New"/>
                <a:ea typeface="Courier New"/>
                <a:cs typeface="Courier New"/>
              </a:defRPr>
            </a:lvl7pPr>
            <a:lvl8pPr algn="l">
              <a:defRPr sz="2250" b="0">
                <a:solidFill>
                  <a:srgbClr val="FFFFFF"/>
                </a:solidFill>
                <a:latin typeface="Courier New"/>
                <a:ea typeface="Courier New"/>
                <a:cs typeface="Courier New"/>
              </a:defRPr>
            </a:lvl8pPr>
            <a:lvl9pPr algn="l">
              <a:defRPr sz="2250" b="0">
                <a:solidFill>
                  <a:srgbClr val="FFFFFF"/>
                </a:solidFill>
                <a:latin typeface="Courier New"/>
                <a:ea typeface="Courier New"/>
                <a:cs typeface="Courier New"/>
              </a:defRPr>
            </a:lvl9pPr>
          </a:lstStyle>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stock_after_coffee(stock, latte);</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stock is still unchanged</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stock =</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xml:space="preserve">    stock_after_coffee(stock, latte);</a:t>
            </a:r>
          </a:p>
          <a:p>
            <a:pPr algn="l">
              <a:lnSpc>
                <a:spcPct val="104167"/>
              </a:lnSpc>
              <a:buNone/>
              <a:defRPr sz="2250" b="0">
                <a:solidFill>
                  <a:srgbClr val="FFFFFF"/>
                </a:solidFill>
                <a:latin typeface="Courier New"/>
                <a:ea typeface="Courier New"/>
                <a:cs typeface="Courier New"/>
              </a:defRPr>
            </a:pPr>
            <a:r>
              <a:rPr sz="2250" b="0">
                <a:solidFill>
                  <a:srgbClr val="FFFFFF"/>
                </a:solidFill>
                <a:latin typeface="Courier New"/>
                <a:ea typeface="Courier New"/>
                <a:cs typeface="Courier New"/>
              </a:rPr>
              <a:t>// stock now keeps the returned record</a:t>
            </a:r>
          </a:p>
        </p:txBody>
      </p:sp>
      <p:sp>
        <p:nvSpPr>
          <p:cNvPr id="12" name="P">
            <a:extLst>
              <a:ext uri="{FF2B5EF4-FFF2-40B4-BE49-F238E27FC236}">
                <a16:creationId xmlns:a16="http://schemas.microsoft.com/office/drawing/2014/main" id="{81D5BEFE-1F0F-465A-AB69-9935357B6DF1}"/>
              </a:ext>
            </a:extLst>
          </p:cNvPr>
          <p:cNvSpPr>
            <a:spLocks noGrp="1"/>
          </p:cNvSpPr>
          <p:nvPr/>
        </p:nvSpPr>
        <p:spPr>
          <a:xfrm>
            <a:off x="10093226" y="8287048"/>
            <a:ext cx="7051774" cy="933152"/>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a:t>
            </a:r>
            <a:r>
              <a:rPr sz="2475" b="0">
                <a:solidFill>
                  <a:srgbClr val="202426"/>
                </a:solidFill>
                <a:latin typeface="Arial"/>
                <a:ea typeface="Arial"/>
                <a:cs typeface="Arial"/>
              </a:rPr>
              <a:t>: subtract, then save the result.</a:t>
            </a:r>
          </a:p>
          <a:p>
            <a:pPr algn="l">
              <a:lnSpc>
                <a:spcPct val="112500"/>
              </a:lnSpc>
              <a:buNone/>
              <a:defRPr sz="2475" b="0">
                <a:solidFill>
                  <a:srgbClr val="202426"/>
                </a:solidFill>
                <a:latin typeface="Arial"/>
                <a:ea typeface="Arial"/>
                <a:cs typeface="Arial"/>
              </a:defRPr>
            </a:pPr>
            <a:r>
              <a:rPr sz="2475" b="0">
                <a:solidFill>
                  <a:srgbClr val="202426"/>
                </a:solidFill>
                <a:latin typeface="Courier New"/>
                <a:ea typeface="Courier New"/>
                <a:cs typeface="Courier New"/>
              </a:rPr>
              <a:t>return stock;</a:t>
            </a:r>
            <a:r>
              <a:rPr sz="2475" b="0">
                <a:solidFill>
                  <a:srgbClr val="202426"/>
                </a:solidFill>
                <a:latin typeface="Arial"/>
                <a:ea typeface="Arial"/>
                <a:cs typeface="Arial"/>
              </a:rPr>
              <a:t>: send back the updated copy.</a:t>
            </a:r>
          </a:p>
        </p:txBody>
      </p:sp>
      <p:sp>
        <p:nvSpPr>
          <p:cNvPr id="14" name="page-number">
            <a:extLst>
              <a:ext uri="{FF2B5EF4-FFF2-40B4-BE49-F238E27FC236}">
                <a16:creationId xmlns:a16="http://schemas.microsoft.com/office/drawing/2014/main" id="{C7E0A302-D878-404B-8438-93B0A205295A}"/>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14</a:t>
            </a:r>
          </a:p>
        </p:txBody>
      </p:sp>
      <p:graphicFrame>
        <p:nvGraphicFramePr>
          <p:cNvPr id="15" name="Table 14">
            <a:extLst>
              <a:ext uri="{FF2B5EF4-FFF2-40B4-BE49-F238E27FC236}">
                <a16:creationId xmlns:a16="http://schemas.microsoft.com/office/drawing/2014/main" id="{4CFED8C4-D0B6-4F94-BCAE-96A1D05E681A}"/>
              </a:ext>
            </a:extLst>
          </p:cNvPr>
          <p:cNvGraphicFramePr/>
          <p:nvPr/>
        </p:nvGraphicFramePr>
        <p:xfrm>
          <a:off x="9807476" y="5736134"/>
          <a:ext cx="7566124" cy="2026443"/>
        </p:xfrm>
        <a:graphic>
          <a:graphicData uri="http://schemas.openxmlformats.org/drawingml/2006/table">
            <a:tbl>
              <a:tblPr/>
              <a:tblGrid>
                <a:gridCol w="3124646">
                  <a:extLst>
                    <a:ext uri="{9D8B030D-6E8A-4147-A177-3AD203B41FA5}">
                      <a16:colId xmlns:a16="http://schemas.microsoft.com/office/drawing/2014/main" val="20000"/>
                    </a:ext>
                  </a:extLst>
                </a:gridCol>
                <a:gridCol w="4441478">
                  <a:extLst>
                    <a:ext uri="{9D8B030D-6E8A-4147-A177-3AD203B41FA5}">
                      <a16:colId xmlns:a16="http://schemas.microsoft.com/office/drawing/2014/main" val="20001"/>
                    </a:ext>
                  </a:extLst>
                </a:gridCol>
              </a:tblGrid>
              <a:tr h="669131">
                <a:tc>
                  <a:txBody>
                    <a:bodyPr/>
                    <a:lstStyle/>
                    <a:p>
                      <a:pPr>
                        <a:lnSpc>
                          <a:spcPct val="104167"/>
                        </a:lnSpc>
                        <a:buNone/>
                      </a:pPr>
                      <a:r>
                        <a:rPr sz="2250" b="1">
                          <a:solidFill>
                            <a:srgbClr val="202426"/>
                          </a:solidFill>
                          <a:latin typeface="Arial"/>
                          <a:ea typeface="Arial"/>
                          <a:cs typeface="Arial"/>
                        </a:rPr>
                        <a:t>Caller’s stock</a:t>
                      </a:r>
                    </a:p>
                  </a:txBody>
                  <a:tcPr marL="171450" marR="171450" marT="133350" marB="1333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4167"/>
                        </a:lnSpc>
                        <a:buNone/>
                      </a:pPr>
                      <a:r>
                        <a:rPr sz="2250" b="1">
                          <a:solidFill>
                            <a:srgbClr val="202426"/>
                          </a:solidFill>
                          <a:latin typeface="Arial"/>
                          <a:ea typeface="Arial"/>
                          <a:cs typeface="Arial"/>
                        </a:rPr>
                        <a:t>Water / milk / beans / cups</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extLst>
                  <a:ext uri="{0D108BD9-81ED-4DB2-BD59-A6C34878D82A}">
                    <a16:rowId xmlns:a16="http://schemas.microsoft.com/office/drawing/2014/main" val="10000"/>
                  </a:ext>
                </a:extLst>
              </a:tr>
              <a:tr h="678656">
                <a:tc>
                  <a:txBody>
                    <a:bodyPr/>
                    <a:lstStyle/>
                    <a:p>
                      <a:pPr>
                        <a:lnSpc>
                          <a:spcPct val="104167"/>
                        </a:lnSpc>
                        <a:buNone/>
                      </a:pPr>
                      <a:r>
                        <a:rPr sz="2250" b="1">
                          <a:solidFill>
                            <a:srgbClr val="202426"/>
                          </a:solidFill>
                          <a:latin typeface="Arial"/>
                          <a:ea typeface="Arial"/>
                          <a:cs typeface="Arial"/>
                        </a:rPr>
                        <a:t>Before</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250" b="0">
                          <a:solidFill>
                            <a:srgbClr val="202426"/>
                          </a:solidFill>
                          <a:latin typeface="Arial"/>
                          <a:ea typeface="Arial"/>
                          <a:cs typeface="Arial"/>
                        </a:rPr>
                        <a:t>500 / 200 / 40 / 3</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1"/>
                  </a:ext>
                </a:extLst>
              </a:tr>
              <a:tr h="678656">
                <a:tc>
                  <a:txBody>
                    <a:bodyPr/>
                    <a:lstStyle/>
                    <a:p>
                      <a:pPr>
                        <a:lnSpc>
                          <a:spcPct val="104167"/>
                        </a:lnSpc>
                        <a:buNone/>
                      </a:pPr>
                      <a:r>
                        <a:rPr sz="2250" b="1">
                          <a:solidFill>
                            <a:srgbClr val="202426"/>
                          </a:solidFill>
                          <a:latin typeface="Arial"/>
                          <a:ea typeface="Arial"/>
                          <a:cs typeface="Arial"/>
                        </a:rPr>
                        <a:t>After saved result</a:t>
                      </a:r>
                    </a:p>
                  </a:txBody>
                  <a:tcPr marL="171450" marR="171450" marT="133350" marB="1333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4167"/>
                        </a:lnSpc>
                        <a:buNone/>
                      </a:pPr>
                      <a:r>
                        <a:rPr sz="2250" b="0">
                          <a:solidFill>
                            <a:srgbClr val="202426"/>
                          </a:solidFill>
                          <a:latin typeface="Arial"/>
                          <a:ea typeface="Arial"/>
                          <a:cs typeface="Arial"/>
                        </a:rPr>
                        <a:t>400 / 150 / 30 / 2</a:t>
                      </a:r>
                    </a:p>
                  </a:txBody>
                  <a:tcPr marL="171450" marR="171450" marT="133350" marB="1333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extLst>
                  <a:ext uri="{0D108BD9-81ED-4DB2-BD59-A6C34878D82A}">
                    <a16:rowId xmlns:a16="http://schemas.microsoft.com/office/drawing/2014/main" val="10002"/>
                  </a:ext>
                </a:extLst>
              </a:tr>
            </a:tbl>
          </a:graphicData>
        </a:graphic>
      </p:graphicFrame>
      <p:pic>
        <p:nvPicPr>
          <p:cNvPr id="16" name="Picture 15">
            <a:extLst>
              <a:ext uri="{FF2B5EF4-FFF2-40B4-BE49-F238E27FC236}">
                <a16:creationId xmlns:a16="http://schemas.microsoft.com/office/drawing/2014/main" id="{D0099DF6-22D0-4176-B90C-919103027996}"/>
              </a:ext>
            </a:extLst>
          </p:cNvPr>
          <p:cNvPicPr>
            <a:picLocks noChangeAspect="1"/>
          </p:cNvPicPr>
          <p:nvPr/>
        </p:nvPicPr>
        <p:blipFill>
          <a:blip r:embed="rId5"/>
          <a:stretch/>
        </p:blipFill>
        <p:spPr>
          <a:xfrm>
            <a:off x="16592589" y="611386"/>
            <a:ext cx="780972" cy="510778"/>
          </a:xfrm>
          <a:prstGeom prst="rect">
            <a:avLst/>
          </a:prstGeom>
        </p:spPr>
      </p:pic>
    </p:spTree>
    <p:extLst>
      <p:ext uri="{BB962C8B-B14F-4D97-AF65-F5344CB8AC3E}">
        <p14:creationId xmlns:p14="http://schemas.microsoft.com/office/powerpoint/2010/main" val="11935597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C50058-AC56-415E-934D-21462711DC2A}"/>
              </a:ext>
            </a:extLst>
          </p:cNvPr>
          <p:cNvSpPr>
            <a:spLocks noGrp="1"/>
          </p:cNvSpPr>
          <p:nvPr/>
        </p:nvSpPr>
        <p:spPr>
          <a:xfrm>
            <a:off x="914400" y="9658350"/>
            <a:ext cx="16459200" cy="9525"/>
          </a:xfrm>
          <a:prstGeom prst="rect">
            <a:avLst/>
          </a:prstGeom>
          <a:solidFill>
            <a:srgbClr val="D9DEDF"/>
          </a:solidFill>
          <a:ln w="0">
            <a:noFill/>
          </a:ln>
        </p:spPr>
      </p:sp>
      <p:sp>
        <p:nvSpPr>
          <p:cNvPr id="5" name="section-label">
            <a:extLst>
              <a:ext uri="{FF2B5EF4-FFF2-40B4-BE49-F238E27FC236}">
                <a16:creationId xmlns:a16="http://schemas.microsoft.com/office/drawing/2014/main" id="{1181691B-20F4-401B-B6A4-E28525931E4F}"/>
              </a:ext>
            </a:extLst>
          </p:cNvPr>
          <p:cNvSpPr>
            <a:spLocks noGrp="1"/>
          </p:cNvSpPr>
          <p:nvPr/>
        </p:nvSpPr>
        <p:spPr>
          <a:xfrm>
            <a:off x="914400" y="738188"/>
            <a:ext cx="5353645"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COFFEE MACHINE · CLASSROOM MODEL</a:t>
            </a:r>
          </a:p>
        </p:txBody>
      </p:sp>
      <p:sp>
        <p:nvSpPr>
          <p:cNvPr id="6" name="H2">
            <a:extLst>
              <a:ext uri="{FF2B5EF4-FFF2-40B4-BE49-F238E27FC236}">
                <a16:creationId xmlns:a16="http://schemas.microsoft.com/office/drawing/2014/main" id="{1A73DA35-9293-4DD2-8DC1-0CEF0233FBE1}"/>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Reuse the same helpers before and after an order.</a:t>
            </a:r>
          </a:p>
        </p:txBody>
      </p:sp>
      <p:sp>
        <p:nvSpPr>
          <p:cNvPr id="11" name="page-number">
            <a:extLst>
              <a:ext uri="{FF2B5EF4-FFF2-40B4-BE49-F238E27FC236}">
                <a16:creationId xmlns:a16="http://schemas.microsoft.com/office/drawing/2014/main" id="{E9997776-F1A8-4BBB-B231-03B738A90B06}"/>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15</a:t>
            </a:r>
          </a:p>
        </p:txBody>
      </p:sp>
      <p:pic>
        <p:nvPicPr>
          <p:cNvPr id="13" name="Picture 12">
            <a:extLst>
              <a:ext uri="{FF2B5EF4-FFF2-40B4-BE49-F238E27FC236}">
                <a16:creationId xmlns:a16="http://schemas.microsoft.com/office/drawing/2014/main" id="{B3FCA49C-9EF3-4A18-B1C8-6A1E7651B637}"/>
              </a:ext>
            </a:extLst>
          </p:cNvPr>
          <p:cNvPicPr>
            <a:picLocks noChangeAspect="1"/>
          </p:cNvPicPr>
          <p:nvPr/>
        </p:nvPicPr>
        <p:blipFill>
          <a:blip r:embed="rId5"/>
          <a:stretch/>
        </p:blipFill>
        <p:spPr>
          <a:xfrm>
            <a:off x="16592589" y="611386"/>
            <a:ext cx="780972" cy="510778"/>
          </a:xfrm>
          <a:prstGeom prst="rect">
            <a:avLst/>
          </a:prstGeom>
        </p:spPr>
      </p:pic>
      <p:sp>
        <p:nvSpPr>
          <p:cNvPr id="100" name="Code background"/>
          <p:cNvSpPr>
            <a:spLocks noGrp="1"/>
          </p:cNvSpPr>
          <p:nvPr/>
        </p:nvSpPr>
        <p:spPr>
          <a:xfrm>
            <a:off x="914400" y="2762250"/>
            <a:ext cx="8477250" cy="3905250"/>
          </a:xfrm>
          <a:prstGeom prst="rect">
            <a:avLst/>
          </a:prstGeom>
          <a:solidFill>
            <a:srgbClr val="202426"/>
          </a:solidFill>
          <a:ln w="0">
            <a:noFill/>
          </a:ln>
        </p:spPr>
      </p:sp>
      <p:sp>
        <p:nvSpPr>
          <p:cNvPr id="101" name="Order caption"/>
          <p:cNvSpPr>
            <a:spLocks noGrp="1"/>
          </p:cNvSpPr>
          <p:nvPr/>
        </p:nvSpPr>
        <p:spPr>
          <a:xfrm>
            <a:off x="914400" y="2333625"/>
            <a:ext cx="8477250" cy="381000"/>
          </a:xfrm>
          <a:prstGeom prst="rect">
            <a:avLst/>
          </a:prstGeom>
          <a:noFill/>
          <a:ln w="0">
            <a:noFill/>
          </a:ln>
        </p:spPr>
        <p:txBody>
          <a:bodyPr wrap="square" lIns="0" tIns="0" rIns="0" bIns="0" anchor="t">
            <a:noAutofit/>
          </a:bodyPr>
          <a:lstStyle>
            <a:defPPr algn="l">
              <a:defRPr sz="1800" b="0" u="none">
                <a:solidFill>
                  <a:srgbClr val="202426"/>
                </a:solidFill>
                <a:latin typeface="Arial"/>
                <a:ea typeface="Arial"/>
                <a:cs typeface="Arial"/>
              </a:defRPr>
            </a:defPPr>
            <a:lvl1pPr algn="l">
              <a:defRPr sz="1800" b="0" u="none">
                <a:solidFill>
                  <a:srgbClr val="202426"/>
                </a:solidFill>
                <a:latin typeface="Arial"/>
                <a:ea typeface="Arial"/>
                <a:cs typeface="Arial"/>
              </a:defRPr>
            </a:lvl1pPr>
            <a:lvl2pPr algn="l">
              <a:defRPr sz="1800" b="0" u="none">
                <a:solidFill>
                  <a:srgbClr val="202426"/>
                </a:solidFill>
                <a:latin typeface="Arial"/>
                <a:ea typeface="Arial"/>
                <a:cs typeface="Arial"/>
              </a:defRPr>
            </a:lvl2pPr>
            <a:lvl3pPr algn="l">
              <a:defRPr sz="1800" b="0" u="none">
                <a:solidFill>
                  <a:srgbClr val="202426"/>
                </a:solidFill>
                <a:latin typeface="Arial"/>
                <a:ea typeface="Arial"/>
                <a:cs typeface="Arial"/>
              </a:defRPr>
            </a:lvl3pPr>
            <a:lvl4pPr algn="l">
              <a:defRPr sz="1800" b="0" u="none">
                <a:solidFill>
                  <a:srgbClr val="202426"/>
                </a:solidFill>
                <a:latin typeface="Arial"/>
                <a:ea typeface="Arial"/>
                <a:cs typeface="Arial"/>
              </a:defRPr>
            </a:lvl4pPr>
            <a:lvl5pPr algn="l">
              <a:defRPr sz="1800" b="0" u="none">
                <a:solidFill>
                  <a:srgbClr val="202426"/>
                </a:solidFill>
                <a:latin typeface="Arial"/>
                <a:ea typeface="Arial"/>
                <a:cs typeface="Arial"/>
              </a:defRPr>
            </a:lvl5pPr>
            <a:lvl6pPr algn="l">
              <a:defRPr sz="1800" b="0" u="none">
                <a:solidFill>
                  <a:srgbClr val="202426"/>
                </a:solidFill>
                <a:latin typeface="Arial"/>
                <a:ea typeface="Arial"/>
                <a:cs typeface="Arial"/>
              </a:defRPr>
            </a:lvl6pPr>
            <a:lvl7pPr algn="l">
              <a:defRPr sz="1800" b="0" u="none">
                <a:solidFill>
                  <a:srgbClr val="202426"/>
                </a:solidFill>
                <a:latin typeface="Arial"/>
                <a:ea typeface="Arial"/>
                <a:cs typeface="Arial"/>
              </a:defRPr>
            </a:lvl7pPr>
            <a:lvl8pPr algn="l">
              <a:defRPr sz="1800" b="0" u="none">
                <a:solidFill>
                  <a:srgbClr val="202426"/>
                </a:solidFill>
                <a:latin typeface="Arial"/>
                <a:ea typeface="Arial"/>
                <a:cs typeface="Arial"/>
              </a:defRPr>
            </a:lvl8pPr>
            <a:lvl9pPr algn="l">
              <a:defRPr sz="1800" b="0" u="none">
                <a:solidFill>
                  <a:srgbClr val="202426"/>
                </a:solidFill>
                <a:latin typeface="Arial"/>
                <a:ea typeface="Arial"/>
                <a:cs typeface="Arial"/>
              </a:defRPr>
            </a:lvl9pPr>
          </a:lstStyle>
          <a:p>
            <a:pPr algn="l">
              <a:lnSpc>
                <a:spcPct val="112500"/>
              </a:lnSpc>
              <a:buNone/>
              <a:defRPr sz="1800" b="0" u="none">
                <a:solidFill>
                  <a:srgbClr val="202426"/>
                </a:solidFill>
                <a:latin typeface="Arial"/>
                <a:ea typeface="Arial"/>
                <a:cs typeface="Arial"/>
              </a:defRPr>
            </a:pPr>
            <a:r>
              <a:rPr sz="1800" b="0" u="none">
                <a:solidFill>
                  <a:srgbClr val="202426"/>
                </a:solidFill>
                <a:latin typeface="Arial"/>
                <a:ea typeface="Arial"/>
                <a:cs typeface="Arial"/>
              </a:rPr>
              <a:t xml:space="preserve">Order code · cup starts empty</a:t>
            </a:r>
          </a:p>
        </p:txBody>
      </p:sp>
      <p:sp>
        <p:nvSpPr>
          <p:cNvPr id="102" name="PRE"/>
          <p:cNvSpPr>
            <a:spLocks noGrp="1"/>
          </p:cNvSpPr>
          <p:nvPr/>
        </p:nvSpPr>
        <p:spPr>
          <a:xfrm>
            <a:off x="1200150" y="2990850"/>
            <a:ext cx="7905750" cy="3524250"/>
          </a:xfrm>
          <a:prstGeom prst="rect">
            <a:avLst/>
          </a:prstGeom>
          <a:noFill/>
          <a:ln w="0">
            <a:noFill/>
          </a:ln>
        </p:spPr>
        <p:txBody>
          <a:bodyPr wrap="square" lIns="0" tIns="0" rIns="0" bIns="0" anchor="t">
            <a:noAutofit/>
          </a:bodyPr>
          <a:lstStyle>
            <a:defPPr algn="l">
              <a:defRPr sz="2250" b="0" u="none">
                <a:solidFill>
                  <a:srgbClr val="FFFFFF"/>
                </a:solidFill>
                <a:latin typeface="Courier New"/>
                <a:ea typeface="Courier New"/>
                <a:cs typeface="Courier New"/>
              </a:defRPr>
            </a:defPPr>
            <a:lvl1pPr algn="l">
              <a:defRPr sz="2250" b="0" u="none">
                <a:solidFill>
                  <a:srgbClr val="FFFFFF"/>
                </a:solidFill>
                <a:latin typeface="Courier New"/>
                <a:ea typeface="Courier New"/>
                <a:cs typeface="Courier New"/>
              </a:defRPr>
            </a:lvl1pPr>
            <a:lvl2pPr algn="l">
              <a:defRPr sz="2250" b="0" u="none">
                <a:solidFill>
                  <a:srgbClr val="FFFFFF"/>
                </a:solidFill>
                <a:latin typeface="Courier New"/>
                <a:ea typeface="Courier New"/>
                <a:cs typeface="Courier New"/>
              </a:defRPr>
            </a:lvl2pPr>
            <a:lvl3pPr algn="l">
              <a:defRPr sz="2250" b="0" u="none">
                <a:solidFill>
                  <a:srgbClr val="FFFFFF"/>
                </a:solidFill>
                <a:latin typeface="Courier New"/>
                <a:ea typeface="Courier New"/>
                <a:cs typeface="Courier New"/>
              </a:defRPr>
            </a:lvl3pPr>
            <a:lvl4pPr algn="l">
              <a:defRPr sz="2250" b="0" u="none">
                <a:solidFill>
                  <a:srgbClr val="FFFFFF"/>
                </a:solidFill>
                <a:latin typeface="Courier New"/>
                <a:ea typeface="Courier New"/>
                <a:cs typeface="Courier New"/>
              </a:defRPr>
            </a:lvl4pPr>
            <a:lvl5pPr algn="l">
              <a:defRPr sz="2250" b="0" u="none">
                <a:solidFill>
                  <a:srgbClr val="FFFFFF"/>
                </a:solidFill>
                <a:latin typeface="Courier New"/>
                <a:ea typeface="Courier New"/>
                <a:cs typeface="Courier New"/>
              </a:defRPr>
            </a:lvl5pPr>
            <a:lvl6pPr algn="l">
              <a:defRPr sz="2250" b="0" u="none">
                <a:solidFill>
                  <a:srgbClr val="FFFFFF"/>
                </a:solidFill>
                <a:latin typeface="Courier New"/>
                <a:ea typeface="Courier New"/>
                <a:cs typeface="Courier New"/>
              </a:defRPr>
            </a:lvl6pPr>
            <a:lvl7pPr algn="l">
              <a:defRPr sz="2250" b="0" u="none">
                <a:solidFill>
                  <a:srgbClr val="FFFFFF"/>
                </a:solidFill>
                <a:latin typeface="Courier New"/>
                <a:ea typeface="Courier New"/>
                <a:cs typeface="Courier New"/>
              </a:defRPr>
            </a:lvl7pPr>
            <a:lvl8pPr algn="l">
              <a:defRPr sz="2250" b="0" u="none">
                <a:solidFill>
                  <a:srgbClr val="FFFFFF"/>
                </a:solidFill>
                <a:latin typeface="Courier New"/>
                <a:ea typeface="Courier New"/>
                <a:cs typeface="Courier New"/>
              </a:defRPr>
            </a:lvl8pPr>
            <a:lvl9pPr algn="l">
              <a:defRPr sz="2250" b="0" u="none">
                <a:solidFill>
                  <a:srgbClr val="FFFFFF"/>
                </a:solidFill>
                <a:latin typeface="Courier New"/>
                <a:ea typeface="Courier New"/>
                <a:cs typeface="Courier New"/>
              </a:defRPr>
            </a:lvl9pPr>
          </a:lstStyle>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print_stock(stock);</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if (can_make_coffee(stock, latte))</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 =</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stock_after_coffee(stock, latte);</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    cup = create_cup(latte, false);</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print_stock(stock);</a:t>
            </a:r>
          </a:p>
          <a:p>
            <a:pPr algn="l">
              <a:lnSpc>
                <a:spcPct val="112500"/>
              </a:lnSpc>
              <a:buNone/>
              <a:defRPr sz="2250" b="0" u="none">
                <a:solidFill>
                  <a:srgbClr val="FFFFFF"/>
                </a:solidFill>
                <a:latin typeface="Courier New"/>
                <a:ea typeface="Courier New"/>
                <a:cs typeface="Courier New"/>
              </a:defRPr>
            </a:pPr>
            <a:r>
              <a:rPr sz="2250" b="0" u="none">
                <a:solidFill>
                  <a:srgbClr val="FFFFFF"/>
                </a:solidFill>
                <a:latin typeface="Courier New"/>
                <a:ea typeface="Courier New"/>
                <a:cs typeface="Courier New"/>
              </a:rPr>
              <a:t xml:space="preserve">print_cup(cup);</a:t>
            </a:r>
          </a:p>
        </p:txBody>
      </p:sp>
      <p:sp>
        <p:nvSpPr>
          <p:cNvPr id="103" name="Helper meanings"/>
          <p:cNvSpPr>
            <a:spLocks noGrp="1"/>
          </p:cNvSpPr>
          <p:nvPr/>
        </p:nvSpPr>
        <p:spPr>
          <a:xfrm>
            <a:off x="914400" y="7086600"/>
            <a:ext cx="8477250" cy="1466850"/>
          </a:xfrm>
          <a:prstGeom prst="rect">
            <a:avLst/>
          </a:prstGeom>
          <a:noFill/>
          <a:ln w="0">
            <a:noFill/>
          </a:ln>
        </p:spPr>
        <p:txBody>
          <a:bodyPr wrap="square" lIns="0" tIns="0" rIns="0" bIns="0" anchor="t">
            <a:noAutofit/>
          </a:bodyPr>
          <a:lstStyle>
            <a:defPPr algn="l">
              <a:defRPr sz="2475" b="0" u="none">
                <a:solidFill>
                  <a:srgbClr val="202426"/>
                </a:solidFill>
                <a:latin typeface="Arial"/>
                <a:ea typeface="Arial"/>
                <a:cs typeface="Arial"/>
              </a:defRPr>
            </a:defPPr>
            <a:lvl1pPr algn="l">
              <a:defRPr sz="2475" b="0" u="none">
                <a:solidFill>
                  <a:srgbClr val="202426"/>
                </a:solidFill>
                <a:latin typeface="Arial"/>
                <a:ea typeface="Arial"/>
                <a:cs typeface="Arial"/>
              </a:defRPr>
            </a:lvl1pPr>
            <a:lvl2pPr algn="l">
              <a:defRPr sz="2475" b="0" u="none">
                <a:solidFill>
                  <a:srgbClr val="202426"/>
                </a:solidFill>
                <a:latin typeface="Arial"/>
                <a:ea typeface="Arial"/>
                <a:cs typeface="Arial"/>
              </a:defRPr>
            </a:lvl2pPr>
            <a:lvl3pPr algn="l">
              <a:defRPr sz="2475" b="0" u="none">
                <a:solidFill>
                  <a:srgbClr val="202426"/>
                </a:solidFill>
                <a:latin typeface="Arial"/>
                <a:ea typeface="Arial"/>
                <a:cs typeface="Arial"/>
              </a:defRPr>
            </a:lvl3pPr>
            <a:lvl4pPr algn="l">
              <a:defRPr sz="2475" b="0" u="none">
                <a:solidFill>
                  <a:srgbClr val="202426"/>
                </a:solidFill>
                <a:latin typeface="Arial"/>
                <a:ea typeface="Arial"/>
                <a:cs typeface="Arial"/>
              </a:defRPr>
            </a:lvl4pPr>
            <a:lvl5pPr algn="l">
              <a:defRPr sz="2475" b="0" u="none">
                <a:solidFill>
                  <a:srgbClr val="202426"/>
                </a:solidFill>
                <a:latin typeface="Arial"/>
                <a:ea typeface="Arial"/>
                <a:cs typeface="Arial"/>
              </a:defRPr>
            </a:lvl5pPr>
            <a:lvl6pPr algn="l">
              <a:defRPr sz="2475" b="0" u="none">
                <a:solidFill>
                  <a:srgbClr val="202426"/>
                </a:solidFill>
                <a:latin typeface="Arial"/>
                <a:ea typeface="Arial"/>
                <a:cs typeface="Arial"/>
              </a:defRPr>
            </a:lvl6pPr>
            <a:lvl7pPr algn="l">
              <a:defRPr sz="2475" b="0" u="none">
                <a:solidFill>
                  <a:srgbClr val="202426"/>
                </a:solidFill>
                <a:latin typeface="Arial"/>
                <a:ea typeface="Arial"/>
                <a:cs typeface="Arial"/>
              </a:defRPr>
            </a:lvl7pPr>
            <a:lvl8pPr algn="l">
              <a:defRPr sz="2475" b="0" u="none">
                <a:solidFill>
                  <a:srgbClr val="202426"/>
                </a:solidFill>
                <a:latin typeface="Arial"/>
                <a:ea typeface="Arial"/>
                <a:cs typeface="Arial"/>
              </a:defRPr>
            </a:lvl8pPr>
            <a:lvl9pPr algn="l">
              <a:defRPr sz="2475" b="0" u="none">
                <a:solidFill>
                  <a:srgbClr val="202426"/>
                </a:solidFill>
                <a:latin typeface="Arial"/>
                <a:ea typeface="Arial"/>
                <a:cs typeface="Arial"/>
              </a:defRPr>
            </a:lvl9pPr>
          </a:lstStyle>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print_stock and print_cup display data.</a:t>
            </a:r>
          </a:p>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create_cup builds the drink record.</a:t>
            </a:r>
          </a:p>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false means no foam.</a:t>
            </a:r>
          </a:p>
        </p:txBody>
      </p:sp>
      <p:sp>
        <p:nvSpPr>
          <p:cNvPr id="104" name="Accepted order heading"/>
          <p:cNvSpPr>
            <a:spLocks noGrp="1"/>
          </p:cNvSpPr>
          <p:nvPr/>
        </p:nvSpPr>
        <p:spPr>
          <a:xfrm>
            <a:off x="9810750" y="2333625"/>
            <a:ext cx="7562850" cy="419100"/>
          </a:xfrm>
          <a:prstGeom prst="rect">
            <a:avLst/>
          </a:prstGeom>
          <a:noFill/>
          <a:ln w="0">
            <a:noFill/>
          </a:ln>
        </p:spPr>
        <p:txBody>
          <a:bodyPr wrap="square" lIns="0" tIns="0" rIns="0" bIns="0" anchor="t">
            <a:noAutofit/>
          </a:bodyPr>
          <a:lstStyle>
            <a:defPPr algn="l">
              <a:defRPr sz="2700" b="1" u="none">
                <a:solidFill>
                  <a:srgbClr val="202426"/>
                </a:solidFill>
                <a:latin typeface="Arial"/>
                <a:ea typeface="Arial"/>
                <a:cs typeface="Arial"/>
              </a:defRPr>
            </a:defPPr>
            <a:lvl1pPr algn="l">
              <a:defRPr sz="2700" b="1" u="none">
                <a:solidFill>
                  <a:srgbClr val="202426"/>
                </a:solidFill>
                <a:latin typeface="Arial"/>
                <a:ea typeface="Arial"/>
                <a:cs typeface="Arial"/>
              </a:defRPr>
            </a:lvl1pPr>
            <a:lvl2pPr algn="l">
              <a:defRPr sz="2700" b="1" u="none">
                <a:solidFill>
                  <a:srgbClr val="202426"/>
                </a:solidFill>
                <a:latin typeface="Arial"/>
                <a:ea typeface="Arial"/>
                <a:cs typeface="Arial"/>
              </a:defRPr>
            </a:lvl2pPr>
            <a:lvl3pPr algn="l">
              <a:defRPr sz="2700" b="1" u="none">
                <a:solidFill>
                  <a:srgbClr val="202426"/>
                </a:solidFill>
                <a:latin typeface="Arial"/>
                <a:ea typeface="Arial"/>
                <a:cs typeface="Arial"/>
              </a:defRPr>
            </a:lvl3pPr>
            <a:lvl4pPr algn="l">
              <a:defRPr sz="2700" b="1" u="none">
                <a:solidFill>
                  <a:srgbClr val="202426"/>
                </a:solidFill>
                <a:latin typeface="Arial"/>
                <a:ea typeface="Arial"/>
                <a:cs typeface="Arial"/>
              </a:defRPr>
            </a:lvl4pPr>
            <a:lvl5pPr algn="l">
              <a:defRPr sz="2700" b="1" u="none">
                <a:solidFill>
                  <a:srgbClr val="202426"/>
                </a:solidFill>
                <a:latin typeface="Arial"/>
                <a:ea typeface="Arial"/>
                <a:cs typeface="Arial"/>
              </a:defRPr>
            </a:lvl5pPr>
            <a:lvl6pPr algn="l">
              <a:defRPr sz="2700" b="1" u="none">
                <a:solidFill>
                  <a:srgbClr val="202426"/>
                </a:solidFill>
                <a:latin typeface="Arial"/>
                <a:ea typeface="Arial"/>
                <a:cs typeface="Arial"/>
              </a:defRPr>
            </a:lvl6pPr>
            <a:lvl7pPr algn="l">
              <a:defRPr sz="2700" b="1" u="none">
                <a:solidFill>
                  <a:srgbClr val="202426"/>
                </a:solidFill>
                <a:latin typeface="Arial"/>
                <a:ea typeface="Arial"/>
                <a:cs typeface="Arial"/>
              </a:defRPr>
            </a:lvl7pPr>
            <a:lvl8pPr algn="l">
              <a:defRPr sz="2700" b="1" u="none">
                <a:solidFill>
                  <a:srgbClr val="202426"/>
                </a:solidFill>
                <a:latin typeface="Arial"/>
                <a:ea typeface="Arial"/>
                <a:cs typeface="Arial"/>
              </a:defRPr>
            </a:lvl8pPr>
            <a:lvl9pPr algn="l">
              <a:defRPr sz="2700" b="1" u="none">
                <a:solidFill>
                  <a:srgbClr val="202426"/>
                </a:solidFill>
                <a:latin typeface="Arial"/>
                <a:ea typeface="Arial"/>
                <a:cs typeface="Arial"/>
              </a:defRPr>
            </a:lvl9pPr>
          </a:lstStyle>
          <a:p>
            <a:pPr algn="l">
              <a:lnSpc>
                <a:spcPct val="112500"/>
              </a:lnSpc>
              <a:buNone/>
              <a:defRPr sz="2700" b="1" u="none">
                <a:solidFill>
                  <a:srgbClr val="202426"/>
                </a:solidFill>
                <a:latin typeface="Arial"/>
                <a:ea typeface="Arial"/>
                <a:cs typeface="Arial"/>
              </a:defRPr>
            </a:pPr>
            <a:r>
              <a:rPr sz="2700" b="1" u="none">
                <a:solidFill>
                  <a:srgbClr val="202426"/>
                </a:solidFill>
                <a:latin typeface="Arial"/>
                <a:ea typeface="Arial"/>
                <a:cs typeface="Arial"/>
              </a:rPr>
              <a:t xml:space="preserve">1 · Make one latte</a:t>
            </a:r>
          </a:p>
        </p:txBody>
      </p:sp>
      <p:graphicFrame>
        <p:nvGraphicFramePr>
          <p:cNvPr id="105" name="State table"/>
          <p:cNvGraphicFramePr/>
          <p:nvPr/>
        </p:nvGraphicFramePr>
        <p:xfrm>
          <a:off x="9810750" y="2857500"/>
          <a:ext cx="7562850" cy="1714500"/>
        </p:xfrm>
        <a:graphic>
          <a:graphicData uri="http://schemas.openxmlformats.org/drawingml/2006/table">
            <a:tbl>
              <a:tblPr/>
              <a:tblGrid>
                <a:gridCol w="1790700"/>
                <a:gridCol w="5772150"/>
              </a:tblGrid>
              <a:tr h="571500">
                <a:tc>
                  <a:txBody>
                    <a:bodyPr/>
                    <a:lstStyle/>
                    <a:p>
                      <a:pPr>
                        <a:lnSpc>
                          <a:spcPct val="100000"/>
                        </a:lnSpc>
                        <a:buNone/>
                      </a:pPr>
                      <a:r>
                        <a:rPr sz="2250" b="1" u="none">
                          <a:solidFill>
                            <a:srgbClr val="202426"/>
                          </a:solidFill>
                          <a:latin typeface="Arial"/>
                          <a:ea typeface="Arial"/>
                          <a:cs typeface="Arial"/>
                        </a:rPr>
                        <a:t xml:space="preserve">Stock</a:t>
                      </a:r>
                    </a:p>
                  </a:txBody>
                  <a:tcPr marL="152400" marR="152400" marT="57150" marB="571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0000"/>
                        </a:lnSpc>
                        <a:buNone/>
                      </a:pPr>
                      <a:r>
                        <a:rPr sz="2250" b="1" u="none">
                          <a:solidFill>
                            <a:srgbClr val="202426"/>
                          </a:solidFill>
                          <a:latin typeface="Arial"/>
                          <a:ea typeface="Arial"/>
                          <a:cs typeface="Arial"/>
                        </a:rPr>
                        <a:t xml:space="preserve">Water / milk / beans / cups</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tr>
              <a:tr h="571500">
                <a:tc>
                  <a:txBody>
                    <a:bodyPr/>
                    <a:lstStyle/>
                    <a:p>
                      <a:pPr>
                        <a:lnSpc>
                          <a:spcPct val="100000"/>
                        </a:lnSpc>
                        <a:buNone/>
                      </a:pPr>
                      <a:r>
                        <a:rPr sz="2250" b="1" u="none">
                          <a:solidFill>
                            <a:srgbClr val="202426"/>
                          </a:solidFill>
                          <a:latin typeface="Arial"/>
                          <a:ea typeface="Arial"/>
                          <a:cs typeface="Arial"/>
                        </a:rPr>
                        <a:t xml:space="preserve">Before</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500 / 200 / 40 / 3</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r h="571500">
                <a:tc>
                  <a:txBody>
                    <a:bodyPr/>
                    <a:lstStyle/>
                    <a:p>
                      <a:pPr>
                        <a:lnSpc>
                          <a:spcPct val="100000"/>
                        </a:lnSpc>
                        <a:buNone/>
                      </a:pPr>
                      <a:r>
                        <a:rPr sz="2250" b="1" u="none">
                          <a:solidFill>
                            <a:srgbClr val="202426"/>
                          </a:solidFill>
                          <a:latin typeface="Arial"/>
                          <a:ea typeface="Arial"/>
                          <a:cs typeface="Arial"/>
                        </a:rPr>
                        <a:t xml:space="preserve">After</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400 / 150 / 30 / 2</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bl>
          </a:graphicData>
        </a:graphic>
      </p:graphicFrame>
      <p:sp>
        <p:nvSpPr>
          <p:cNvPr id="106" name="Successful cup"/>
          <p:cNvSpPr>
            <a:spLocks noGrp="1"/>
          </p:cNvSpPr>
          <p:nvPr/>
        </p:nvSpPr>
        <p:spPr>
          <a:xfrm>
            <a:off x="9810750" y="4714875"/>
            <a:ext cx="7562850" cy="742950"/>
          </a:xfrm>
          <a:prstGeom prst="rect">
            <a:avLst/>
          </a:prstGeom>
          <a:noFill/>
          <a:ln w="0">
            <a:noFill/>
          </a:ln>
        </p:spPr>
        <p:txBody>
          <a:bodyPr wrap="square" lIns="0" tIns="0" rIns="0" bIns="0" anchor="t">
            <a:noAutofit/>
          </a:bodyPr>
          <a:lstStyle>
            <a:defPPr algn="l">
              <a:defRPr sz="2475" b="0" u="none">
                <a:solidFill>
                  <a:srgbClr val="202426"/>
                </a:solidFill>
                <a:latin typeface="Arial"/>
                <a:ea typeface="Arial"/>
                <a:cs typeface="Arial"/>
              </a:defRPr>
            </a:defPPr>
            <a:lvl1pPr algn="l">
              <a:defRPr sz="2475" b="0" u="none">
                <a:solidFill>
                  <a:srgbClr val="202426"/>
                </a:solidFill>
                <a:latin typeface="Arial"/>
                <a:ea typeface="Arial"/>
                <a:cs typeface="Arial"/>
              </a:defRPr>
            </a:lvl1pPr>
            <a:lvl2pPr algn="l">
              <a:defRPr sz="2475" b="0" u="none">
                <a:solidFill>
                  <a:srgbClr val="202426"/>
                </a:solidFill>
                <a:latin typeface="Arial"/>
                <a:ea typeface="Arial"/>
                <a:cs typeface="Arial"/>
              </a:defRPr>
            </a:lvl2pPr>
            <a:lvl3pPr algn="l">
              <a:defRPr sz="2475" b="0" u="none">
                <a:solidFill>
                  <a:srgbClr val="202426"/>
                </a:solidFill>
                <a:latin typeface="Arial"/>
                <a:ea typeface="Arial"/>
                <a:cs typeface="Arial"/>
              </a:defRPr>
            </a:lvl3pPr>
            <a:lvl4pPr algn="l">
              <a:defRPr sz="2475" b="0" u="none">
                <a:solidFill>
                  <a:srgbClr val="202426"/>
                </a:solidFill>
                <a:latin typeface="Arial"/>
                <a:ea typeface="Arial"/>
                <a:cs typeface="Arial"/>
              </a:defRPr>
            </a:lvl4pPr>
            <a:lvl5pPr algn="l">
              <a:defRPr sz="2475" b="0" u="none">
                <a:solidFill>
                  <a:srgbClr val="202426"/>
                </a:solidFill>
                <a:latin typeface="Arial"/>
                <a:ea typeface="Arial"/>
                <a:cs typeface="Arial"/>
              </a:defRPr>
            </a:lvl5pPr>
            <a:lvl6pPr algn="l">
              <a:defRPr sz="2475" b="0" u="none">
                <a:solidFill>
                  <a:srgbClr val="202426"/>
                </a:solidFill>
                <a:latin typeface="Arial"/>
                <a:ea typeface="Arial"/>
                <a:cs typeface="Arial"/>
              </a:defRPr>
            </a:lvl6pPr>
            <a:lvl7pPr algn="l">
              <a:defRPr sz="2475" b="0" u="none">
                <a:solidFill>
                  <a:srgbClr val="202426"/>
                </a:solidFill>
                <a:latin typeface="Arial"/>
                <a:ea typeface="Arial"/>
                <a:cs typeface="Arial"/>
              </a:defRPr>
            </a:lvl7pPr>
            <a:lvl8pPr algn="l">
              <a:defRPr sz="2475" b="0" u="none">
                <a:solidFill>
                  <a:srgbClr val="202426"/>
                </a:solidFill>
                <a:latin typeface="Arial"/>
                <a:ea typeface="Arial"/>
                <a:cs typeface="Arial"/>
              </a:defRPr>
            </a:lvl8pPr>
            <a:lvl9pPr algn="l">
              <a:defRPr sz="2475" b="0" u="none">
                <a:solidFill>
                  <a:srgbClr val="202426"/>
                </a:solidFill>
                <a:latin typeface="Arial"/>
                <a:ea typeface="Arial"/>
                <a:cs typeface="Arial"/>
              </a:defRPr>
            </a:lvl9pPr>
          </a:lstStyle>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cup: Latte</a:t>
            </a:r>
          </a:p>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100 ml coffee + 50 ml milk</a:t>
            </a:r>
          </a:p>
        </p:txBody>
      </p:sp>
      <p:sp>
        <p:nvSpPr>
          <p:cNvPr id="107" name="Refused order heading"/>
          <p:cNvSpPr>
            <a:spLocks noGrp="1"/>
          </p:cNvSpPr>
          <p:nvPr/>
        </p:nvSpPr>
        <p:spPr>
          <a:xfrm>
            <a:off x="9810750" y="5762625"/>
            <a:ext cx="7562850" cy="419100"/>
          </a:xfrm>
          <a:prstGeom prst="rect">
            <a:avLst/>
          </a:prstGeom>
          <a:noFill/>
          <a:ln w="0">
            <a:noFill/>
          </a:ln>
        </p:spPr>
        <p:txBody>
          <a:bodyPr wrap="square" lIns="0" tIns="0" rIns="0" bIns="0" anchor="t">
            <a:noAutofit/>
          </a:bodyPr>
          <a:lstStyle>
            <a:defPPr algn="l">
              <a:defRPr sz="2700" b="1" u="none">
                <a:solidFill>
                  <a:srgbClr val="202426"/>
                </a:solidFill>
                <a:latin typeface="Arial"/>
                <a:ea typeface="Arial"/>
                <a:cs typeface="Arial"/>
              </a:defRPr>
            </a:defPPr>
            <a:lvl1pPr algn="l">
              <a:defRPr sz="2700" b="1" u="none">
                <a:solidFill>
                  <a:srgbClr val="202426"/>
                </a:solidFill>
                <a:latin typeface="Arial"/>
                <a:ea typeface="Arial"/>
                <a:cs typeface="Arial"/>
              </a:defRPr>
            </a:lvl1pPr>
            <a:lvl2pPr algn="l">
              <a:defRPr sz="2700" b="1" u="none">
                <a:solidFill>
                  <a:srgbClr val="202426"/>
                </a:solidFill>
                <a:latin typeface="Arial"/>
                <a:ea typeface="Arial"/>
                <a:cs typeface="Arial"/>
              </a:defRPr>
            </a:lvl2pPr>
            <a:lvl3pPr algn="l">
              <a:defRPr sz="2700" b="1" u="none">
                <a:solidFill>
                  <a:srgbClr val="202426"/>
                </a:solidFill>
                <a:latin typeface="Arial"/>
                <a:ea typeface="Arial"/>
                <a:cs typeface="Arial"/>
              </a:defRPr>
            </a:lvl3pPr>
            <a:lvl4pPr algn="l">
              <a:defRPr sz="2700" b="1" u="none">
                <a:solidFill>
                  <a:srgbClr val="202426"/>
                </a:solidFill>
                <a:latin typeface="Arial"/>
                <a:ea typeface="Arial"/>
                <a:cs typeface="Arial"/>
              </a:defRPr>
            </a:lvl4pPr>
            <a:lvl5pPr algn="l">
              <a:defRPr sz="2700" b="1" u="none">
                <a:solidFill>
                  <a:srgbClr val="202426"/>
                </a:solidFill>
                <a:latin typeface="Arial"/>
                <a:ea typeface="Arial"/>
                <a:cs typeface="Arial"/>
              </a:defRPr>
            </a:lvl5pPr>
            <a:lvl6pPr algn="l">
              <a:defRPr sz="2700" b="1" u="none">
                <a:solidFill>
                  <a:srgbClr val="202426"/>
                </a:solidFill>
                <a:latin typeface="Arial"/>
                <a:ea typeface="Arial"/>
                <a:cs typeface="Arial"/>
              </a:defRPr>
            </a:lvl6pPr>
            <a:lvl7pPr algn="l">
              <a:defRPr sz="2700" b="1" u="none">
                <a:solidFill>
                  <a:srgbClr val="202426"/>
                </a:solidFill>
                <a:latin typeface="Arial"/>
                <a:ea typeface="Arial"/>
                <a:cs typeface="Arial"/>
              </a:defRPr>
            </a:lvl7pPr>
            <a:lvl8pPr algn="l">
              <a:defRPr sz="2700" b="1" u="none">
                <a:solidFill>
                  <a:srgbClr val="202426"/>
                </a:solidFill>
                <a:latin typeface="Arial"/>
                <a:ea typeface="Arial"/>
                <a:cs typeface="Arial"/>
              </a:defRPr>
            </a:lvl8pPr>
            <a:lvl9pPr algn="l">
              <a:defRPr sz="2700" b="1" u="none">
                <a:solidFill>
                  <a:srgbClr val="202426"/>
                </a:solidFill>
                <a:latin typeface="Arial"/>
                <a:ea typeface="Arial"/>
                <a:cs typeface="Arial"/>
              </a:defRPr>
            </a:lvl9pPr>
          </a:lstStyle>
          <a:p>
            <a:pPr algn="l">
              <a:lnSpc>
                <a:spcPct val="112500"/>
              </a:lnSpc>
              <a:buNone/>
              <a:defRPr sz="2700" b="1" u="none">
                <a:solidFill>
                  <a:srgbClr val="202426"/>
                </a:solidFill>
                <a:latin typeface="Arial"/>
                <a:ea typeface="Arial"/>
                <a:cs typeface="Arial"/>
              </a:defRPr>
            </a:pPr>
            <a:r>
              <a:rPr sz="2700" b="1" u="none">
                <a:solidFill>
                  <a:srgbClr val="202426"/>
                </a:solidFill>
                <a:latin typeface="Arial"/>
                <a:ea typeface="Arial"/>
                <a:cs typeface="Arial"/>
              </a:rPr>
              <a:t xml:space="preserve">2 · Retry with no cups</a:t>
            </a:r>
          </a:p>
        </p:txBody>
      </p:sp>
      <p:sp>
        <p:nvSpPr>
          <p:cNvPr id="108" name="PRE"/>
          <p:cNvSpPr>
            <a:spLocks noGrp="1"/>
          </p:cNvSpPr>
          <p:nvPr/>
        </p:nvSpPr>
        <p:spPr>
          <a:xfrm>
            <a:off x="9810750" y="6229350"/>
            <a:ext cx="7562850" cy="381000"/>
          </a:xfrm>
          <a:prstGeom prst="rect">
            <a:avLst/>
          </a:prstGeom>
          <a:noFill/>
          <a:ln w="0">
            <a:noFill/>
          </a:ln>
        </p:spPr>
        <p:txBody>
          <a:bodyPr wrap="square" lIns="0" tIns="0" rIns="0" bIns="0" anchor="t">
            <a:noAutofit/>
          </a:bodyPr>
          <a:lstStyle>
            <a:defPPr algn="l">
              <a:defRPr sz="2250" b="0" u="none">
                <a:solidFill>
                  <a:srgbClr val="202426"/>
                </a:solidFill>
                <a:latin typeface="Courier New"/>
                <a:ea typeface="Courier New"/>
                <a:cs typeface="Courier New"/>
              </a:defRPr>
            </a:defPPr>
            <a:lvl1pPr algn="l">
              <a:defRPr sz="2250" b="0" u="none">
                <a:solidFill>
                  <a:srgbClr val="202426"/>
                </a:solidFill>
                <a:latin typeface="Courier New"/>
                <a:ea typeface="Courier New"/>
                <a:cs typeface="Courier New"/>
              </a:defRPr>
            </a:lvl1pPr>
            <a:lvl2pPr algn="l">
              <a:defRPr sz="2250" b="0" u="none">
                <a:solidFill>
                  <a:srgbClr val="202426"/>
                </a:solidFill>
                <a:latin typeface="Courier New"/>
                <a:ea typeface="Courier New"/>
                <a:cs typeface="Courier New"/>
              </a:defRPr>
            </a:lvl2pPr>
            <a:lvl3pPr algn="l">
              <a:defRPr sz="2250" b="0" u="none">
                <a:solidFill>
                  <a:srgbClr val="202426"/>
                </a:solidFill>
                <a:latin typeface="Courier New"/>
                <a:ea typeface="Courier New"/>
                <a:cs typeface="Courier New"/>
              </a:defRPr>
            </a:lvl3pPr>
            <a:lvl4pPr algn="l">
              <a:defRPr sz="2250" b="0" u="none">
                <a:solidFill>
                  <a:srgbClr val="202426"/>
                </a:solidFill>
                <a:latin typeface="Courier New"/>
                <a:ea typeface="Courier New"/>
                <a:cs typeface="Courier New"/>
              </a:defRPr>
            </a:lvl4pPr>
            <a:lvl5pPr algn="l">
              <a:defRPr sz="2250" b="0" u="none">
                <a:solidFill>
                  <a:srgbClr val="202426"/>
                </a:solidFill>
                <a:latin typeface="Courier New"/>
                <a:ea typeface="Courier New"/>
                <a:cs typeface="Courier New"/>
              </a:defRPr>
            </a:lvl5pPr>
            <a:lvl6pPr algn="l">
              <a:defRPr sz="2250" b="0" u="none">
                <a:solidFill>
                  <a:srgbClr val="202426"/>
                </a:solidFill>
                <a:latin typeface="Courier New"/>
                <a:ea typeface="Courier New"/>
                <a:cs typeface="Courier New"/>
              </a:defRPr>
            </a:lvl6pPr>
            <a:lvl7pPr algn="l">
              <a:defRPr sz="2250" b="0" u="none">
                <a:solidFill>
                  <a:srgbClr val="202426"/>
                </a:solidFill>
                <a:latin typeface="Courier New"/>
                <a:ea typeface="Courier New"/>
                <a:cs typeface="Courier New"/>
              </a:defRPr>
            </a:lvl7pPr>
            <a:lvl8pPr algn="l">
              <a:defRPr sz="2250" b="0" u="none">
                <a:solidFill>
                  <a:srgbClr val="202426"/>
                </a:solidFill>
                <a:latin typeface="Courier New"/>
                <a:ea typeface="Courier New"/>
                <a:cs typeface="Courier New"/>
              </a:defRPr>
            </a:lvl8pPr>
            <a:lvl9pPr algn="l">
              <a:defRPr sz="2250" b="0" u="none">
                <a:solidFill>
                  <a:srgbClr val="202426"/>
                </a:solidFill>
                <a:latin typeface="Courier New"/>
                <a:ea typeface="Courier New"/>
                <a:cs typeface="Courier New"/>
              </a:defRPr>
            </a:lvl9pPr>
          </a:lstStyle>
          <a:p>
            <a:pPr algn="l">
              <a:lnSpc>
                <a:spcPct val="112500"/>
              </a:lnSpc>
              <a:buNone/>
              <a:defRPr sz="2250" b="0" u="none">
                <a:solidFill>
                  <a:srgbClr val="202426"/>
                </a:solidFill>
                <a:latin typeface="Courier New"/>
                <a:ea typeface="Courier New"/>
                <a:cs typeface="Courier New"/>
              </a:defRPr>
            </a:pPr>
            <a:r>
              <a:rPr sz="2250" b="0" u="none">
                <a:solidFill>
                  <a:srgbClr val="202426"/>
                </a:solidFill>
                <a:latin typeface="Courier New"/>
                <a:ea typeface="Courier New"/>
                <a:cs typeface="Courier New"/>
              </a:rPr>
              <a:t xml:space="preserve">stock.paper_cups = 0;</a:t>
            </a:r>
          </a:p>
        </p:txBody>
      </p:sp>
      <p:graphicFrame>
        <p:nvGraphicFramePr>
          <p:cNvPr id="109" name="State table"/>
          <p:cNvGraphicFramePr/>
          <p:nvPr/>
        </p:nvGraphicFramePr>
        <p:xfrm>
          <a:off x="9810750" y="6762750"/>
          <a:ext cx="7562850" cy="1714500"/>
        </p:xfrm>
        <a:graphic>
          <a:graphicData uri="http://schemas.openxmlformats.org/drawingml/2006/table">
            <a:tbl>
              <a:tblPr/>
              <a:tblGrid>
                <a:gridCol w="1790700"/>
                <a:gridCol w="5772150"/>
              </a:tblGrid>
              <a:tr h="571500">
                <a:tc>
                  <a:txBody>
                    <a:bodyPr/>
                    <a:lstStyle/>
                    <a:p>
                      <a:pPr>
                        <a:lnSpc>
                          <a:spcPct val="100000"/>
                        </a:lnSpc>
                        <a:buNone/>
                      </a:pPr>
                      <a:r>
                        <a:rPr sz="2250" b="1" u="none">
                          <a:solidFill>
                            <a:srgbClr val="202426"/>
                          </a:solidFill>
                          <a:latin typeface="Arial"/>
                          <a:ea typeface="Arial"/>
                          <a:cs typeface="Arial"/>
                        </a:rPr>
                        <a:t xml:space="preserve">Retry</a:t>
                      </a:r>
                    </a:p>
                  </a:txBody>
                  <a:tcPr marL="152400" marR="152400" marT="57150" marB="57150" anchor="ctr">
                    <a:lnL w="9525">
                      <a:solidFill>
                        <a:srgbClr val="D9DEDF"/>
                      </a:solidFill>
                    </a:lnL>
                    <a:lnR w="9525">
                      <a:solidFill>
                        <a:srgbClr val="D9DEDF"/>
                      </a:solidFill>
                    </a:lnR>
                    <a:lnT w="9525">
                      <a:solidFill>
                        <a:srgbClr val="D9DEDF"/>
                      </a:solidFill>
                    </a:lnT>
                    <a:lnB w="9525">
                      <a:solidFill>
                        <a:srgbClr val="D9DEDF"/>
                      </a:solidFill>
                    </a:lnB>
                    <a:solidFill>
                      <a:srgbClr val="F3F4F4"/>
                    </a:solidFill>
                  </a:tcPr>
                </a:tc>
                <a:tc>
                  <a:txBody>
                    <a:bodyPr/>
                    <a:lstStyle/>
                    <a:p>
                      <a:pPr>
                        <a:lnSpc>
                          <a:spcPct val="100000"/>
                        </a:lnSpc>
                        <a:buNone/>
                      </a:pPr>
                      <a:r>
                        <a:rPr sz="2250" b="1" u="none">
                          <a:solidFill>
                            <a:srgbClr val="202426"/>
                          </a:solidFill>
                          <a:latin typeface="Arial"/>
                          <a:ea typeface="Arial"/>
                          <a:cs typeface="Arial"/>
                        </a:rPr>
                        <a:t xml:space="preserve">Water / milk / beans / cups</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a:solidFill>
                        <a:srgbClr val="D9DEDF"/>
                      </a:solidFill>
                    </a:lnT>
                    <a:lnB w="9525">
                      <a:solidFill>
                        <a:srgbClr val="D9DEDF"/>
                      </a:solidFill>
                    </a:lnB>
                    <a:solidFill>
                      <a:srgbClr val="F3F4F4"/>
                    </a:solidFill>
                  </a:tcPr>
                </a:tc>
              </a:tr>
              <a:tr h="571500">
                <a:tc>
                  <a:txBody>
                    <a:bodyPr/>
                    <a:lstStyle/>
                    <a:p>
                      <a:pPr>
                        <a:lnSpc>
                          <a:spcPct val="100000"/>
                        </a:lnSpc>
                        <a:buNone/>
                      </a:pPr>
                      <a:r>
                        <a:rPr sz="2250" b="1" u="none">
                          <a:solidFill>
                            <a:srgbClr val="202426"/>
                          </a:solidFill>
                          <a:latin typeface="Arial"/>
                          <a:ea typeface="Arial"/>
                          <a:cs typeface="Arial"/>
                        </a:rPr>
                        <a:t xml:space="preserve">Before</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400 / 150 / 30 / 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r h="571500">
                <a:tc>
                  <a:txBody>
                    <a:bodyPr/>
                    <a:lstStyle/>
                    <a:p>
                      <a:pPr>
                        <a:lnSpc>
                          <a:spcPct val="100000"/>
                        </a:lnSpc>
                        <a:buNone/>
                      </a:pPr>
                      <a:r>
                        <a:rPr sz="2250" b="1" u="none">
                          <a:solidFill>
                            <a:srgbClr val="202426"/>
                          </a:solidFill>
                          <a:latin typeface="Arial"/>
                          <a:ea typeface="Arial"/>
                          <a:cs typeface="Arial"/>
                        </a:rPr>
                        <a:t xml:space="preserve">After</a:t>
                      </a:r>
                    </a:p>
                  </a:txBody>
                  <a:tcPr marL="152400" marR="152400" marT="57150" marB="57150" anchor="ctr">
                    <a:lnL w="9525">
                      <a:solidFill>
                        <a:srgbClr val="D9DEDF"/>
                      </a:solidFill>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c>
                  <a:txBody>
                    <a:bodyPr/>
                    <a:lstStyle/>
                    <a:p>
                      <a:pPr>
                        <a:lnSpc>
                          <a:spcPct val="100000"/>
                        </a:lnSpc>
                        <a:buNone/>
                      </a:pPr>
                      <a:r>
                        <a:rPr sz="2250" b="0" u="none">
                          <a:solidFill>
                            <a:srgbClr val="202426"/>
                          </a:solidFill>
                          <a:latin typeface="Arial"/>
                          <a:ea typeface="Arial"/>
                          <a:cs typeface="Arial"/>
                        </a:rPr>
                        <a:t xml:space="preserve">400 / 150 / 30 / 0</a:t>
                      </a:r>
                    </a:p>
                  </a:txBody>
                  <a:tcPr marL="152400" marR="152400" marT="57150" marB="57150" anchor="ctr">
                    <a:lnL w="9525" cap="flat" cmpd="sng" algn="ctr">
                      <a:solidFill>
                        <a:srgbClr val="D9DEDF"/>
                      </a:solidFill>
                      <a:prstDash val="solid"/>
                      <a:round/>
                      <a:headEnd type="none" w="med" len="med"/>
                      <a:tailEnd type="none" w="med" len="med"/>
                    </a:lnL>
                    <a:lnR w="9525">
                      <a:solidFill>
                        <a:srgbClr val="D9DEDF"/>
                      </a:solidFill>
                    </a:lnR>
                    <a:lnT w="9525" cap="flat" cmpd="sng" algn="ctr">
                      <a:solidFill>
                        <a:srgbClr val="D9DEDF"/>
                      </a:solidFill>
                      <a:prstDash val="solid"/>
                      <a:round/>
                      <a:headEnd type="none" w="med" len="med"/>
                      <a:tailEnd type="none" w="med" len="med"/>
                    </a:lnT>
                    <a:lnB w="9525">
                      <a:solidFill>
                        <a:srgbClr val="D9DEDF"/>
                      </a:solidFill>
                    </a:lnB>
                    <a:solidFill>
                      <a:srgbClr val="FFFFFF"/>
                    </a:solidFill>
                  </a:tcPr>
                </a:tc>
              </a:tr>
            </a:tbl>
          </a:graphicData>
        </a:graphic>
      </p:graphicFrame>
      <p:sp>
        <p:nvSpPr>
          <p:cNvPr id="110" name="Preserved cup"/>
          <p:cNvSpPr>
            <a:spLocks noGrp="1"/>
          </p:cNvSpPr>
          <p:nvPr/>
        </p:nvSpPr>
        <p:spPr>
          <a:xfrm>
            <a:off x="9810750" y="8648700"/>
            <a:ext cx="7562850" cy="762000"/>
          </a:xfrm>
          <a:prstGeom prst="rect">
            <a:avLst/>
          </a:prstGeom>
          <a:noFill/>
          <a:ln w="0">
            <a:noFill/>
          </a:ln>
        </p:spPr>
        <p:txBody>
          <a:bodyPr wrap="square" lIns="0" tIns="0" rIns="0" bIns="0" anchor="t">
            <a:noAutofit/>
          </a:bodyPr>
          <a:lstStyle>
            <a:defPPr algn="l">
              <a:defRPr sz="2475" b="0" u="none">
                <a:solidFill>
                  <a:srgbClr val="202426"/>
                </a:solidFill>
                <a:latin typeface="Arial"/>
                <a:ea typeface="Arial"/>
                <a:cs typeface="Arial"/>
              </a:defRPr>
            </a:defPPr>
            <a:lvl1pPr algn="l">
              <a:defRPr sz="2475" b="0" u="none">
                <a:solidFill>
                  <a:srgbClr val="202426"/>
                </a:solidFill>
                <a:latin typeface="Arial"/>
                <a:ea typeface="Arial"/>
                <a:cs typeface="Arial"/>
              </a:defRPr>
            </a:lvl1pPr>
            <a:lvl2pPr algn="l">
              <a:defRPr sz="2475" b="0" u="none">
                <a:solidFill>
                  <a:srgbClr val="202426"/>
                </a:solidFill>
                <a:latin typeface="Arial"/>
                <a:ea typeface="Arial"/>
                <a:cs typeface="Arial"/>
              </a:defRPr>
            </a:lvl2pPr>
            <a:lvl3pPr algn="l">
              <a:defRPr sz="2475" b="0" u="none">
                <a:solidFill>
                  <a:srgbClr val="202426"/>
                </a:solidFill>
                <a:latin typeface="Arial"/>
                <a:ea typeface="Arial"/>
                <a:cs typeface="Arial"/>
              </a:defRPr>
            </a:lvl3pPr>
            <a:lvl4pPr algn="l">
              <a:defRPr sz="2475" b="0" u="none">
                <a:solidFill>
                  <a:srgbClr val="202426"/>
                </a:solidFill>
                <a:latin typeface="Arial"/>
                <a:ea typeface="Arial"/>
                <a:cs typeface="Arial"/>
              </a:defRPr>
            </a:lvl4pPr>
            <a:lvl5pPr algn="l">
              <a:defRPr sz="2475" b="0" u="none">
                <a:solidFill>
                  <a:srgbClr val="202426"/>
                </a:solidFill>
                <a:latin typeface="Arial"/>
                <a:ea typeface="Arial"/>
                <a:cs typeface="Arial"/>
              </a:defRPr>
            </a:lvl5pPr>
            <a:lvl6pPr algn="l">
              <a:defRPr sz="2475" b="0" u="none">
                <a:solidFill>
                  <a:srgbClr val="202426"/>
                </a:solidFill>
                <a:latin typeface="Arial"/>
                <a:ea typeface="Arial"/>
                <a:cs typeface="Arial"/>
              </a:defRPr>
            </a:lvl6pPr>
            <a:lvl7pPr algn="l">
              <a:defRPr sz="2475" b="0" u="none">
                <a:solidFill>
                  <a:srgbClr val="202426"/>
                </a:solidFill>
                <a:latin typeface="Arial"/>
                <a:ea typeface="Arial"/>
                <a:cs typeface="Arial"/>
              </a:defRPr>
            </a:lvl7pPr>
            <a:lvl8pPr algn="l">
              <a:defRPr sz="2475" b="0" u="none">
                <a:solidFill>
                  <a:srgbClr val="202426"/>
                </a:solidFill>
                <a:latin typeface="Arial"/>
                <a:ea typeface="Arial"/>
                <a:cs typeface="Arial"/>
              </a:defRPr>
            </a:lvl8pPr>
            <a:lvl9pPr algn="l">
              <a:defRPr sz="2475" b="0" u="none">
                <a:solidFill>
                  <a:srgbClr val="202426"/>
                </a:solidFill>
                <a:latin typeface="Arial"/>
                <a:ea typeface="Arial"/>
                <a:cs typeface="Arial"/>
              </a:defRPr>
            </a:lvl9pPr>
          </a:lstStyle>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No new drink. cup still stores</a:t>
            </a:r>
          </a:p>
          <a:p>
            <a:pPr algn="l">
              <a:lnSpc>
                <a:spcPct val="112500"/>
              </a:lnSpc>
              <a:buNone/>
              <a:defRPr sz="2475" b="0" u="none">
                <a:solidFill>
                  <a:srgbClr val="202426"/>
                </a:solidFill>
                <a:latin typeface="Arial"/>
                <a:ea typeface="Arial"/>
                <a:cs typeface="Arial"/>
              </a:defRPr>
            </a:pPr>
            <a:r>
              <a:rPr sz="2475" b="0" u="none">
                <a:solidFill>
                  <a:srgbClr val="202426"/>
                </a:solidFill>
                <a:latin typeface="Arial"/>
                <a:ea typeface="Arial"/>
                <a:cs typeface="Arial"/>
              </a:rPr>
              <a:t xml:space="preserve">the previous latte.</a:t>
            </a:r>
          </a:p>
        </p:txBody>
      </p:sp>
    </p:spTree>
    <p:extLst>
      <p:ext uri="{BB962C8B-B14F-4D97-AF65-F5344CB8AC3E}">
        <p14:creationId xmlns:p14="http://schemas.microsoft.com/office/powerpoint/2010/main" val="21204934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9A9AB2C1-8351-4447-BCD8-25766AE21130}"/>
              </a:ext>
            </a:extLst>
          </p:cNvPr>
          <p:cNvSpPr>
            <a:spLocks noGrp="1"/>
          </p:cNvSpPr>
          <p:nvPr/>
        </p:nvSpPr>
        <p:spPr>
          <a:xfrm>
            <a:off x="914400" y="2525167"/>
            <a:ext cx="16459200" cy="19050"/>
          </a:xfrm>
          <a:prstGeom prst="rect">
            <a:avLst/>
          </a:prstGeom>
          <a:solidFill>
            <a:srgbClr val="D9DEDF"/>
          </a:solidFill>
          <a:ln w="0">
            <a:noFill/>
          </a:ln>
        </p:spPr>
      </p:sp>
      <p:sp>
        <p:nvSpPr>
          <p:cNvPr id="2" name="Rectangle 1">
            <a:extLst>
              <a:ext uri="{FF2B5EF4-FFF2-40B4-BE49-F238E27FC236}">
                <a16:creationId xmlns:a16="http://schemas.microsoft.com/office/drawing/2014/main" id="{13BD1F4D-942A-44A8-8166-06773EAAB197}"/>
              </a:ext>
            </a:extLst>
          </p:cNvPr>
          <p:cNvSpPr>
            <a:spLocks noGrp="1"/>
          </p:cNvSpPr>
          <p:nvPr/>
        </p:nvSpPr>
        <p:spPr>
          <a:xfrm>
            <a:off x="914400" y="4914900"/>
            <a:ext cx="16459200" cy="19050"/>
          </a:xfrm>
          <a:prstGeom prst="rect">
            <a:avLst/>
          </a:prstGeom>
          <a:solidFill>
            <a:srgbClr val="D9DEDF"/>
          </a:solidFill>
          <a:ln w="0">
            <a:noFill/>
          </a:ln>
        </p:spPr>
      </p:sp>
      <p:sp>
        <p:nvSpPr>
          <p:cNvPr id="3" name="Rectangle 2">
            <a:extLst>
              <a:ext uri="{FF2B5EF4-FFF2-40B4-BE49-F238E27FC236}">
                <a16:creationId xmlns:a16="http://schemas.microsoft.com/office/drawing/2014/main" id="{3C307EA6-35B9-437B-8D85-CFD86C15C029}"/>
              </a:ext>
            </a:extLst>
          </p:cNvPr>
          <p:cNvSpPr>
            <a:spLocks noGrp="1"/>
          </p:cNvSpPr>
          <p:nvPr/>
        </p:nvSpPr>
        <p:spPr>
          <a:xfrm>
            <a:off x="914400" y="7613005"/>
            <a:ext cx="16459200" cy="1626245"/>
          </a:xfrm>
          <a:prstGeom prst="rect">
            <a:avLst/>
          </a:prstGeom>
          <a:solidFill>
            <a:srgbClr val="FFF2EB"/>
          </a:solidFill>
          <a:ln w="0">
            <a:noFill/>
          </a:ln>
        </p:spPr>
      </p:sp>
      <p:sp>
        <p:nvSpPr>
          <p:cNvPr id="4" name="Rectangle 3">
            <a:extLst>
              <a:ext uri="{FF2B5EF4-FFF2-40B4-BE49-F238E27FC236}">
                <a16:creationId xmlns:a16="http://schemas.microsoft.com/office/drawing/2014/main" id="{CB7EF736-FA67-42CF-A20D-98A5FF55B5AC}"/>
              </a:ext>
            </a:extLst>
          </p:cNvPr>
          <p:cNvSpPr>
            <a:spLocks noGrp="1"/>
          </p:cNvSpPr>
          <p:nvPr/>
        </p:nvSpPr>
        <p:spPr>
          <a:xfrm>
            <a:off x="914400" y="7613005"/>
            <a:ext cx="57150" cy="1626245"/>
          </a:xfrm>
          <a:prstGeom prst="rect">
            <a:avLst/>
          </a:prstGeom>
          <a:solidFill>
            <a:srgbClr val="E64519"/>
          </a:solidFill>
          <a:ln w="0">
            <a:noFill/>
          </a:ln>
        </p:spPr>
      </p:sp>
      <p:sp>
        <p:nvSpPr>
          <p:cNvPr id="5" name="Rectangle 4">
            <a:extLst>
              <a:ext uri="{FF2B5EF4-FFF2-40B4-BE49-F238E27FC236}">
                <a16:creationId xmlns:a16="http://schemas.microsoft.com/office/drawing/2014/main" id="{687E0ED2-379E-45F7-8388-43252591BDE5}"/>
              </a:ext>
            </a:extLst>
          </p:cNvPr>
          <p:cNvSpPr>
            <a:spLocks noGrp="1"/>
          </p:cNvSpPr>
          <p:nvPr/>
        </p:nvSpPr>
        <p:spPr>
          <a:xfrm>
            <a:off x="914400" y="9658350"/>
            <a:ext cx="16459200" cy="9525"/>
          </a:xfrm>
          <a:prstGeom prst="rect">
            <a:avLst/>
          </a:prstGeom>
          <a:solidFill>
            <a:srgbClr val="D9DEDF"/>
          </a:solidFill>
          <a:ln w="0">
            <a:noFill/>
          </a:ln>
        </p:spPr>
      </p:sp>
      <p:sp>
        <p:nvSpPr>
          <p:cNvPr id="6" name="section-label">
            <a:extLst>
              <a:ext uri="{FF2B5EF4-FFF2-40B4-BE49-F238E27FC236}">
                <a16:creationId xmlns:a16="http://schemas.microsoft.com/office/drawing/2014/main" id="{169D7BD2-AC60-4E6A-84DD-F642D6D112C1}"/>
              </a:ext>
            </a:extLst>
          </p:cNvPr>
          <p:cNvSpPr>
            <a:spLocks noGrp="1"/>
          </p:cNvSpPr>
          <p:nvPr/>
        </p:nvSpPr>
        <p:spPr>
          <a:xfrm>
            <a:off x="914400" y="738188"/>
            <a:ext cx="1161008" cy="314325"/>
          </a:xfrm>
          <a:prstGeom prst="rect">
            <a:avLst/>
          </a:prstGeom>
          <a:noFill/>
          <a:ln w="0">
            <a:noFill/>
          </a:ln>
        </p:spPr>
        <p:txBody>
          <a:bodyPr wrap="square" lIns="0" tIns="0" rIns="0" bIns="0" anchor="t">
            <a:noAutofit/>
          </a:bodyPr>
          <a:lstStyle>
            <a:defPPr algn="l">
              <a:defRPr sz="1725" b="1">
                <a:solidFill>
                  <a:srgbClr val="596167"/>
                </a:solidFill>
                <a:latin typeface="Arial"/>
                <a:ea typeface="Arial"/>
                <a:cs typeface="Arial"/>
              </a:defRPr>
            </a:defPPr>
            <a:lvl1pPr algn="l">
              <a:defRPr sz="1725" b="1">
                <a:solidFill>
                  <a:srgbClr val="596167"/>
                </a:solidFill>
                <a:latin typeface="Arial"/>
                <a:ea typeface="Arial"/>
                <a:cs typeface="Arial"/>
              </a:defRPr>
            </a:lvl1pPr>
            <a:lvl2pPr algn="l">
              <a:defRPr sz="1725" b="1">
                <a:solidFill>
                  <a:srgbClr val="596167"/>
                </a:solidFill>
                <a:latin typeface="Arial"/>
                <a:ea typeface="Arial"/>
                <a:cs typeface="Arial"/>
              </a:defRPr>
            </a:lvl2pPr>
            <a:lvl3pPr algn="l">
              <a:defRPr sz="1725" b="1">
                <a:solidFill>
                  <a:srgbClr val="596167"/>
                </a:solidFill>
                <a:latin typeface="Arial"/>
                <a:ea typeface="Arial"/>
                <a:cs typeface="Arial"/>
              </a:defRPr>
            </a:lvl3pPr>
            <a:lvl4pPr algn="l">
              <a:defRPr sz="1725" b="1">
                <a:solidFill>
                  <a:srgbClr val="596167"/>
                </a:solidFill>
                <a:latin typeface="Arial"/>
                <a:ea typeface="Arial"/>
                <a:cs typeface="Arial"/>
              </a:defRPr>
            </a:lvl4pPr>
            <a:lvl5pPr algn="l">
              <a:defRPr sz="1725" b="1">
                <a:solidFill>
                  <a:srgbClr val="596167"/>
                </a:solidFill>
                <a:latin typeface="Arial"/>
                <a:ea typeface="Arial"/>
                <a:cs typeface="Arial"/>
              </a:defRPr>
            </a:lvl5pPr>
            <a:lvl6pPr algn="l">
              <a:defRPr sz="1725" b="1">
                <a:solidFill>
                  <a:srgbClr val="596167"/>
                </a:solidFill>
                <a:latin typeface="Arial"/>
                <a:ea typeface="Arial"/>
                <a:cs typeface="Arial"/>
              </a:defRPr>
            </a:lvl6pPr>
            <a:lvl7pPr algn="l">
              <a:defRPr sz="1725" b="1">
                <a:solidFill>
                  <a:srgbClr val="596167"/>
                </a:solidFill>
                <a:latin typeface="Arial"/>
                <a:ea typeface="Arial"/>
                <a:cs typeface="Arial"/>
              </a:defRPr>
            </a:lvl7pPr>
            <a:lvl8pPr algn="l">
              <a:defRPr sz="1725" b="1">
                <a:solidFill>
                  <a:srgbClr val="596167"/>
                </a:solidFill>
                <a:latin typeface="Arial"/>
                <a:ea typeface="Arial"/>
                <a:cs typeface="Arial"/>
              </a:defRPr>
            </a:lvl8pPr>
            <a:lvl9pPr algn="l">
              <a:defRPr sz="1725" b="1">
                <a:solidFill>
                  <a:srgbClr val="596167"/>
                </a:solidFill>
                <a:latin typeface="Arial"/>
                <a:ea typeface="Arial"/>
                <a:cs typeface="Arial"/>
              </a:defRPr>
            </a:lvl9pPr>
          </a:lstStyle>
          <a:p>
            <a:pPr algn="l">
              <a:lnSpc>
                <a:spcPct val="100000"/>
              </a:lnSpc>
              <a:buNone/>
              <a:defRPr sz="1725" b="1">
                <a:solidFill>
                  <a:srgbClr val="596167"/>
                </a:solidFill>
                <a:latin typeface="Arial"/>
                <a:ea typeface="Arial"/>
                <a:cs typeface="Arial"/>
              </a:defRPr>
            </a:pPr>
            <a:r>
              <a:rPr sz="1725" b="1">
                <a:solidFill>
                  <a:srgbClr val="596167"/>
                </a:solidFill>
                <a:latin typeface="Arial"/>
                <a:ea typeface="Arial"/>
                <a:cs typeface="Arial"/>
              </a:rPr>
              <a:t>CREDITS</a:t>
            </a:r>
          </a:p>
        </p:txBody>
      </p:sp>
      <p:sp>
        <p:nvSpPr>
          <p:cNvPr id="7" name="H2">
            <a:extLst>
              <a:ext uri="{FF2B5EF4-FFF2-40B4-BE49-F238E27FC236}">
                <a16:creationId xmlns:a16="http://schemas.microsoft.com/office/drawing/2014/main" id="{29CC3216-D92C-4092-8CF5-1C9DFC427A27}"/>
              </a:ext>
            </a:extLst>
          </p:cNvPr>
          <p:cNvSpPr>
            <a:spLocks noGrp="1"/>
          </p:cNvSpPr>
          <p:nvPr/>
        </p:nvSpPr>
        <p:spPr>
          <a:xfrm>
            <a:off x="914400" y="1447800"/>
            <a:ext cx="16287750" cy="715417"/>
          </a:xfrm>
          <a:prstGeom prst="rect">
            <a:avLst/>
          </a:prstGeom>
          <a:noFill/>
          <a:ln w="0">
            <a:noFill/>
          </a:ln>
        </p:spPr>
        <p:txBody>
          <a:bodyPr wrap="square" lIns="0" tIns="0" rIns="0" bIns="0" anchor="t">
            <a:noAutofit/>
          </a:bodyPr>
          <a:lstStyle>
            <a:defPPr algn="l">
              <a:defRPr sz="4800" b="1">
                <a:solidFill>
                  <a:srgbClr val="202426"/>
                </a:solidFill>
                <a:latin typeface="Arial"/>
                <a:ea typeface="Arial"/>
                <a:cs typeface="Arial"/>
              </a:defRPr>
            </a:defPPr>
            <a:lvl1pPr algn="l">
              <a:defRPr sz="4800" b="1">
                <a:solidFill>
                  <a:srgbClr val="202426"/>
                </a:solidFill>
                <a:latin typeface="Arial"/>
                <a:ea typeface="Arial"/>
                <a:cs typeface="Arial"/>
              </a:defRPr>
            </a:lvl1pPr>
            <a:lvl2pPr algn="l">
              <a:defRPr sz="4800" b="1">
                <a:solidFill>
                  <a:srgbClr val="202426"/>
                </a:solidFill>
                <a:latin typeface="Arial"/>
                <a:ea typeface="Arial"/>
                <a:cs typeface="Arial"/>
              </a:defRPr>
            </a:lvl2pPr>
            <a:lvl3pPr algn="l">
              <a:defRPr sz="4800" b="1">
                <a:solidFill>
                  <a:srgbClr val="202426"/>
                </a:solidFill>
                <a:latin typeface="Arial"/>
                <a:ea typeface="Arial"/>
                <a:cs typeface="Arial"/>
              </a:defRPr>
            </a:lvl3pPr>
            <a:lvl4pPr algn="l">
              <a:defRPr sz="4800" b="1">
                <a:solidFill>
                  <a:srgbClr val="202426"/>
                </a:solidFill>
                <a:latin typeface="Arial"/>
                <a:ea typeface="Arial"/>
                <a:cs typeface="Arial"/>
              </a:defRPr>
            </a:lvl4pPr>
            <a:lvl5pPr algn="l">
              <a:defRPr sz="4800" b="1">
                <a:solidFill>
                  <a:srgbClr val="202426"/>
                </a:solidFill>
                <a:latin typeface="Arial"/>
                <a:ea typeface="Arial"/>
                <a:cs typeface="Arial"/>
              </a:defRPr>
            </a:lvl5pPr>
            <a:lvl6pPr algn="l">
              <a:defRPr sz="4800" b="1">
                <a:solidFill>
                  <a:srgbClr val="202426"/>
                </a:solidFill>
                <a:latin typeface="Arial"/>
                <a:ea typeface="Arial"/>
                <a:cs typeface="Arial"/>
              </a:defRPr>
            </a:lvl6pPr>
            <a:lvl7pPr algn="l">
              <a:defRPr sz="4800" b="1">
                <a:solidFill>
                  <a:srgbClr val="202426"/>
                </a:solidFill>
                <a:latin typeface="Arial"/>
                <a:ea typeface="Arial"/>
                <a:cs typeface="Arial"/>
              </a:defRPr>
            </a:lvl7pPr>
            <a:lvl8pPr algn="l">
              <a:defRPr sz="4800" b="1">
                <a:solidFill>
                  <a:srgbClr val="202426"/>
                </a:solidFill>
                <a:latin typeface="Arial"/>
                <a:ea typeface="Arial"/>
                <a:cs typeface="Arial"/>
              </a:defRPr>
            </a:lvl8pPr>
            <a:lvl9pPr algn="l">
              <a:defRPr sz="4800" b="1">
                <a:solidFill>
                  <a:srgbClr val="202426"/>
                </a:solidFill>
                <a:latin typeface="Arial"/>
                <a:ea typeface="Arial"/>
                <a:cs typeface="Arial"/>
              </a:defRPr>
            </a:lvl9pPr>
          </a:lstStyle>
          <a:p>
            <a:pPr algn="l">
              <a:lnSpc>
                <a:spcPct val="90000"/>
              </a:lnSpc>
              <a:buNone/>
              <a:defRPr sz="4800" b="1">
                <a:solidFill>
                  <a:srgbClr val="202426"/>
                </a:solidFill>
                <a:latin typeface="Arial"/>
                <a:ea typeface="Arial"/>
                <a:cs typeface="Arial"/>
              </a:defRPr>
            </a:pPr>
            <a:r>
              <a:rPr sz="4800" b="1">
                <a:solidFill>
                  <a:srgbClr val="202426"/>
                </a:solidFill>
                <a:latin typeface="Arial"/>
                <a:ea typeface="Arial"/>
                <a:cs typeface="Arial"/>
              </a:rPr>
              <a:t>Sources &amp; classroom idea</a:t>
            </a:r>
          </a:p>
        </p:txBody>
      </p:sp>
      <p:sp>
        <p:nvSpPr>
          <p:cNvPr id="8" name="label">
            <a:extLst>
              <a:ext uri="{FF2B5EF4-FFF2-40B4-BE49-F238E27FC236}">
                <a16:creationId xmlns:a16="http://schemas.microsoft.com/office/drawing/2014/main" id="{D90B38CD-654A-49D3-BAE6-3C60CD592F16}"/>
              </a:ext>
            </a:extLst>
          </p:cNvPr>
          <p:cNvSpPr>
            <a:spLocks noGrp="1"/>
          </p:cNvSpPr>
          <p:nvPr/>
        </p:nvSpPr>
        <p:spPr>
          <a:xfrm>
            <a:off x="914400" y="2782342"/>
            <a:ext cx="2286000" cy="1149995"/>
          </a:xfrm>
          <a:prstGeom prst="rect">
            <a:avLst/>
          </a:prstGeom>
          <a:noFill/>
          <a:ln w="0">
            <a:noFill/>
          </a:ln>
        </p:spPr>
        <p:txBody>
          <a:bodyPr wrap="square" lIns="0" tIns="0" rIns="0" bIns="0" anchor="t">
            <a:noAutofit/>
          </a:bodyPr>
          <a:lstStyle>
            <a:defPPr algn="l">
              <a:defRPr sz="2175" b="1">
                <a:solidFill>
                  <a:srgbClr val="B73513"/>
                </a:solidFill>
                <a:latin typeface="Arial"/>
                <a:ea typeface="Arial"/>
                <a:cs typeface="Arial"/>
              </a:defRPr>
            </a:defPPr>
            <a:lvl1pPr algn="l">
              <a:defRPr sz="2175" b="1">
                <a:solidFill>
                  <a:srgbClr val="B73513"/>
                </a:solidFill>
                <a:latin typeface="Arial"/>
                <a:ea typeface="Arial"/>
                <a:cs typeface="Arial"/>
              </a:defRPr>
            </a:lvl1pPr>
            <a:lvl2pPr algn="l">
              <a:defRPr sz="2175" b="1">
                <a:solidFill>
                  <a:srgbClr val="B73513"/>
                </a:solidFill>
                <a:latin typeface="Arial"/>
                <a:ea typeface="Arial"/>
                <a:cs typeface="Arial"/>
              </a:defRPr>
            </a:lvl2pPr>
            <a:lvl3pPr algn="l">
              <a:defRPr sz="2175" b="1">
                <a:solidFill>
                  <a:srgbClr val="B73513"/>
                </a:solidFill>
                <a:latin typeface="Arial"/>
                <a:ea typeface="Arial"/>
                <a:cs typeface="Arial"/>
              </a:defRPr>
            </a:lvl3pPr>
            <a:lvl4pPr algn="l">
              <a:defRPr sz="2175" b="1">
                <a:solidFill>
                  <a:srgbClr val="B73513"/>
                </a:solidFill>
                <a:latin typeface="Arial"/>
                <a:ea typeface="Arial"/>
                <a:cs typeface="Arial"/>
              </a:defRPr>
            </a:lvl4pPr>
            <a:lvl5pPr algn="l">
              <a:defRPr sz="2175" b="1">
                <a:solidFill>
                  <a:srgbClr val="B73513"/>
                </a:solidFill>
                <a:latin typeface="Arial"/>
                <a:ea typeface="Arial"/>
                <a:cs typeface="Arial"/>
              </a:defRPr>
            </a:lvl5pPr>
            <a:lvl6pPr algn="l">
              <a:defRPr sz="2175" b="1">
                <a:solidFill>
                  <a:srgbClr val="B73513"/>
                </a:solidFill>
                <a:latin typeface="Arial"/>
                <a:ea typeface="Arial"/>
                <a:cs typeface="Arial"/>
              </a:defRPr>
            </a:lvl6pPr>
            <a:lvl7pPr algn="l">
              <a:defRPr sz="2175" b="1">
                <a:solidFill>
                  <a:srgbClr val="B73513"/>
                </a:solidFill>
                <a:latin typeface="Arial"/>
                <a:ea typeface="Arial"/>
                <a:cs typeface="Arial"/>
              </a:defRPr>
            </a:lvl7pPr>
            <a:lvl8pPr algn="l">
              <a:defRPr sz="2175" b="1">
                <a:solidFill>
                  <a:srgbClr val="B73513"/>
                </a:solidFill>
                <a:latin typeface="Arial"/>
                <a:ea typeface="Arial"/>
                <a:cs typeface="Arial"/>
              </a:defRPr>
            </a:lvl8pPr>
            <a:lvl9pPr algn="l">
              <a:defRPr sz="2175" b="1">
                <a:solidFill>
                  <a:srgbClr val="B73513"/>
                </a:solidFill>
                <a:latin typeface="Arial"/>
                <a:ea typeface="Arial"/>
                <a:cs typeface="Arial"/>
              </a:defRPr>
            </a:lvl9pPr>
          </a:lstStyle>
          <a:p>
            <a:pPr algn="l">
              <a:lnSpc>
                <a:spcPct val="100000"/>
              </a:lnSpc>
              <a:buNone/>
              <a:defRPr sz="2175" b="1">
                <a:solidFill>
                  <a:srgbClr val="B73513"/>
                </a:solidFill>
                <a:latin typeface="Arial"/>
                <a:ea typeface="Arial"/>
                <a:cs typeface="Arial"/>
              </a:defRPr>
            </a:pPr>
            <a:r>
              <a:rPr sz="2175" b="1">
                <a:solidFill>
                  <a:srgbClr val="B73513"/>
                </a:solidFill>
                <a:latin typeface="Arial"/>
                <a:ea typeface="Arial"/>
                <a:cs typeface="Arial"/>
              </a:rPr>
              <a:t>BOOK</a:t>
            </a:r>
          </a:p>
        </p:txBody>
      </p:sp>
      <p:sp>
        <p:nvSpPr>
          <p:cNvPr id="9" name="H3">
            <a:extLst>
              <a:ext uri="{FF2B5EF4-FFF2-40B4-BE49-F238E27FC236}">
                <a16:creationId xmlns:a16="http://schemas.microsoft.com/office/drawing/2014/main" id="{09A5DAEB-1446-4380-B1FA-0981F8962A19}"/>
              </a:ext>
            </a:extLst>
          </p:cNvPr>
          <p:cNvSpPr>
            <a:spLocks noGrp="1"/>
          </p:cNvSpPr>
          <p:nvPr/>
        </p:nvSpPr>
        <p:spPr>
          <a:xfrm>
            <a:off x="3581400" y="2782342"/>
            <a:ext cx="13792200" cy="582811"/>
          </a:xfrm>
          <a:prstGeom prst="rect">
            <a:avLst/>
          </a:prstGeom>
          <a:noFill/>
          <a:ln w="0">
            <a:noFill/>
          </a:ln>
        </p:spPr>
        <p:txBody>
          <a:bodyPr wrap="square" lIns="0" tIns="0" rIns="0" bIns="0" anchor="t">
            <a:noAutofit/>
          </a:bodyPr>
          <a:lstStyle>
            <a:defPPr algn="l">
              <a:defRPr sz="3600" b="1">
                <a:solidFill>
                  <a:srgbClr val="202426"/>
                </a:solidFill>
                <a:latin typeface="Arial"/>
                <a:ea typeface="Arial"/>
                <a:cs typeface="Arial"/>
              </a:defRPr>
            </a:defPPr>
            <a:lvl1pPr algn="l">
              <a:defRPr sz="3600" b="1">
                <a:solidFill>
                  <a:srgbClr val="202426"/>
                </a:solidFill>
                <a:latin typeface="Arial"/>
                <a:ea typeface="Arial"/>
                <a:cs typeface="Arial"/>
              </a:defRPr>
            </a:lvl1pPr>
            <a:lvl2pPr algn="l">
              <a:defRPr sz="3600" b="1">
                <a:solidFill>
                  <a:srgbClr val="202426"/>
                </a:solidFill>
                <a:latin typeface="Arial"/>
                <a:ea typeface="Arial"/>
                <a:cs typeface="Arial"/>
              </a:defRPr>
            </a:lvl2pPr>
            <a:lvl3pPr algn="l">
              <a:defRPr sz="3600" b="1">
                <a:solidFill>
                  <a:srgbClr val="202426"/>
                </a:solidFill>
                <a:latin typeface="Arial"/>
                <a:ea typeface="Arial"/>
                <a:cs typeface="Arial"/>
              </a:defRPr>
            </a:lvl3pPr>
            <a:lvl4pPr algn="l">
              <a:defRPr sz="3600" b="1">
                <a:solidFill>
                  <a:srgbClr val="202426"/>
                </a:solidFill>
                <a:latin typeface="Arial"/>
                <a:ea typeface="Arial"/>
                <a:cs typeface="Arial"/>
              </a:defRPr>
            </a:lvl4pPr>
            <a:lvl5pPr algn="l">
              <a:defRPr sz="3600" b="1">
                <a:solidFill>
                  <a:srgbClr val="202426"/>
                </a:solidFill>
                <a:latin typeface="Arial"/>
                <a:ea typeface="Arial"/>
                <a:cs typeface="Arial"/>
              </a:defRPr>
            </a:lvl5pPr>
            <a:lvl6pPr algn="l">
              <a:defRPr sz="3600" b="1">
                <a:solidFill>
                  <a:srgbClr val="202426"/>
                </a:solidFill>
                <a:latin typeface="Arial"/>
                <a:ea typeface="Arial"/>
                <a:cs typeface="Arial"/>
              </a:defRPr>
            </a:lvl6pPr>
            <a:lvl7pPr algn="l">
              <a:defRPr sz="3600" b="1">
                <a:solidFill>
                  <a:srgbClr val="202426"/>
                </a:solidFill>
                <a:latin typeface="Arial"/>
                <a:ea typeface="Arial"/>
                <a:cs typeface="Arial"/>
              </a:defRPr>
            </a:lvl7pPr>
            <a:lvl8pPr algn="l">
              <a:defRPr sz="3600" b="1">
                <a:solidFill>
                  <a:srgbClr val="202426"/>
                </a:solidFill>
                <a:latin typeface="Arial"/>
                <a:ea typeface="Arial"/>
                <a:cs typeface="Arial"/>
              </a:defRPr>
            </a:lvl8pPr>
            <a:lvl9pPr algn="l">
              <a:defRPr sz="3600" b="1">
                <a:solidFill>
                  <a:srgbClr val="202426"/>
                </a:solidFill>
                <a:latin typeface="Arial"/>
                <a:ea typeface="Arial"/>
                <a:cs typeface="Arial"/>
              </a:defRPr>
            </a:lvl9pPr>
          </a:lstStyle>
          <a:p>
            <a:pPr algn="l">
              <a:lnSpc>
                <a:spcPct val="95833"/>
              </a:lnSpc>
              <a:buNone/>
              <a:defRPr sz="3600" b="1">
                <a:solidFill>
                  <a:srgbClr val="202426"/>
                </a:solidFill>
                <a:latin typeface="Arial"/>
                <a:ea typeface="Arial"/>
                <a:cs typeface="Arial"/>
              </a:defRPr>
            </a:pPr>
            <a:r>
              <a:rPr sz="3600" b="1">
                <a:solidFill>
                  <a:srgbClr val="202426"/>
                </a:solidFill>
                <a:latin typeface="Arial"/>
                <a:ea typeface="Arial"/>
                <a:cs typeface="Arial"/>
              </a:rPr>
              <a:t>The Art and Craft of Computing</a:t>
            </a:r>
          </a:p>
        </p:txBody>
      </p:sp>
      <p:sp>
        <p:nvSpPr>
          <p:cNvPr id="10" name="P">
            <a:extLst>
              <a:ext uri="{FF2B5EF4-FFF2-40B4-BE49-F238E27FC236}">
                <a16:creationId xmlns:a16="http://schemas.microsoft.com/office/drawing/2014/main" id="{818C85C0-90C9-4F0C-B8E1-D95B9B1C3432}"/>
              </a:ext>
            </a:extLst>
          </p:cNvPr>
          <p:cNvSpPr>
            <a:spLocks noGrp="1"/>
          </p:cNvSpPr>
          <p:nvPr/>
        </p:nvSpPr>
        <p:spPr>
          <a:xfrm>
            <a:off x="3581400" y="3450878"/>
            <a:ext cx="13792200" cy="481459"/>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Ceri et al. · Chapter 7: Functions and procedures</a:t>
            </a:r>
          </a:p>
        </p:txBody>
      </p:sp>
      <p:sp>
        <p:nvSpPr>
          <p:cNvPr id="11" name="label">
            <a:extLst>
              <a:ext uri="{FF2B5EF4-FFF2-40B4-BE49-F238E27FC236}">
                <a16:creationId xmlns:a16="http://schemas.microsoft.com/office/drawing/2014/main" id="{6E1BA06F-62F6-49D4-995D-A661DDEB551F}"/>
              </a:ext>
            </a:extLst>
          </p:cNvPr>
          <p:cNvSpPr>
            <a:spLocks noGrp="1"/>
          </p:cNvSpPr>
          <p:nvPr/>
        </p:nvSpPr>
        <p:spPr>
          <a:xfrm>
            <a:off x="914400" y="5172075"/>
            <a:ext cx="2286000" cy="1458516"/>
          </a:xfrm>
          <a:prstGeom prst="rect">
            <a:avLst/>
          </a:prstGeom>
          <a:noFill/>
          <a:ln w="0">
            <a:noFill/>
          </a:ln>
        </p:spPr>
        <p:txBody>
          <a:bodyPr wrap="square" lIns="0" tIns="0" rIns="0" bIns="0" anchor="t">
            <a:noAutofit/>
          </a:bodyPr>
          <a:lstStyle>
            <a:defPPr algn="l">
              <a:defRPr sz="2175" b="1">
                <a:solidFill>
                  <a:srgbClr val="B73513"/>
                </a:solidFill>
                <a:latin typeface="Arial"/>
                <a:ea typeface="Arial"/>
                <a:cs typeface="Arial"/>
              </a:defRPr>
            </a:defPPr>
            <a:lvl1pPr algn="l">
              <a:defRPr sz="2175" b="1">
                <a:solidFill>
                  <a:srgbClr val="B73513"/>
                </a:solidFill>
                <a:latin typeface="Arial"/>
                <a:ea typeface="Arial"/>
                <a:cs typeface="Arial"/>
              </a:defRPr>
            </a:lvl1pPr>
            <a:lvl2pPr algn="l">
              <a:defRPr sz="2175" b="1">
                <a:solidFill>
                  <a:srgbClr val="B73513"/>
                </a:solidFill>
                <a:latin typeface="Arial"/>
                <a:ea typeface="Arial"/>
                <a:cs typeface="Arial"/>
              </a:defRPr>
            </a:lvl2pPr>
            <a:lvl3pPr algn="l">
              <a:defRPr sz="2175" b="1">
                <a:solidFill>
                  <a:srgbClr val="B73513"/>
                </a:solidFill>
                <a:latin typeface="Arial"/>
                <a:ea typeface="Arial"/>
                <a:cs typeface="Arial"/>
              </a:defRPr>
            </a:lvl3pPr>
            <a:lvl4pPr algn="l">
              <a:defRPr sz="2175" b="1">
                <a:solidFill>
                  <a:srgbClr val="B73513"/>
                </a:solidFill>
                <a:latin typeface="Arial"/>
                <a:ea typeface="Arial"/>
                <a:cs typeface="Arial"/>
              </a:defRPr>
            </a:lvl4pPr>
            <a:lvl5pPr algn="l">
              <a:defRPr sz="2175" b="1">
                <a:solidFill>
                  <a:srgbClr val="B73513"/>
                </a:solidFill>
                <a:latin typeface="Arial"/>
                <a:ea typeface="Arial"/>
                <a:cs typeface="Arial"/>
              </a:defRPr>
            </a:lvl5pPr>
            <a:lvl6pPr algn="l">
              <a:defRPr sz="2175" b="1">
                <a:solidFill>
                  <a:srgbClr val="B73513"/>
                </a:solidFill>
                <a:latin typeface="Arial"/>
                <a:ea typeface="Arial"/>
                <a:cs typeface="Arial"/>
              </a:defRPr>
            </a:lvl6pPr>
            <a:lvl7pPr algn="l">
              <a:defRPr sz="2175" b="1">
                <a:solidFill>
                  <a:srgbClr val="B73513"/>
                </a:solidFill>
                <a:latin typeface="Arial"/>
                <a:ea typeface="Arial"/>
                <a:cs typeface="Arial"/>
              </a:defRPr>
            </a:lvl7pPr>
            <a:lvl8pPr algn="l">
              <a:defRPr sz="2175" b="1">
                <a:solidFill>
                  <a:srgbClr val="B73513"/>
                </a:solidFill>
                <a:latin typeface="Arial"/>
                <a:ea typeface="Arial"/>
                <a:cs typeface="Arial"/>
              </a:defRPr>
            </a:lvl8pPr>
            <a:lvl9pPr algn="l">
              <a:defRPr sz="2175" b="1">
                <a:solidFill>
                  <a:srgbClr val="B73513"/>
                </a:solidFill>
                <a:latin typeface="Arial"/>
                <a:ea typeface="Arial"/>
                <a:cs typeface="Arial"/>
              </a:defRPr>
            </a:lvl9pPr>
          </a:lstStyle>
          <a:p>
            <a:pPr algn="l">
              <a:lnSpc>
                <a:spcPct val="100000"/>
              </a:lnSpc>
              <a:buNone/>
              <a:defRPr sz="2175" b="1">
                <a:solidFill>
                  <a:srgbClr val="B73513"/>
                </a:solidFill>
                <a:latin typeface="Arial"/>
                <a:ea typeface="Arial"/>
                <a:cs typeface="Arial"/>
              </a:defRPr>
            </a:pPr>
            <a:r>
              <a:rPr sz="2175" b="1">
                <a:solidFill>
                  <a:srgbClr val="B73513"/>
                </a:solidFill>
                <a:latin typeface="Arial"/>
                <a:ea typeface="Arial"/>
                <a:cs typeface="Arial"/>
              </a:rPr>
              <a:t>CS50</a:t>
            </a:r>
          </a:p>
        </p:txBody>
      </p:sp>
      <p:sp>
        <p:nvSpPr>
          <p:cNvPr id="12" name="H3">
            <a:extLst>
              <a:ext uri="{FF2B5EF4-FFF2-40B4-BE49-F238E27FC236}">
                <a16:creationId xmlns:a16="http://schemas.microsoft.com/office/drawing/2014/main" id="{2866BF45-06B4-407A-A892-4CE14A1EDB9E}"/>
              </a:ext>
            </a:extLst>
          </p:cNvPr>
          <p:cNvSpPr>
            <a:spLocks noGrp="1"/>
          </p:cNvSpPr>
          <p:nvPr/>
        </p:nvSpPr>
        <p:spPr>
          <a:xfrm>
            <a:off x="3581400" y="5172075"/>
            <a:ext cx="13792200" cy="582811"/>
          </a:xfrm>
          <a:prstGeom prst="rect">
            <a:avLst/>
          </a:prstGeom>
          <a:noFill/>
          <a:ln w="0">
            <a:noFill/>
          </a:ln>
        </p:spPr>
        <p:txBody>
          <a:bodyPr wrap="square" lIns="0" tIns="0" rIns="0" bIns="0" anchor="t">
            <a:noAutofit/>
          </a:bodyPr>
          <a:lstStyle>
            <a:defPPr algn="l">
              <a:defRPr sz="3600" b="1">
                <a:solidFill>
                  <a:srgbClr val="202426"/>
                </a:solidFill>
                <a:latin typeface="Arial"/>
                <a:ea typeface="Arial"/>
                <a:cs typeface="Arial"/>
              </a:defRPr>
            </a:defPPr>
            <a:lvl1pPr algn="l">
              <a:defRPr sz="3600" b="1">
                <a:solidFill>
                  <a:srgbClr val="202426"/>
                </a:solidFill>
                <a:latin typeface="Arial"/>
                <a:ea typeface="Arial"/>
                <a:cs typeface="Arial"/>
              </a:defRPr>
            </a:lvl1pPr>
            <a:lvl2pPr algn="l">
              <a:defRPr sz="3600" b="1">
                <a:solidFill>
                  <a:srgbClr val="202426"/>
                </a:solidFill>
                <a:latin typeface="Arial"/>
                <a:ea typeface="Arial"/>
                <a:cs typeface="Arial"/>
              </a:defRPr>
            </a:lvl2pPr>
            <a:lvl3pPr algn="l">
              <a:defRPr sz="3600" b="1">
                <a:solidFill>
                  <a:srgbClr val="202426"/>
                </a:solidFill>
                <a:latin typeface="Arial"/>
                <a:ea typeface="Arial"/>
                <a:cs typeface="Arial"/>
              </a:defRPr>
            </a:lvl3pPr>
            <a:lvl4pPr algn="l">
              <a:defRPr sz="3600" b="1">
                <a:solidFill>
                  <a:srgbClr val="202426"/>
                </a:solidFill>
                <a:latin typeface="Arial"/>
                <a:ea typeface="Arial"/>
                <a:cs typeface="Arial"/>
              </a:defRPr>
            </a:lvl4pPr>
            <a:lvl5pPr algn="l">
              <a:defRPr sz="3600" b="1">
                <a:solidFill>
                  <a:srgbClr val="202426"/>
                </a:solidFill>
                <a:latin typeface="Arial"/>
                <a:ea typeface="Arial"/>
                <a:cs typeface="Arial"/>
              </a:defRPr>
            </a:lvl5pPr>
            <a:lvl6pPr algn="l">
              <a:defRPr sz="3600" b="1">
                <a:solidFill>
                  <a:srgbClr val="202426"/>
                </a:solidFill>
                <a:latin typeface="Arial"/>
                <a:ea typeface="Arial"/>
                <a:cs typeface="Arial"/>
              </a:defRPr>
            </a:lvl6pPr>
            <a:lvl7pPr algn="l">
              <a:defRPr sz="3600" b="1">
                <a:solidFill>
                  <a:srgbClr val="202426"/>
                </a:solidFill>
                <a:latin typeface="Arial"/>
                <a:ea typeface="Arial"/>
                <a:cs typeface="Arial"/>
              </a:defRPr>
            </a:lvl7pPr>
            <a:lvl8pPr algn="l">
              <a:defRPr sz="3600" b="1">
                <a:solidFill>
                  <a:srgbClr val="202426"/>
                </a:solidFill>
                <a:latin typeface="Arial"/>
                <a:ea typeface="Arial"/>
                <a:cs typeface="Arial"/>
              </a:defRPr>
            </a:lvl8pPr>
            <a:lvl9pPr algn="l">
              <a:defRPr sz="3600" b="1">
                <a:solidFill>
                  <a:srgbClr val="202426"/>
                </a:solidFill>
                <a:latin typeface="Arial"/>
                <a:ea typeface="Arial"/>
                <a:cs typeface="Arial"/>
              </a:defRPr>
            </a:lvl9pPr>
          </a:lstStyle>
          <a:p>
            <a:pPr algn="l">
              <a:lnSpc>
                <a:spcPct val="95833"/>
              </a:lnSpc>
              <a:buNone/>
              <a:defRPr sz="3600" b="1">
                <a:solidFill>
                  <a:srgbClr val="202426"/>
                </a:solidFill>
                <a:latin typeface="Arial"/>
                <a:ea typeface="Arial"/>
                <a:cs typeface="Arial"/>
              </a:defRPr>
            </a:pPr>
            <a:r>
              <a:rPr sz="3600" b="1" u="none">
                <a:solidFill>
                  <a:srgbClr val="B73513"/>
                </a:solidFill>
                <a:latin typeface="Arial"/>
                <a:ea typeface="Arial"/>
                <a:cs typeface="Arial"/>
              </a:rPr>
              <a:t>Harvard’s CS50</a:t>
            </a:r>
          </a:p>
        </p:txBody>
      </p:sp>
      <p:sp>
        <p:nvSpPr>
          <p:cNvPr id="13" name="P">
            <a:extLst>
              <a:ext uri="{FF2B5EF4-FFF2-40B4-BE49-F238E27FC236}">
                <a16:creationId xmlns:a16="http://schemas.microsoft.com/office/drawing/2014/main" id="{1D7FE7F5-83D6-40B2-ADA4-70EF3782CAD7}"/>
              </a:ext>
            </a:extLst>
          </p:cNvPr>
          <p:cNvSpPr>
            <a:spLocks noGrp="1"/>
          </p:cNvSpPr>
          <p:nvPr/>
        </p:nvSpPr>
        <p:spPr>
          <a:xfrm>
            <a:off x="3581400" y="5840611"/>
            <a:ext cx="13792200" cy="481459"/>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Scratch custom blocks, C functions and step-by-step examples</a:t>
            </a:r>
          </a:p>
        </p:txBody>
      </p:sp>
      <p:sp>
        <p:nvSpPr>
          <p:cNvPr id="14" name="caption">
            <a:extLst>
              <a:ext uri="{FF2B5EF4-FFF2-40B4-BE49-F238E27FC236}">
                <a16:creationId xmlns:a16="http://schemas.microsoft.com/office/drawing/2014/main" id="{91FB5339-3B3C-4E25-80C5-2FA2F1E9C8FE}"/>
              </a:ext>
            </a:extLst>
          </p:cNvPr>
          <p:cNvSpPr>
            <a:spLocks noGrp="1"/>
          </p:cNvSpPr>
          <p:nvPr/>
        </p:nvSpPr>
        <p:spPr>
          <a:xfrm>
            <a:off x="3581400" y="6264920"/>
            <a:ext cx="13792200" cy="365671"/>
          </a:xfrm>
          <a:prstGeom prst="rect">
            <a:avLst/>
          </a:prstGeom>
          <a:noFill/>
          <a:ln w="0">
            <a:noFill/>
          </a:ln>
        </p:spPr>
        <p:txBody>
          <a:bodyPr wrap="square" lIns="0" tIns="0" rIns="0" bIns="0" anchor="t">
            <a:noAutofit/>
          </a:bodyPr>
          <a:lstStyle>
            <a:defPPr algn="l">
              <a:defRPr sz="1800" b="0">
                <a:solidFill>
                  <a:srgbClr val="596167"/>
                </a:solidFill>
                <a:latin typeface="Arial"/>
                <a:ea typeface="Arial"/>
                <a:cs typeface="Arial"/>
              </a:defRPr>
            </a:defPPr>
            <a:lvl1pPr algn="l">
              <a:defRPr sz="1800" b="0">
                <a:solidFill>
                  <a:srgbClr val="596167"/>
                </a:solidFill>
                <a:latin typeface="Arial"/>
                <a:ea typeface="Arial"/>
                <a:cs typeface="Arial"/>
              </a:defRPr>
            </a:lvl1pPr>
            <a:lvl2pPr algn="l">
              <a:defRPr sz="1800" b="0">
                <a:solidFill>
                  <a:srgbClr val="596167"/>
                </a:solidFill>
                <a:latin typeface="Arial"/>
                <a:ea typeface="Arial"/>
                <a:cs typeface="Arial"/>
              </a:defRPr>
            </a:lvl2pPr>
            <a:lvl3pPr algn="l">
              <a:defRPr sz="1800" b="0">
                <a:solidFill>
                  <a:srgbClr val="596167"/>
                </a:solidFill>
                <a:latin typeface="Arial"/>
                <a:ea typeface="Arial"/>
                <a:cs typeface="Arial"/>
              </a:defRPr>
            </a:lvl3pPr>
            <a:lvl4pPr algn="l">
              <a:defRPr sz="1800" b="0">
                <a:solidFill>
                  <a:srgbClr val="596167"/>
                </a:solidFill>
                <a:latin typeface="Arial"/>
                <a:ea typeface="Arial"/>
                <a:cs typeface="Arial"/>
              </a:defRPr>
            </a:lvl4pPr>
            <a:lvl5pPr algn="l">
              <a:defRPr sz="1800" b="0">
                <a:solidFill>
                  <a:srgbClr val="596167"/>
                </a:solidFill>
                <a:latin typeface="Arial"/>
                <a:ea typeface="Arial"/>
                <a:cs typeface="Arial"/>
              </a:defRPr>
            </a:lvl5pPr>
            <a:lvl6pPr algn="l">
              <a:defRPr sz="1800" b="0">
                <a:solidFill>
                  <a:srgbClr val="596167"/>
                </a:solidFill>
                <a:latin typeface="Arial"/>
                <a:ea typeface="Arial"/>
                <a:cs typeface="Arial"/>
              </a:defRPr>
            </a:lvl6pPr>
            <a:lvl7pPr algn="l">
              <a:defRPr sz="1800" b="0">
                <a:solidFill>
                  <a:srgbClr val="596167"/>
                </a:solidFill>
                <a:latin typeface="Arial"/>
                <a:ea typeface="Arial"/>
                <a:cs typeface="Arial"/>
              </a:defRPr>
            </a:lvl7pPr>
            <a:lvl8pPr algn="l">
              <a:defRPr sz="1800" b="0">
                <a:solidFill>
                  <a:srgbClr val="596167"/>
                </a:solidFill>
                <a:latin typeface="Arial"/>
                <a:ea typeface="Arial"/>
                <a:cs typeface="Arial"/>
              </a:defRPr>
            </a:lvl8pPr>
            <a:lvl9pPr algn="l">
              <a:defRPr sz="1800" b="0">
                <a:solidFill>
                  <a:srgbClr val="596167"/>
                </a:solidFill>
                <a:latin typeface="Arial"/>
                <a:ea typeface="Arial"/>
                <a:cs typeface="Arial"/>
              </a:defRPr>
            </a:lvl9pPr>
          </a:lstStyle>
          <a:p>
            <a:pPr algn="l">
              <a:lnSpc>
                <a:spcPct val="112500"/>
              </a:lnSpc>
              <a:buNone/>
              <a:defRPr sz="1800" b="0">
                <a:solidFill>
                  <a:srgbClr val="596167"/>
                </a:solidFill>
                <a:latin typeface="Arial"/>
                <a:ea typeface="Arial"/>
                <a:cs typeface="Arial"/>
              </a:defRPr>
            </a:pPr>
            <a:r>
              <a:rPr sz="1800" b="0">
                <a:solidFill>
                  <a:srgbClr val="596167"/>
                </a:solidFill>
                <a:latin typeface="Arial"/>
                <a:ea typeface="Arial"/>
                <a:cs typeface="Arial"/>
              </a:rPr>
              <a:t>Teaching ideas adapted with attribution · </a:t>
            </a:r>
            <a:r>
              <a:rPr sz="1800" b="0" u="none">
                <a:solidFill>
                  <a:srgbClr val="B73513"/>
                </a:solidFill>
                <a:latin typeface="Arial"/>
                <a:ea typeface="Arial"/>
                <a:cs typeface="Arial"/>
              </a:rPr>
              <a:t>CC BY-NC-SA 4.0</a:t>
            </a:r>
          </a:p>
        </p:txBody>
      </p:sp>
      <p:sp>
        <p:nvSpPr>
          <p:cNvPr id="15" name="label">
            <a:extLst>
              <a:ext uri="{FF2B5EF4-FFF2-40B4-BE49-F238E27FC236}">
                <a16:creationId xmlns:a16="http://schemas.microsoft.com/office/drawing/2014/main" id="{F4450FAB-D1B9-41B0-AF31-BE221A5FB34A}"/>
              </a:ext>
            </a:extLst>
          </p:cNvPr>
          <p:cNvSpPr>
            <a:spLocks noGrp="1"/>
          </p:cNvSpPr>
          <p:nvPr/>
        </p:nvSpPr>
        <p:spPr>
          <a:xfrm>
            <a:off x="1257300" y="7879705"/>
            <a:ext cx="2286000" cy="1149995"/>
          </a:xfrm>
          <a:prstGeom prst="rect">
            <a:avLst/>
          </a:prstGeom>
          <a:noFill/>
          <a:ln w="0">
            <a:noFill/>
          </a:ln>
        </p:spPr>
        <p:txBody>
          <a:bodyPr wrap="square" lIns="0" tIns="0" rIns="0" bIns="0" anchor="t">
            <a:noAutofit/>
          </a:bodyPr>
          <a:lstStyle>
            <a:defPPr algn="l">
              <a:defRPr sz="2175" b="1">
                <a:solidFill>
                  <a:srgbClr val="B73513"/>
                </a:solidFill>
                <a:latin typeface="Arial"/>
                <a:ea typeface="Arial"/>
                <a:cs typeface="Arial"/>
              </a:defRPr>
            </a:defPPr>
            <a:lvl1pPr algn="l">
              <a:defRPr sz="2175" b="1">
                <a:solidFill>
                  <a:srgbClr val="B73513"/>
                </a:solidFill>
                <a:latin typeface="Arial"/>
                <a:ea typeface="Arial"/>
                <a:cs typeface="Arial"/>
              </a:defRPr>
            </a:lvl1pPr>
            <a:lvl2pPr algn="l">
              <a:defRPr sz="2175" b="1">
                <a:solidFill>
                  <a:srgbClr val="B73513"/>
                </a:solidFill>
                <a:latin typeface="Arial"/>
                <a:ea typeface="Arial"/>
                <a:cs typeface="Arial"/>
              </a:defRPr>
            </a:lvl2pPr>
            <a:lvl3pPr algn="l">
              <a:defRPr sz="2175" b="1">
                <a:solidFill>
                  <a:srgbClr val="B73513"/>
                </a:solidFill>
                <a:latin typeface="Arial"/>
                <a:ea typeface="Arial"/>
                <a:cs typeface="Arial"/>
              </a:defRPr>
            </a:lvl3pPr>
            <a:lvl4pPr algn="l">
              <a:defRPr sz="2175" b="1">
                <a:solidFill>
                  <a:srgbClr val="B73513"/>
                </a:solidFill>
                <a:latin typeface="Arial"/>
                <a:ea typeface="Arial"/>
                <a:cs typeface="Arial"/>
              </a:defRPr>
            </a:lvl4pPr>
            <a:lvl5pPr algn="l">
              <a:defRPr sz="2175" b="1">
                <a:solidFill>
                  <a:srgbClr val="B73513"/>
                </a:solidFill>
                <a:latin typeface="Arial"/>
                <a:ea typeface="Arial"/>
                <a:cs typeface="Arial"/>
              </a:defRPr>
            </a:lvl5pPr>
            <a:lvl6pPr algn="l">
              <a:defRPr sz="2175" b="1">
                <a:solidFill>
                  <a:srgbClr val="B73513"/>
                </a:solidFill>
                <a:latin typeface="Arial"/>
                <a:ea typeface="Arial"/>
                <a:cs typeface="Arial"/>
              </a:defRPr>
            </a:lvl6pPr>
            <a:lvl7pPr algn="l">
              <a:defRPr sz="2175" b="1">
                <a:solidFill>
                  <a:srgbClr val="B73513"/>
                </a:solidFill>
                <a:latin typeface="Arial"/>
                <a:ea typeface="Arial"/>
                <a:cs typeface="Arial"/>
              </a:defRPr>
            </a:lvl7pPr>
            <a:lvl8pPr algn="l">
              <a:defRPr sz="2175" b="1">
                <a:solidFill>
                  <a:srgbClr val="B73513"/>
                </a:solidFill>
                <a:latin typeface="Arial"/>
                <a:ea typeface="Arial"/>
                <a:cs typeface="Arial"/>
              </a:defRPr>
            </a:lvl8pPr>
            <a:lvl9pPr algn="l">
              <a:defRPr sz="2175" b="1">
                <a:solidFill>
                  <a:srgbClr val="B73513"/>
                </a:solidFill>
                <a:latin typeface="Arial"/>
                <a:ea typeface="Arial"/>
                <a:cs typeface="Arial"/>
              </a:defRPr>
            </a:lvl9pPr>
          </a:lstStyle>
          <a:p>
            <a:pPr algn="l">
              <a:lnSpc>
                <a:spcPct val="100000"/>
              </a:lnSpc>
              <a:buNone/>
              <a:defRPr sz="2175" b="1">
                <a:solidFill>
                  <a:srgbClr val="B73513"/>
                </a:solidFill>
                <a:latin typeface="Arial"/>
                <a:ea typeface="Arial"/>
                <a:cs typeface="Arial"/>
              </a:defRPr>
            </a:pPr>
            <a:r>
              <a:rPr sz="2175" b="1">
                <a:solidFill>
                  <a:srgbClr val="B73513"/>
                </a:solidFill>
                <a:latin typeface="Arial"/>
                <a:ea typeface="Arial"/>
                <a:cs typeface="Arial"/>
              </a:rPr>
              <a:t>CLASSROOM IDEA</a:t>
            </a:r>
          </a:p>
        </p:txBody>
      </p:sp>
      <p:sp>
        <p:nvSpPr>
          <p:cNvPr id="16" name="H3">
            <a:extLst>
              <a:ext uri="{FF2B5EF4-FFF2-40B4-BE49-F238E27FC236}">
                <a16:creationId xmlns:a16="http://schemas.microsoft.com/office/drawing/2014/main" id="{32BBA030-3D21-40D9-9724-013CA565422B}"/>
              </a:ext>
            </a:extLst>
          </p:cNvPr>
          <p:cNvSpPr>
            <a:spLocks noGrp="1"/>
          </p:cNvSpPr>
          <p:nvPr/>
        </p:nvSpPr>
        <p:spPr>
          <a:xfrm>
            <a:off x="3924300" y="7879705"/>
            <a:ext cx="13163550" cy="582811"/>
          </a:xfrm>
          <a:prstGeom prst="rect">
            <a:avLst/>
          </a:prstGeom>
          <a:noFill/>
          <a:ln w="0">
            <a:noFill/>
          </a:ln>
        </p:spPr>
        <p:txBody>
          <a:bodyPr wrap="square" lIns="0" tIns="0" rIns="0" bIns="0" anchor="t">
            <a:noAutofit/>
          </a:bodyPr>
          <a:lstStyle>
            <a:defPPr algn="l">
              <a:defRPr sz="3600" b="1">
                <a:solidFill>
                  <a:srgbClr val="202426"/>
                </a:solidFill>
                <a:latin typeface="Arial"/>
                <a:ea typeface="Arial"/>
                <a:cs typeface="Arial"/>
              </a:defRPr>
            </a:defPPr>
            <a:lvl1pPr algn="l">
              <a:defRPr sz="3600" b="1">
                <a:solidFill>
                  <a:srgbClr val="202426"/>
                </a:solidFill>
                <a:latin typeface="Arial"/>
                <a:ea typeface="Arial"/>
                <a:cs typeface="Arial"/>
              </a:defRPr>
            </a:lvl1pPr>
            <a:lvl2pPr algn="l">
              <a:defRPr sz="3600" b="1">
                <a:solidFill>
                  <a:srgbClr val="202426"/>
                </a:solidFill>
                <a:latin typeface="Arial"/>
                <a:ea typeface="Arial"/>
                <a:cs typeface="Arial"/>
              </a:defRPr>
            </a:lvl2pPr>
            <a:lvl3pPr algn="l">
              <a:defRPr sz="3600" b="1">
                <a:solidFill>
                  <a:srgbClr val="202426"/>
                </a:solidFill>
                <a:latin typeface="Arial"/>
                <a:ea typeface="Arial"/>
                <a:cs typeface="Arial"/>
              </a:defRPr>
            </a:lvl3pPr>
            <a:lvl4pPr algn="l">
              <a:defRPr sz="3600" b="1">
                <a:solidFill>
                  <a:srgbClr val="202426"/>
                </a:solidFill>
                <a:latin typeface="Arial"/>
                <a:ea typeface="Arial"/>
                <a:cs typeface="Arial"/>
              </a:defRPr>
            </a:lvl4pPr>
            <a:lvl5pPr algn="l">
              <a:defRPr sz="3600" b="1">
                <a:solidFill>
                  <a:srgbClr val="202426"/>
                </a:solidFill>
                <a:latin typeface="Arial"/>
                <a:ea typeface="Arial"/>
                <a:cs typeface="Arial"/>
              </a:defRPr>
            </a:lvl5pPr>
            <a:lvl6pPr algn="l">
              <a:defRPr sz="3600" b="1">
                <a:solidFill>
                  <a:srgbClr val="202426"/>
                </a:solidFill>
                <a:latin typeface="Arial"/>
                <a:ea typeface="Arial"/>
                <a:cs typeface="Arial"/>
              </a:defRPr>
            </a:lvl6pPr>
            <a:lvl7pPr algn="l">
              <a:defRPr sz="3600" b="1">
                <a:solidFill>
                  <a:srgbClr val="202426"/>
                </a:solidFill>
                <a:latin typeface="Arial"/>
                <a:ea typeface="Arial"/>
                <a:cs typeface="Arial"/>
              </a:defRPr>
            </a:lvl7pPr>
            <a:lvl8pPr algn="l">
              <a:defRPr sz="3600" b="1">
                <a:solidFill>
                  <a:srgbClr val="202426"/>
                </a:solidFill>
                <a:latin typeface="Arial"/>
                <a:ea typeface="Arial"/>
                <a:cs typeface="Arial"/>
              </a:defRPr>
            </a:lvl8pPr>
            <a:lvl9pPr algn="l">
              <a:defRPr sz="3600" b="1">
                <a:solidFill>
                  <a:srgbClr val="202426"/>
                </a:solidFill>
                <a:latin typeface="Arial"/>
                <a:ea typeface="Arial"/>
                <a:cs typeface="Arial"/>
              </a:defRPr>
            </a:lvl9pPr>
          </a:lstStyle>
          <a:p>
            <a:pPr algn="l">
              <a:lnSpc>
                <a:spcPct val="95833"/>
              </a:lnSpc>
              <a:buNone/>
              <a:defRPr sz="3600" b="1">
                <a:solidFill>
                  <a:srgbClr val="202426"/>
                </a:solidFill>
                <a:latin typeface="Arial"/>
                <a:ea typeface="Arial"/>
                <a:cs typeface="Arial"/>
              </a:defRPr>
            </a:pPr>
            <a:r>
              <a:rPr sz="3600" b="1">
                <a:solidFill>
                  <a:srgbClr val="202426"/>
                </a:solidFill>
                <a:latin typeface="Arial"/>
                <a:ea typeface="Arial"/>
                <a:cs typeface="Arial"/>
              </a:rPr>
              <a:t>Coffee machine</a:t>
            </a:r>
          </a:p>
        </p:txBody>
      </p:sp>
      <p:sp>
        <p:nvSpPr>
          <p:cNvPr id="17" name="P">
            <a:extLst>
              <a:ext uri="{FF2B5EF4-FFF2-40B4-BE49-F238E27FC236}">
                <a16:creationId xmlns:a16="http://schemas.microsoft.com/office/drawing/2014/main" id="{D3C894A1-CA6A-41DE-AF42-26E41B984B3A}"/>
              </a:ext>
            </a:extLst>
          </p:cNvPr>
          <p:cNvSpPr>
            <a:spLocks noGrp="1"/>
          </p:cNvSpPr>
          <p:nvPr/>
        </p:nvSpPr>
        <p:spPr>
          <a:xfrm>
            <a:off x="3924300" y="8548241"/>
            <a:ext cx="13163550" cy="481459"/>
          </a:xfrm>
          <a:prstGeom prst="rect">
            <a:avLst/>
          </a:prstGeom>
          <a:noFill/>
          <a:ln w="0">
            <a:noFill/>
          </a:ln>
        </p:spPr>
        <p:txBody>
          <a:bodyPr wrap="square" lIns="0" tIns="0" rIns="0" bIns="0" anchor="t">
            <a:noAutofit/>
          </a:bodyPr>
          <a:lstStyle>
            <a:defPPr algn="l">
              <a:defRPr sz="2475" b="0">
                <a:solidFill>
                  <a:srgbClr val="202426"/>
                </a:solidFill>
                <a:latin typeface="Arial"/>
                <a:ea typeface="Arial"/>
                <a:cs typeface="Arial"/>
              </a:defRPr>
            </a:defPPr>
            <a:lvl1pPr algn="l">
              <a:defRPr sz="2475" b="0">
                <a:solidFill>
                  <a:srgbClr val="202426"/>
                </a:solidFill>
                <a:latin typeface="Arial"/>
                <a:ea typeface="Arial"/>
                <a:cs typeface="Arial"/>
              </a:defRPr>
            </a:lvl1pPr>
            <a:lvl2pPr algn="l">
              <a:defRPr sz="2475" b="0">
                <a:solidFill>
                  <a:srgbClr val="202426"/>
                </a:solidFill>
                <a:latin typeface="Arial"/>
                <a:ea typeface="Arial"/>
                <a:cs typeface="Arial"/>
              </a:defRPr>
            </a:lvl2pPr>
            <a:lvl3pPr algn="l">
              <a:defRPr sz="2475" b="0">
                <a:solidFill>
                  <a:srgbClr val="202426"/>
                </a:solidFill>
                <a:latin typeface="Arial"/>
                <a:ea typeface="Arial"/>
                <a:cs typeface="Arial"/>
              </a:defRPr>
            </a:lvl3pPr>
            <a:lvl4pPr algn="l">
              <a:defRPr sz="2475" b="0">
                <a:solidFill>
                  <a:srgbClr val="202426"/>
                </a:solidFill>
                <a:latin typeface="Arial"/>
                <a:ea typeface="Arial"/>
                <a:cs typeface="Arial"/>
              </a:defRPr>
            </a:lvl4pPr>
            <a:lvl5pPr algn="l">
              <a:defRPr sz="2475" b="0">
                <a:solidFill>
                  <a:srgbClr val="202426"/>
                </a:solidFill>
                <a:latin typeface="Arial"/>
                <a:ea typeface="Arial"/>
                <a:cs typeface="Arial"/>
              </a:defRPr>
            </a:lvl5pPr>
            <a:lvl6pPr algn="l">
              <a:defRPr sz="2475" b="0">
                <a:solidFill>
                  <a:srgbClr val="202426"/>
                </a:solidFill>
                <a:latin typeface="Arial"/>
                <a:ea typeface="Arial"/>
                <a:cs typeface="Arial"/>
              </a:defRPr>
            </a:lvl6pPr>
            <a:lvl7pPr algn="l">
              <a:defRPr sz="2475" b="0">
                <a:solidFill>
                  <a:srgbClr val="202426"/>
                </a:solidFill>
                <a:latin typeface="Arial"/>
                <a:ea typeface="Arial"/>
                <a:cs typeface="Arial"/>
              </a:defRPr>
            </a:lvl7pPr>
            <a:lvl8pPr algn="l">
              <a:defRPr sz="2475" b="0">
                <a:solidFill>
                  <a:srgbClr val="202426"/>
                </a:solidFill>
                <a:latin typeface="Arial"/>
                <a:ea typeface="Arial"/>
                <a:cs typeface="Arial"/>
              </a:defRPr>
            </a:lvl8pPr>
            <a:lvl9pPr algn="l">
              <a:defRPr sz="2475" b="0">
                <a:solidFill>
                  <a:srgbClr val="202426"/>
                </a:solidFill>
                <a:latin typeface="Arial"/>
                <a:ea typeface="Arial"/>
                <a:cs typeface="Arial"/>
              </a:defRPr>
            </a:lvl9pPr>
          </a:lstStyle>
          <a:p>
            <a:pPr algn="l">
              <a:lnSpc>
                <a:spcPct val="112500"/>
              </a:lnSpc>
              <a:buNone/>
              <a:defRPr sz="2475" b="0">
                <a:solidFill>
                  <a:srgbClr val="202426"/>
                </a:solidFill>
                <a:latin typeface="Arial"/>
                <a:ea typeface="Arial"/>
                <a:cs typeface="Arial"/>
              </a:defRPr>
            </a:pPr>
            <a:r>
              <a:rPr sz="2475" b="0">
                <a:solidFill>
                  <a:srgbClr val="202426"/>
                </a:solidFill>
                <a:latin typeface="Arial"/>
                <a:ea typeface="Arial"/>
                <a:cs typeface="Arial"/>
              </a:rPr>
              <a:t>Proposed by Rakhmonberdi</a:t>
            </a:r>
          </a:p>
        </p:txBody>
      </p:sp>
      <p:sp>
        <p:nvSpPr>
          <p:cNvPr id="19" name="page-number">
            <a:extLst>
              <a:ext uri="{FF2B5EF4-FFF2-40B4-BE49-F238E27FC236}">
                <a16:creationId xmlns:a16="http://schemas.microsoft.com/office/drawing/2014/main" id="{81C8F1EF-F073-4945-BF55-8DD616CC7416}"/>
              </a:ext>
            </a:extLst>
          </p:cNvPr>
          <p:cNvSpPr>
            <a:spLocks noGrp="1"/>
          </p:cNvSpPr>
          <p:nvPr/>
        </p:nvSpPr>
        <p:spPr>
          <a:xfrm>
            <a:off x="16611600" y="9781282"/>
            <a:ext cx="762000" cy="297061"/>
          </a:xfrm>
          <a:prstGeom prst="rect">
            <a:avLst/>
          </a:prstGeom>
          <a:noFill/>
          <a:ln w="0">
            <a:noFill/>
          </a:ln>
        </p:spPr>
        <p:txBody>
          <a:bodyPr wrap="square" lIns="0" tIns="0" rIns="0" bIns="0" anchor="t">
            <a:noAutofit/>
          </a:bodyPr>
          <a:lstStyle>
            <a:defPPr algn="r">
              <a:defRPr sz="1575" b="0">
                <a:solidFill>
                  <a:srgbClr val="596167"/>
                </a:solidFill>
                <a:latin typeface="Arial"/>
                <a:ea typeface="Arial"/>
                <a:cs typeface="Arial"/>
              </a:defRPr>
            </a:defPPr>
            <a:lvl1pPr algn="r">
              <a:defRPr sz="1575" b="0">
                <a:solidFill>
                  <a:srgbClr val="596167"/>
                </a:solidFill>
                <a:latin typeface="Arial"/>
                <a:ea typeface="Arial"/>
                <a:cs typeface="Arial"/>
              </a:defRPr>
            </a:lvl1pPr>
            <a:lvl2pPr algn="r">
              <a:defRPr sz="1575" b="0">
                <a:solidFill>
                  <a:srgbClr val="596167"/>
                </a:solidFill>
                <a:latin typeface="Arial"/>
                <a:ea typeface="Arial"/>
                <a:cs typeface="Arial"/>
              </a:defRPr>
            </a:lvl2pPr>
            <a:lvl3pPr algn="r">
              <a:defRPr sz="1575" b="0">
                <a:solidFill>
                  <a:srgbClr val="596167"/>
                </a:solidFill>
                <a:latin typeface="Arial"/>
                <a:ea typeface="Arial"/>
                <a:cs typeface="Arial"/>
              </a:defRPr>
            </a:lvl3pPr>
            <a:lvl4pPr algn="r">
              <a:defRPr sz="1575" b="0">
                <a:solidFill>
                  <a:srgbClr val="596167"/>
                </a:solidFill>
                <a:latin typeface="Arial"/>
                <a:ea typeface="Arial"/>
                <a:cs typeface="Arial"/>
              </a:defRPr>
            </a:lvl4pPr>
            <a:lvl5pPr algn="r">
              <a:defRPr sz="1575" b="0">
                <a:solidFill>
                  <a:srgbClr val="596167"/>
                </a:solidFill>
                <a:latin typeface="Arial"/>
                <a:ea typeface="Arial"/>
                <a:cs typeface="Arial"/>
              </a:defRPr>
            </a:lvl5pPr>
            <a:lvl6pPr algn="r">
              <a:defRPr sz="1575" b="0">
                <a:solidFill>
                  <a:srgbClr val="596167"/>
                </a:solidFill>
                <a:latin typeface="Arial"/>
                <a:ea typeface="Arial"/>
                <a:cs typeface="Arial"/>
              </a:defRPr>
            </a:lvl6pPr>
            <a:lvl7pPr algn="r">
              <a:defRPr sz="1575" b="0">
                <a:solidFill>
                  <a:srgbClr val="596167"/>
                </a:solidFill>
                <a:latin typeface="Arial"/>
                <a:ea typeface="Arial"/>
                <a:cs typeface="Arial"/>
              </a:defRPr>
            </a:lvl7pPr>
            <a:lvl8pPr algn="r">
              <a:defRPr sz="1575" b="0">
                <a:solidFill>
                  <a:srgbClr val="596167"/>
                </a:solidFill>
                <a:latin typeface="Arial"/>
                <a:ea typeface="Arial"/>
                <a:cs typeface="Arial"/>
              </a:defRPr>
            </a:lvl8pPr>
            <a:lvl9pPr algn="r">
              <a:defRPr sz="1575" b="0">
                <a:solidFill>
                  <a:srgbClr val="596167"/>
                </a:solidFill>
                <a:latin typeface="Arial"/>
                <a:ea typeface="Arial"/>
                <a:cs typeface="Arial"/>
              </a:defRPr>
            </a:lvl9pPr>
          </a:lstStyle>
          <a:p>
            <a:pPr algn="r">
              <a:lnSpc>
                <a:spcPct val="100000"/>
              </a:lnSpc>
              <a:buNone/>
              <a:defRPr sz="1575" b="0">
                <a:solidFill>
                  <a:srgbClr val="596167"/>
                </a:solidFill>
                <a:latin typeface="Arial"/>
                <a:ea typeface="Arial"/>
                <a:cs typeface="Arial"/>
              </a:defRPr>
            </a:pPr>
            <a:r>
              <a:rPr sz="1575" b="0">
                <a:solidFill>
                  <a:srgbClr val="596167"/>
                </a:solidFill>
                <a:latin typeface="Arial"/>
                <a:ea typeface="Arial"/>
                <a:cs typeface="Arial"/>
              </a:rPr>
              <a:t xml:space="preserve">16</a:t>
            </a:r>
          </a:p>
        </p:txBody>
      </p:sp>
      <p:pic>
        <p:nvPicPr>
          <p:cNvPr id="20" name="Picture 19">
            <a:extLst>
              <a:ext uri="{FF2B5EF4-FFF2-40B4-BE49-F238E27FC236}">
                <a16:creationId xmlns:a16="http://schemas.microsoft.com/office/drawing/2014/main" id="{7FCAC4E6-1EC3-4429-BB70-115138006B56}"/>
              </a:ext>
            </a:extLst>
          </p:cNvPr>
          <p:cNvPicPr>
            <a:picLocks noChangeAspect="1"/>
          </p:cNvPicPr>
          <p:nvPr/>
        </p:nvPicPr>
        <p:blipFill>
          <a:blip r:embed="rId6"/>
          <a:stretch/>
        </p:blipFill>
        <p:spPr>
          <a:xfrm>
            <a:off x="16592589" y="611386"/>
            <a:ext cx="780972" cy="510778"/>
          </a:xfrm>
          <a:prstGeom prst="rect">
            <a:avLst/>
          </a:prstGeom>
        </p:spPr>
      </p:pic>
    </p:spTree>
    <p:extLst>
      <p:ext uri="{BB962C8B-B14F-4D97-AF65-F5344CB8AC3E}">
        <p14:creationId xmlns:p14="http://schemas.microsoft.com/office/powerpoint/2010/main" val="2819984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f65547c6-cadc-4a2f-81fe-fc2502e79a76"/>
  <p:tag name="SLIDO_EVENT_UUID" val="009b7a42-8a77-4f4e-b85d-50703d70e957"/>
  <p:tag name="SLIDO_EVENT_SECTION_UUID" val="55461559-7960-4086-88a8-fd3ea55b3004"/>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9310f735-58bd-4008-9d97-1d08b6aab4c0"/>
  <p:tag name="SLIDO_KEEP_POLL_ACTIVE" val="false"/>
  <p:tag name="SLIDO_TIMELINE" val="W3sic2hvd0NvcnJlY3RBbnN3ZXJzIjpmYWxzZSwic2hvd1Jlc3VsdHMiOmZhbHNlLCJwb2xsUXVlc3Rpb25VdWlkIjoiNmJjMmYwYmMtNjM1ZC00MjE5LWIzNjgtYjk0ZDI3NmI0NzJjIn0seyJzaG93Q29ycmVjdEFuc3dlcnMiOnRydWUsInNob3dSZXN1bHRzIjp0cnVlLCJwb2xsUXVlc3Rpb25VdWlkIjoiNmJjMmYwYmMtNjM1ZC00MjE5LWIzNjgtYjk0ZDI3NmI0NzJjIn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ELEMENT" val="footer"/>
</p:tagLst>
</file>

<file path=ppt/tags/tag6.xml><?xml version="1.0" encoding="utf-8"?>
<p:tagLst xmlns:a="http://schemas.openxmlformats.org/drawingml/2006/main" xmlns:r="http://schemas.openxmlformats.org/officeDocument/2006/relationships" xmlns:p="http://schemas.openxmlformats.org/presentationml/2006/main">
  <p:tag name="SLIDO_ELEMENT" val="corner"/>
</p:tagLst>
</file>

<file path=ppt/tags/tag7.xml><?xml version="1.0" encoding="utf-8"?>
<p:tagLst xmlns:a="http://schemas.openxmlformats.org/drawingml/2006/main" xmlns:r="http://schemas.openxmlformats.org/officeDocument/2006/relationships" xmlns:p="http://schemas.openxmlformats.org/presentationml/2006/main">
  <p:tag name="SLIDO_TYPE" val="SlidoPoll"/>
  <p:tag name="SLIDO_POLL_UUID" val="c4c1638e-c723-48e0-9275-d01d35659dbf"/>
  <p:tag name="SLIDO_KEEP_POLL_ACTIVE" val="false"/>
  <p:tag name="SLIDO_TIMELINE" val="W3sic2hvd1Jlc3VsdHMiOmZhbHNlLCJwb2xsUXVlc3Rpb25VdWlkIjoiZTQ4ODhiZjQtYjk2NC00N2M5LWEzZjktNWRiMjM4OGEwYWUyIiwic2hvd0NvcnJlY3RBbnN3ZXJzIjpmYWxzZX0seyJzaG93UmVzdWx0cyI6dHJ1ZSwicG9sbFF1ZXN0aW9uVXVpZCI6ImU0ODg4YmY0LWI5NjQtNDdjOS1hM2Y5LTVkYjIzODhhMGFlMiIsInNob3dDb3JyZWN0QW5zd2VycyI6dHJ1ZX1d"/>
</p:tagLst>
</file>

<file path=ppt/tags/tag8.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9.xml><?xml version="1.0" encoding="utf-8"?>
<p:tagLst xmlns:a="http://schemas.openxmlformats.org/drawingml/2006/main" xmlns:r="http://schemas.openxmlformats.org/officeDocument/2006/relationships" xmlns:p="http://schemas.openxmlformats.org/presentationml/2006/main">
  <p:tag name="SLIDO_ELEMENT" val="title"/>
</p:tagLst>
</file>

<file path=ppt/tags/tag10.xml><?xml version="1.0" encoding="utf-8"?>
<p:tagLst xmlns:a="http://schemas.openxmlformats.org/drawingml/2006/main" xmlns:r="http://schemas.openxmlformats.org/officeDocument/2006/relationships" xmlns:p="http://schemas.openxmlformats.org/presentationml/2006/main">
  <p:tag name="SLIDO_ELEMENT" val="footer"/>
</p:tagLst>
</file>

<file path=ppt/tags/tag11.xml><?xml version="1.0" encoding="utf-8"?>
<p:tagLst xmlns:a="http://schemas.openxmlformats.org/drawingml/2006/main" xmlns:r="http://schemas.openxmlformats.org/officeDocument/2006/relationships" xmlns:p="http://schemas.openxmlformats.org/presentationml/2006/main">
  <p:tag name="SLIDO_ELEMENT" val="corner"/>
</p:tagLst>
</file>

<file path=ppt/tags/tag12.xml><?xml version="1.0" encoding="utf-8"?>
<p:tagLst xmlns:a="http://schemas.openxmlformats.org/drawingml/2006/main" xmlns:r="http://schemas.openxmlformats.org/officeDocument/2006/relationships" xmlns:p="http://schemas.openxmlformats.org/presentationml/2006/main">
  <p:tag name="SLIDO_TYPE" val="SlidoPoll"/>
  <p:tag name="SLIDO_POLL_UUID" val="0d199921-edeb-4858-abe3-8891019ebbb4"/>
  <p:tag name="SLIDO_KEEP_POLL_ACTIVE" val="false"/>
  <p:tag name="SLIDO_TIMELINE" val="W3sic2hvd0NvcnJlY3RBbnN3ZXJzIjpmYWxzZSwic2hvd1Jlc3VsdHMiOmZhbHNlLCJwb2xsUXVlc3Rpb25VdWlkIjoiMzI3YWM1N2YtMDNiMi00MTllLWEyZjUtMjA2MzRlM2UwMGJlIn0seyJzaG93Q29ycmVjdEFuc3dlcnMiOnRydWUsInNob3dSZXN1bHRzIjp0cnVlLCJwb2xsUXVlc3Rpb25VdWlkIjoiMzI3YWM1N2YtMDNiMi00MTllLWEyZjUtMjA2MzRlM2UwMGJlIn1d"/>
</p:tagLst>
</file>

<file path=ppt/tags/tag1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4.xml><?xml version="1.0" encoding="utf-8"?>
<p:tagLst xmlns:a="http://schemas.openxmlformats.org/drawingml/2006/main" xmlns:r="http://schemas.openxmlformats.org/officeDocument/2006/relationships" xmlns:p="http://schemas.openxmlformats.org/presentationml/2006/main">
  <p:tag name="SLIDO_ELEMENT" val="title"/>
</p:tagLst>
</file>

<file path=ppt/tags/tag15.xml><?xml version="1.0" encoding="utf-8"?>
<p:tagLst xmlns:a="http://schemas.openxmlformats.org/drawingml/2006/main" xmlns:r="http://schemas.openxmlformats.org/officeDocument/2006/relationships" xmlns:p="http://schemas.openxmlformats.org/presentationml/2006/main">
  <p:tag name="SLIDO_ELEMENT" val="footer"/>
</p:tagLst>
</file>

<file path=ppt/tags/tag16.xml><?xml version="1.0" encoding="utf-8"?>
<p:tagLst xmlns:a="http://schemas.openxmlformats.org/drawingml/2006/main" xmlns:r="http://schemas.openxmlformats.org/officeDocument/2006/relationships" xmlns:p="http://schemas.openxmlformats.org/presentationml/2006/main">
  <p:tag name="SLIDO_ELEMENT" val="corner"/>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TotalTime>
  <Words>4452</Words>
  <Application>Microsoft Macintosh PowerPoint</Application>
  <DocSecurity>0</DocSecurity>
  <PresentationFormat>Custom</PresentationFormat>
  <Paragraphs>551</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Courier New</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Rakhmonberdi Khajiyev</cp:lastModifiedBy>
  <cp:revision>2</cp:revision>
  <dcterms:created xsi:type="dcterms:W3CDTF">2026-10-19T17:36:11Z</dcterms:created>
  <dcterms:modified xsi:type="dcterms:W3CDTF">2026-10-19T18:47:18Z</dcterms:modified>
</cp:coreProperties>
</file>